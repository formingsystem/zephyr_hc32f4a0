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el1.xml" ContentType="application/vnd.openxmlformats-officedocument.presentationml.slide+xml"/>
  <Override PartName="/ppt/notesSlides/model1.xml" ContentType="application/vnd.openxmlformats-officedocument.presentationml.notesSlide+xml"/>
  <Override PartName="/ppt/slides/model2.xml" ContentType="application/vnd.openxmlformats-officedocument.presentationml.slide+xml"/>
  <Override PartName="/ppt/notesSlides/model2.xml" ContentType="application/vnd.openxmlformats-officedocument.presentationml.notesSlide+xml"/>
  <Override PartName="/ppt/slides/model3.xml" ContentType="application/vnd.openxmlformats-officedocument.presentationml.slide+xml"/>
  <Override PartName="/ppt/notesSlides/model3.xml" ContentType="application/vnd.openxmlformats-officedocument.presentationml.notesSlide+xml"/>
  <Override PartName="/ppt/slides/model4.xml" ContentType="application/vnd.openxmlformats-officedocument.presentationml.slide+xml"/>
  <Override PartName="/ppt/notesSlides/model4.xml" ContentType="application/vnd.openxmlformats-officedocument.presentationml.notesSlide+xml"/>
  <Override PartName="/ppt/slides/model5.xml" ContentType="application/vnd.openxmlformats-officedocument.presentationml.slide+xml"/>
  <Override PartName="/ppt/notesSlides/model5.xml" ContentType="application/vnd.openxmlformats-officedocument.presentationml.notesSlide+xml"/>
  <Override PartName="/ppt/slides/model6.xml" ContentType="application/vnd.openxmlformats-officedocument.presentationml.slide+xml"/>
  <Override PartName="/ppt/notesSlides/model6.xml" ContentType="application/vnd.openxmlformats-officedocument.presentationml.notesSlide+xml"/>
  <Override PartName="/ppt/slides/model7.xml" ContentType="application/vnd.openxmlformats-officedocument.presentationml.slide+xml"/>
  <Override PartName="/ppt/notesSlides/model7.xml" ContentType="application/vnd.openxmlformats-officedocument.presentationml.notesSlide+xml"/>
  <Override PartName="/ppt/slides/model8.xml" ContentType="application/vnd.openxmlformats-officedocument.presentationml.slide+xml"/>
  <Override PartName="/ppt/notesSlides/model8.xml" ContentType="application/vnd.openxmlformats-officedocument.presentationml.notesSlide+xml"/>
  <Override PartName="/ppt/slides/model9.xml" ContentType="application/vnd.openxmlformats-officedocument.presentationml.slide+xml"/>
  <Override PartName="/ppt/notesSlides/model9.xml" ContentType="application/vnd.openxmlformats-officedocument.presentationml.notesSlide+xml"/>
  <Override PartName="/ppt/slides/model10.xml" ContentType="application/vnd.openxmlformats-officedocument.presentationml.slide+xml"/>
  <Override PartName="/ppt/notesSlides/model10.xml" ContentType="application/vnd.openxmlformats-officedocument.presentationml.notesSlide+xml"/>
  <Override PartName="/ppt/slides/model11.xml" ContentType="application/vnd.openxmlformats-officedocument.presentationml.slide+xml"/>
  <Override PartName="/ppt/notesSlides/model11.xml" ContentType="application/vnd.openxmlformats-officedocument.presentationml.notesSlide+xml"/>
  <Override PartName="/ppt/slides/model12.xml" ContentType="application/vnd.openxmlformats-officedocument.presentationml.slide+xml"/>
  <Override PartName="/ppt/notesSlides/model12.xml" ContentType="application/vnd.openxmlformats-officedocument.presentationml.notesSlide+xml"/>
  <Override PartName="/ppt/slides/model13.xml" ContentType="application/vnd.openxmlformats-officedocument.presentationml.slide+xml"/>
  <Override PartName="/ppt/notesSlides/model13.xml" ContentType="application/vnd.openxmlformats-officedocument.presentationml.notesSlide+xml"/>
  <Override PartName="/ppt/slides/model14.xml" ContentType="application/vnd.openxmlformats-officedocument.presentationml.slide+xml"/>
  <Override PartName="/ppt/notesSlides/model14.xml" ContentType="application/vnd.openxmlformats-officedocument.presentationml.notesSlide+xml"/>
  <Override PartName="/ppt/slides/model15.xml" ContentType="application/vnd.openxmlformats-officedocument.presentationml.slide+xml"/>
  <Override PartName="/ppt/notesSlides/model15.xml" ContentType="application/vnd.openxmlformats-officedocument.presentationml.notesSlide+xml"/>
  <Override PartName="/ppt/slides/model16.xml" ContentType="application/vnd.openxmlformats-officedocument.presentationml.slide+xml"/>
  <Override PartName="/ppt/notesSlides/model16.xml" ContentType="application/vnd.openxmlformats-officedocument.presentationml.notesSlide+xml"/>
  <Override PartName="/ppt/slides/model17.xml" ContentType="application/vnd.openxmlformats-officedocument.presentationml.slide+xml"/>
  <Override PartName="/ppt/notesSlides/model17.xml" ContentType="application/vnd.openxmlformats-officedocument.presentationml.notesSlide+xml"/>
  <Override PartName="/ppt/slides/model18.xml" ContentType="application/vnd.openxmlformats-officedocument.presentationml.slide+xml"/>
  <Override PartName="/ppt/notesSlides/model18.xml" ContentType="application/vnd.openxmlformats-officedocument.presentationml.notesSlide+xml"/>
  <Override PartName="/ppt/slides/model19.xml" ContentType="application/vnd.openxmlformats-officedocument.presentationml.slide+xml"/>
  <Override PartName="/ppt/notesSlides/model19.xml" ContentType="application/vnd.openxmlformats-officedocument.presentationml.notesSlide+xml"/>
  <Override PartName="/ppt/slides/model20.xml" ContentType="application/vnd.openxmlformats-officedocument.presentationml.slide+xml"/>
  <Override PartName="/ppt/notesSlides/model20.xml" ContentType="application/vnd.openxmlformats-officedocument.presentationml.notesSlide+xml"/>
  <Override PartName="/ppt/slides/model21.xml" ContentType="application/vnd.openxmlformats-officedocument.presentationml.slide+xml"/>
  <Override PartName="/ppt/notesSlides/model21.xml" ContentType="application/vnd.openxmlformats-officedocument.presentationml.notesSlide+xml"/>
  <Override PartName="/ppt/slides/model22.xml" ContentType="application/vnd.openxmlformats-officedocument.presentationml.slide+xml"/>
  <Override PartName="/ppt/notesSlides/model22.xml" ContentType="application/vnd.openxmlformats-officedocument.presentationml.notesSlide+xml"/>
  <Override PartName="/ppt/slides/model23.xml" ContentType="application/vnd.openxmlformats-officedocument.presentationml.slide+xml"/>
  <Override PartName="/ppt/notesSlides/model23.xml" ContentType="application/vnd.openxmlformats-officedocument.presentationml.notesSlide+xml"/>
  <Override PartName="/ppt/slides/model24.xml" ContentType="application/vnd.openxmlformats-officedocument.presentationml.slide+xml"/>
  <Override PartName="/ppt/notesSlides/model24.xml" ContentType="application/vnd.openxmlformats-officedocument.presentationml.notesSlide+xml"/>
  <Override PartName="/ppt/slides/model25.xml" ContentType="application/vnd.openxmlformats-officedocument.presentationml.slide+xml"/>
  <Override PartName="/ppt/notesSlides/model25.xml" ContentType="application/vnd.openxmlformats-officedocument.presentationml.notesSlide+xml"/>
  <Override PartName="/ppt/slides/model26.xml" ContentType="application/vnd.openxmlformats-officedocument.presentationml.slide+xml"/>
  <Override PartName="/ppt/notesSlides/model26.xml" ContentType="application/vnd.openxmlformats-officedocument.presentationml.notesSlide+xml"/>
  <Override PartName="/ppt/slides/model27.xml" ContentType="application/vnd.openxmlformats-officedocument.presentationml.slide+xml"/>
  <Override PartName="/ppt/notesSlides/model27.xml" ContentType="application/vnd.openxmlformats-officedocument.presentationml.notesSlide+xml"/>
  <Override PartName="/ppt/slides/model28.xml" ContentType="application/vnd.openxmlformats-officedocument.presentationml.slide+xml"/>
  <Override PartName="/ppt/notesSlides/model28.xml" ContentType="application/vnd.openxmlformats-officedocument.presentationml.notesSlide+xml"/>
  <Override PartName="/ppt/slides/model29.xml" ContentType="application/vnd.openxmlformats-officedocument.presentationml.slide+xml"/>
  <Override PartName="/ppt/notesSlides/model29.xml" ContentType="application/vnd.openxmlformats-officedocument.presentationml.notesSlide+xml"/>
  <Override PartName="/ppt/slides/model30.xml" ContentType="application/vnd.openxmlformats-officedocument.presentationml.slide+xml"/>
  <Override PartName="/ppt/notesSlides/model30.xml" ContentType="application/vnd.openxmlformats-officedocument.presentationml.notesSlide+xml"/>
  <Override PartName="/ppt/slides/model31.xml" ContentType="application/vnd.openxmlformats-officedocument.presentationml.slide+xml"/>
  <Override PartName="/ppt/notesSlides/model31.xml" ContentType="application/vnd.openxmlformats-officedocument.presentationml.notesSlide+xml"/>
  <Override PartName="/ppt/slides/model32.xml" ContentType="application/vnd.openxmlformats-officedocument.presentationml.slide+xml"/>
  <Override PartName="/ppt/notesSlides/model32.xml" ContentType="application/vnd.openxmlformats-officedocument.presentationml.notesSlide+xml"/>
  <Override PartName="/ppt/slides/model33.xml" ContentType="application/vnd.openxmlformats-officedocument.presentationml.slide+xml"/>
  <Override PartName="/ppt/notesSlides/model33.xml" ContentType="application/vnd.openxmlformats-officedocument.presentationml.notesSlide+xml"/>
  <Override PartName="/ppt/slides/model34.xml" ContentType="application/vnd.openxmlformats-officedocument.presentationml.slide+xml"/>
  <Override PartName="/ppt/notesSlides/model34.xml" ContentType="application/vnd.openxmlformats-officedocument.presentationml.notesSlide+xml"/>
  <Override PartName="/ppt/slides/model35.xml" ContentType="application/vnd.openxmlformats-officedocument.presentationml.slide+xml"/>
  <Override PartName="/ppt/notesSlides/model35.xml" ContentType="application/vnd.openxmlformats-officedocument.presentationml.notesSlide+xml"/>
  <Override PartName="/ppt/slides/model36.xml" ContentType="application/vnd.openxmlformats-officedocument.presentationml.slide+xml"/>
  <Override PartName="/ppt/notesSlides/model36.xml" ContentType="application/vnd.openxmlformats-officedocument.presentationml.notesSlide+xml"/>
  <Override PartName="/ppt/slides/model37.xml" ContentType="application/vnd.openxmlformats-officedocument.presentationml.slide+xml"/>
  <Override PartName="/ppt/notesSlides/model37.xml" ContentType="application/vnd.openxmlformats-officedocument.presentationml.notesSlide+xml"/>
  <Override PartName="/ppt/slides/model38.xml" ContentType="application/vnd.openxmlformats-officedocument.presentationml.slide+xml"/>
  <Override PartName="/ppt/notesSlides/model38.xml" ContentType="application/vnd.openxmlformats-officedocument.presentationml.notesSlide+xml"/>
  <Override PartName="/ppt/slides/model39.xml" ContentType="application/vnd.openxmlformats-officedocument.presentationml.slide+xml"/>
  <Override PartName="/ppt/notesSlides/model39.xml" ContentType="application/vnd.openxmlformats-officedocument.presentationml.notesSlide+xml"/>
  <Override PartName="/ppt/slides/model40.xml" ContentType="application/vnd.openxmlformats-officedocument.presentationml.slide+xml"/>
  <Override PartName="/ppt/notesSlides/model40.xml" ContentType="application/vnd.openxmlformats-officedocument.presentationml.notesSlide+xml"/>
  <Override PartName="/ppt/slides/model41.xml" ContentType="application/vnd.openxmlformats-officedocument.presentationml.slide+xml"/>
  <Override PartName="/ppt/notesSlides/model41.xml" ContentType="application/vnd.openxmlformats-officedocument.presentationml.notesSlide+xml"/>
  <Override PartName="/ppt/slides/model42.xml" ContentType="application/vnd.openxmlformats-officedocument.presentationml.slide+xml"/>
  <Override PartName="/ppt/notesSlides/model42.xml" ContentType="application/vnd.openxmlformats-officedocument.presentationml.notesSlide+xml"/>
  <Override PartName="/ppt/slides/model43.xml" ContentType="application/vnd.openxmlformats-officedocument.presentationml.slide+xml"/>
  <Override PartName="/ppt/notesSlides/model43.xml" ContentType="application/vnd.openxmlformats-officedocument.presentationml.notesSlide+xml"/>
  <Override PartName="/ppt/slides/model44.xml" ContentType="application/vnd.openxmlformats-officedocument.presentationml.slide+xml"/>
  <Override PartName="/ppt/notesSlides/model44.xml" ContentType="application/vnd.openxmlformats-officedocument.presentationml.notesSlide+xml"/>
  <Override PartName="/ppt/slides/model45.xml" ContentType="application/vnd.openxmlformats-officedocument.presentationml.slide+xml"/>
  <Override PartName="/ppt/notesSlides/model45.xml" ContentType="application/vnd.openxmlformats-officedocument.presentationml.notesSlide+xml"/>
  <Override PartName="/ppt/slides/model46.xml" ContentType="application/vnd.openxmlformats-officedocument.presentationml.slide+xml"/>
  <Override PartName="/ppt/notesSlides/model46.xml" ContentType="application/vnd.openxmlformats-officedocument.presentationml.notesSlide+xml"/>
  <Override PartName="/ppt/slides/model47.xml" ContentType="application/vnd.openxmlformats-officedocument.presentationml.slide+xml"/>
  <Override PartName="/ppt/notesSlides/model47.xml" ContentType="application/vnd.openxmlformats-officedocument.presentationml.notesSlide+xml"/>
  <Override PartName="/ppt/slides/model48.xml" ContentType="application/vnd.openxmlformats-officedocument.presentationml.slide+xml"/>
  <Override PartName="/ppt/notesSlides/model48.xml" ContentType="application/vnd.openxmlformats-officedocument.presentationml.notesSlide+xml"/>
  <Override PartName="/ppt/slides/model49.xml" ContentType="application/vnd.openxmlformats-officedocument.presentationml.slide+xml"/>
  <Override PartName="/ppt/notesSlides/model49.xml" ContentType="application/vnd.openxmlformats-officedocument.presentationml.notesSlide+xml"/>
  <Override PartName="/ppt/slides/model50.xml" ContentType="application/vnd.openxmlformats-officedocument.presentationml.slide+xml"/>
  <Override PartName="/ppt/notesSlides/model50.xml" ContentType="application/vnd.openxmlformats-officedocument.presentationml.notesSlide+xml"/>
  <Override PartName="/ppt/slides/model51.xml" ContentType="application/vnd.openxmlformats-officedocument.presentationml.slide+xml"/>
  <Override PartName="/ppt/notesSlides/model51.xml" ContentType="application/vnd.openxmlformats-officedocument.presentationml.notesSlide+xml"/>
  <Override PartName="/ppt/slides/model52.xml" ContentType="application/vnd.openxmlformats-officedocument.presentationml.slide+xml"/>
  <Override PartName="/ppt/notesSlides/model52.xml" ContentType="application/vnd.openxmlformats-officedocument.presentationml.notesSlide+xml"/>
  <Override PartName="/ppt/slides/model53.xml" ContentType="application/vnd.openxmlformats-officedocument.presentationml.slide+xml"/>
  <Override PartName="/ppt/notesSlides/model53.xml" ContentType="application/vnd.openxmlformats-officedocument.presentationml.notesSlide+xml"/>
  <Override PartName="/ppt/slides/model54.xml" ContentType="application/vnd.openxmlformats-officedocument.presentationml.slide+xml"/>
  <Override PartName="/ppt/notesSlides/model54.xml" ContentType="application/vnd.openxmlformats-officedocument.presentationml.notesSlide+xml"/>
  <Override PartName="/ppt/slides/model55.xml" ContentType="application/vnd.openxmlformats-officedocument.presentationml.slide+xml"/>
  <Override PartName="/ppt/notesSlides/model55.xml" ContentType="application/vnd.openxmlformats-officedocument.presentationml.notesSlide+xml"/>
  <Override PartName="/ppt/slides/model56.xml" ContentType="application/vnd.openxmlformats-officedocument.presentationml.slide+xml"/>
  <Override PartName="/ppt/notesSlides/model56.xml" ContentType="application/vnd.openxmlformats-officedocument.presentationml.notesSlide+xml"/>
  <Override PartName="/ppt/slides/model57.xml" ContentType="application/vnd.openxmlformats-officedocument.presentationml.slide+xml"/>
  <Override PartName="/ppt/notesSlides/model57.xml" ContentType="application/vnd.openxmlformats-officedocument.presentationml.notesSlide+xml"/>
  <Override PartName="/ppt/slides/model58.xml" ContentType="application/vnd.openxmlformats-officedocument.presentationml.slide+xml"/>
  <Override PartName="/ppt/notesSlides/model58.xml" ContentType="application/vnd.openxmlformats-officedocument.presentationml.notesSlide+xml"/>
  <Override PartName="/ppt/slides/model59.xml" ContentType="application/vnd.openxmlformats-officedocument.presentationml.slide+xml"/>
  <Override PartName="/ppt/notesSlides/model59.xml" ContentType="application/vnd.openxmlformats-officedocument.presentationml.notesSlide+xml"/>
  <Override PartName="/ppt/slides/model60.xml" ContentType="application/vnd.openxmlformats-officedocument.presentationml.slide+xml"/>
  <Override PartName="/ppt/notesSlides/model60.xml" ContentType="application/vnd.openxmlformats-officedocument.presentationml.notesSlide+xml"/>
  <Override PartName="/ppt/slides/model61.xml" ContentType="application/vnd.openxmlformats-officedocument.presentationml.slide+xml"/>
  <Override PartName="/ppt/notesSlides/model61.xml" ContentType="application/vnd.openxmlformats-officedocument.presentationml.notesSlide+xml"/>
  <Override PartName="/ppt/slides/model62.xml" ContentType="application/vnd.openxmlformats-officedocument.presentationml.slide+xml"/>
  <Override PartName="/ppt/notesSlides/model62.xml" ContentType="application/vnd.openxmlformats-officedocument.presentationml.notesSlide+xml"/>
  <Override PartName="/ppt/slides/model63.xml" ContentType="application/vnd.openxmlformats-officedocument.presentationml.slide+xml"/>
  <Override PartName="/ppt/notesSlides/model6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1001" r:id="rIdModel1"/>
    <p:sldId id="1002" r:id="rIdModel2"/>
    <p:sldId id="1003" r:id="rIdModel3"/>
    <p:sldId id="1004" r:id="rIdModel4"/>
    <p:sldId id="1005" r:id="rIdModel5"/>
    <p:sldId id="1006" r:id="rIdModel6"/>
    <p:sldId id="1007" r:id="rIdModel7"/>
    <p:sldId id="1008" r:id="rIdModel8"/>
    <p:sldId id="1009" r:id="rIdModel9"/>
    <p:sldId id="1010" r:id="rIdModel10"/>
    <p:sldId id="1011" r:id="rIdModel11"/>
    <p:sldId id="1012" r:id="rIdModel12"/>
    <p:sldId id="1013" r:id="rIdModel13"/>
    <p:sldId id="1014" r:id="rIdModel14"/>
    <p:sldId id="1015" r:id="rIdModel15"/>
    <p:sldId id="1016" r:id="rIdModel16"/>
    <p:sldId id="1017" r:id="rIdModel17"/>
    <p:sldId id="1018" r:id="rIdModel18"/>
    <p:sldId id="1019" r:id="rIdModel19"/>
    <p:sldId id="1020" r:id="rIdModel20"/>
    <p:sldId id="1021" r:id="rIdModel21"/>
    <p:sldId id="1022" r:id="rIdModel22"/>
    <p:sldId id="1023" r:id="rIdModel23"/>
    <p:sldId id="1024" r:id="rIdModel24"/>
    <p:sldId id="1025" r:id="rIdModel25"/>
    <p:sldId id="1026" r:id="rIdModel26"/>
    <p:sldId id="1027" r:id="rIdModel27"/>
    <p:sldId id="1028" r:id="rIdModel28"/>
    <p:sldId id="1029" r:id="rIdModel29"/>
    <p:sldId id="1030" r:id="rIdModel30"/>
    <p:sldId id="1031" r:id="rIdModel31"/>
    <p:sldId id="1032" r:id="rIdModel32"/>
    <p:sldId id="1033" r:id="rIdModel33"/>
    <p:sldId id="1034" r:id="rIdModel34"/>
    <p:sldId id="1035" r:id="rIdModel35"/>
    <p:sldId id="1036" r:id="rIdModel36"/>
    <p:sldId id="1037" r:id="rIdModel37"/>
    <p:sldId id="1038" r:id="rIdModel38"/>
    <p:sldId id="1039" r:id="rIdModel39"/>
    <p:sldId id="1040" r:id="rIdModel40"/>
    <p:sldId id="1041" r:id="rIdModel41"/>
    <p:sldId id="1042" r:id="rIdModel42"/>
    <p:sldId id="1043" r:id="rIdModel43"/>
    <p:sldId id="1044" r:id="rIdModel44"/>
    <p:sldId id="1045" r:id="rIdModel45"/>
    <p:sldId id="1046" r:id="rIdModel46"/>
    <p:sldId id="1047" r:id="rIdModel47"/>
    <p:sldId id="1048" r:id="rIdModel48"/>
    <p:sldId id="1049" r:id="rIdModel49"/>
    <p:sldId id="1050" r:id="rIdModel50"/>
    <p:sldId id="1051" r:id="rIdModel51"/>
    <p:sldId id="1052" r:id="rIdModel52"/>
    <p:sldId id="1053" r:id="rIdModel53"/>
    <p:sldId id="1054" r:id="rIdModel54"/>
    <p:sldId id="1055" r:id="rIdModel55"/>
    <p:sldId id="1056" r:id="rIdModel56"/>
    <p:sldId id="1057" r:id="rIdModel57"/>
    <p:sldId id="1058" r:id="rIdModel58"/>
    <p:sldId id="1059" r:id="rIdModel59"/>
    <p:sldId id="1060" r:id="rIdModel60"/>
    <p:sldId id="1061" r:id="rIdModel61"/>
    <p:sldId id="1062" r:id="rIdModel62"/>
    <p:sldId id="1063" r:id="rIdModel6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el1" Type="http://schemas.openxmlformats.org/officeDocument/2006/relationships/slide" Target="slides/model1.xml"/><Relationship Id="rIdModel2" Type="http://schemas.openxmlformats.org/officeDocument/2006/relationships/slide" Target="slides/model2.xml"/><Relationship Id="rIdModel3" Type="http://schemas.openxmlformats.org/officeDocument/2006/relationships/slide" Target="slides/model3.xml"/><Relationship Id="rIdModel4" Type="http://schemas.openxmlformats.org/officeDocument/2006/relationships/slide" Target="slides/model4.xml"/><Relationship Id="rIdModel5" Type="http://schemas.openxmlformats.org/officeDocument/2006/relationships/slide" Target="slides/model5.xml"/><Relationship Id="rIdModel6" Type="http://schemas.openxmlformats.org/officeDocument/2006/relationships/slide" Target="slides/model6.xml"/><Relationship Id="rIdModel7" Type="http://schemas.openxmlformats.org/officeDocument/2006/relationships/slide" Target="slides/model7.xml"/><Relationship Id="rIdModel8" Type="http://schemas.openxmlformats.org/officeDocument/2006/relationships/slide" Target="slides/model8.xml"/><Relationship Id="rIdModel9" Type="http://schemas.openxmlformats.org/officeDocument/2006/relationships/slide" Target="slides/model9.xml"/><Relationship Id="rIdModel10" Type="http://schemas.openxmlformats.org/officeDocument/2006/relationships/slide" Target="slides/model10.xml"/><Relationship Id="rIdModel11" Type="http://schemas.openxmlformats.org/officeDocument/2006/relationships/slide" Target="slides/model11.xml"/><Relationship Id="rIdModel12" Type="http://schemas.openxmlformats.org/officeDocument/2006/relationships/slide" Target="slides/model12.xml"/><Relationship Id="rIdModel13" Type="http://schemas.openxmlformats.org/officeDocument/2006/relationships/slide" Target="slides/model13.xml"/><Relationship Id="rIdModel14" Type="http://schemas.openxmlformats.org/officeDocument/2006/relationships/slide" Target="slides/model14.xml"/><Relationship Id="rIdModel15" Type="http://schemas.openxmlformats.org/officeDocument/2006/relationships/slide" Target="slides/model15.xml"/><Relationship Id="rIdModel16" Type="http://schemas.openxmlformats.org/officeDocument/2006/relationships/slide" Target="slides/model16.xml"/><Relationship Id="rIdModel17" Type="http://schemas.openxmlformats.org/officeDocument/2006/relationships/slide" Target="slides/model17.xml"/><Relationship Id="rIdModel18" Type="http://schemas.openxmlformats.org/officeDocument/2006/relationships/slide" Target="slides/model18.xml"/><Relationship Id="rIdModel19" Type="http://schemas.openxmlformats.org/officeDocument/2006/relationships/slide" Target="slides/model19.xml"/><Relationship Id="rIdModel20" Type="http://schemas.openxmlformats.org/officeDocument/2006/relationships/slide" Target="slides/model20.xml"/><Relationship Id="rIdModel21" Type="http://schemas.openxmlformats.org/officeDocument/2006/relationships/slide" Target="slides/model21.xml"/><Relationship Id="rIdModel22" Type="http://schemas.openxmlformats.org/officeDocument/2006/relationships/slide" Target="slides/model22.xml"/><Relationship Id="rIdModel23" Type="http://schemas.openxmlformats.org/officeDocument/2006/relationships/slide" Target="slides/model23.xml"/><Relationship Id="rIdModel24" Type="http://schemas.openxmlformats.org/officeDocument/2006/relationships/slide" Target="slides/model24.xml"/><Relationship Id="rIdModel25" Type="http://schemas.openxmlformats.org/officeDocument/2006/relationships/slide" Target="slides/model25.xml"/><Relationship Id="rIdModel26" Type="http://schemas.openxmlformats.org/officeDocument/2006/relationships/slide" Target="slides/model26.xml"/><Relationship Id="rIdModel27" Type="http://schemas.openxmlformats.org/officeDocument/2006/relationships/slide" Target="slides/model27.xml"/><Relationship Id="rIdModel28" Type="http://schemas.openxmlformats.org/officeDocument/2006/relationships/slide" Target="slides/model28.xml"/><Relationship Id="rIdModel29" Type="http://schemas.openxmlformats.org/officeDocument/2006/relationships/slide" Target="slides/model29.xml"/><Relationship Id="rIdModel30" Type="http://schemas.openxmlformats.org/officeDocument/2006/relationships/slide" Target="slides/model30.xml"/><Relationship Id="rIdModel31" Type="http://schemas.openxmlformats.org/officeDocument/2006/relationships/slide" Target="slides/model31.xml"/><Relationship Id="rIdModel32" Type="http://schemas.openxmlformats.org/officeDocument/2006/relationships/slide" Target="slides/model32.xml"/><Relationship Id="rIdModel33" Type="http://schemas.openxmlformats.org/officeDocument/2006/relationships/slide" Target="slides/model33.xml"/><Relationship Id="rIdModel34" Type="http://schemas.openxmlformats.org/officeDocument/2006/relationships/slide" Target="slides/model34.xml"/><Relationship Id="rIdModel35" Type="http://schemas.openxmlformats.org/officeDocument/2006/relationships/slide" Target="slides/model35.xml"/><Relationship Id="rIdModel36" Type="http://schemas.openxmlformats.org/officeDocument/2006/relationships/slide" Target="slides/model36.xml"/><Relationship Id="rIdModel37" Type="http://schemas.openxmlformats.org/officeDocument/2006/relationships/slide" Target="slides/model37.xml"/><Relationship Id="rIdModel38" Type="http://schemas.openxmlformats.org/officeDocument/2006/relationships/slide" Target="slides/model38.xml"/><Relationship Id="rIdModel39" Type="http://schemas.openxmlformats.org/officeDocument/2006/relationships/slide" Target="slides/model39.xml"/><Relationship Id="rIdModel40" Type="http://schemas.openxmlformats.org/officeDocument/2006/relationships/slide" Target="slides/model40.xml"/><Relationship Id="rIdModel41" Type="http://schemas.openxmlformats.org/officeDocument/2006/relationships/slide" Target="slides/model41.xml"/><Relationship Id="rIdModel42" Type="http://schemas.openxmlformats.org/officeDocument/2006/relationships/slide" Target="slides/model42.xml"/><Relationship Id="rIdModel43" Type="http://schemas.openxmlformats.org/officeDocument/2006/relationships/slide" Target="slides/model43.xml"/><Relationship Id="rIdModel44" Type="http://schemas.openxmlformats.org/officeDocument/2006/relationships/slide" Target="slides/model44.xml"/><Relationship Id="rIdModel45" Type="http://schemas.openxmlformats.org/officeDocument/2006/relationships/slide" Target="slides/model45.xml"/><Relationship Id="rIdModel46" Type="http://schemas.openxmlformats.org/officeDocument/2006/relationships/slide" Target="slides/model46.xml"/><Relationship Id="rIdModel47" Type="http://schemas.openxmlformats.org/officeDocument/2006/relationships/slide" Target="slides/model47.xml"/><Relationship Id="rIdModel48" Type="http://schemas.openxmlformats.org/officeDocument/2006/relationships/slide" Target="slides/model48.xml"/><Relationship Id="rIdModel49" Type="http://schemas.openxmlformats.org/officeDocument/2006/relationships/slide" Target="slides/model49.xml"/><Relationship Id="rIdModel50" Type="http://schemas.openxmlformats.org/officeDocument/2006/relationships/slide" Target="slides/model50.xml"/><Relationship Id="rIdModel51" Type="http://schemas.openxmlformats.org/officeDocument/2006/relationships/slide" Target="slides/model51.xml"/><Relationship Id="rIdModel52" Type="http://schemas.openxmlformats.org/officeDocument/2006/relationships/slide" Target="slides/model52.xml"/><Relationship Id="rIdModel53" Type="http://schemas.openxmlformats.org/officeDocument/2006/relationships/slide" Target="slides/model53.xml"/><Relationship Id="rIdModel54" Type="http://schemas.openxmlformats.org/officeDocument/2006/relationships/slide" Target="slides/model54.xml"/><Relationship Id="rIdModel55" Type="http://schemas.openxmlformats.org/officeDocument/2006/relationships/slide" Target="slides/model55.xml"/><Relationship Id="rIdModel56" Type="http://schemas.openxmlformats.org/officeDocument/2006/relationships/slide" Target="slides/model56.xml"/><Relationship Id="rIdModel57" Type="http://schemas.openxmlformats.org/officeDocument/2006/relationships/slide" Target="slides/model57.xml"/><Relationship Id="rIdModel58" Type="http://schemas.openxmlformats.org/officeDocument/2006/relationships/slide" Target="slides/model58.xml"/><Relationship Id="rIdModel59" Type="http://schemas.openxmlformats.org/officeDocument/2006/relationships/slide" Target="slides/model59.xml"/><Relationship Id="rIdModel60" Type="http://schemas.openxmlformats.org/officeDocument/2006/relationships/slide" Target="slides/model60.xml"/><Relationship Id="rIdModel61" Type="http://schemas.openxmlformats.org/officeDocument/2006/relationships/slide" Target="slides/model61.xml"/><Relationship Id="rIdModel62" Type="http://schemas.openxmlformats.org/officeDocument/2006/relationships/slide" Target="slides/model62.xml"/><Relationship Id="rIdModel63" Type="http://schemas.openxmlformats.org/officeDocument/2006/relationships/slide" Target="slides/model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el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.xml"/></Relationships>
</file>

<file path=ppt/notesSlides/_rels/model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.xml"/></Relationships>
</file>

<file path=ppt/notesSlides/_rels/model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.xml"/></Relationships>
</file>

<file path=ppt/notesSlides/_rels/model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.xml"/></Relationships>
</file>

<file path=ppt/notesSlides/_rels/model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.xml"/></Relationships>
</file>

<file path=ppt/notesSlides/_rels/model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.xml"/></Relationships>
</file>

<file path=ppt/notesSlides/_rels/model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7.xml"/></Relationships>
</file>

<file path=ppt/notesSlides/_rels/model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8.xml"/></Relationships>
</file>

<file path=ppt/notesSlides/_rels/model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9.xml"/></Relationships>
</file>

<file path=ppt/notesSlides/_rels/model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0.xml"/></Relationships>
</file>

<file path=ppt/notesSlides/_rels/model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1.xml"/></Relationships>
</file>

<file path=ppt/notesSlides/_rels/model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2.xml"/></Relationships>
</file>

<file path=ppt/notesSlides/_rels/model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3.xml"/></Relationships>
</file>

<file path=ppt/notesSlides/_rels/model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4.xml"/></Relationships>
</file>

<file path=ppt/notesSlides/_rels/model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5.xml"/></Relationships>
</file>

<file path=ppt/notesSlides/_rels/model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6.xml"/></Relationships>
</file>

<file path=ppt/notesSlides/_rels/model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7.xml"/></Relationships>
</file>

<file path=ppt/notesSlides/_rels/model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8.xml"/></Relationships>
</file>

<file path=ppt/notesSlides/_rels/model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19.xml"/></Relationships>
</file>

<file path=ppt/notesSlides/_rels/model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0.xml"/></Relationships>
</file>

<file path=ppt/notesSlides/_rels/model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1.xml"/></Relationships>
</file>

<file path=ppt/notesSlides/_rels/model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2.xml"/></Relationships>
</file>

<file path=ppt/notesSlides/_rels/model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3.xml"/></Relationships>
</file>

<file path=ppt/notesSlides/_rels/model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4.xml"/></Relationships>
</file>

<file path=ppt/notesSlides/_rels/model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5.xml"/></Relationships>
</file>

<file path=ppt/notesSlides/_rels/model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6.xml"/></Relationships>
</file>

<file path=ppt/notesSlides/_rels/model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7.xml"/></Relationships>
</file>

<file path=ppt/notesSlides/_rels/model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8.xml"/></Relationships>
</file>

<file path=ppt/notesSlides/_rels/model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29.xml"/></Relationships>
</file>

<file path=ppt/notesSlides/_rels/model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0.xml"/></Relationships>
</file>

<file path=ppt/notesSlides/_rels/model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1.xml"/></Relationships>
</file>

<file path=ppt/notesSlides/_rels/model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2.xml"/></Relationships>
</file>

<file path=ppt/notesSlides/_rels/model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3.xml"/></Relationships>
</file>

<file path=ppt/notesSlides/_rels/model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4.xml"/></Relationships>
</file>

<file path=ppt/notesSlides/_rels/model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5.xml"/></Relationships>
</file>

<file path=ppt/notesSlides/_rels/model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6.xml"/></Relationships>
</file>

<file path=ppt/notesSlides/_rels/model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7.xml"/></Relationships>
</file>

<file path=ppt/notesSlides/_rels/model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8.xml"/></Relationships>
</file>

<file path=ppt/notesSlides/_rels/model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39.xml"/></Relationships>
</file>

<file path=ppt/notesSlides/_rels/model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0.xml"/></Relationships>
</file>

<file path=ppt/notesSlides/_rels/model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1.xml"/></Relationships>
</file>

<file path=ppt/notesSlides/_rels/model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2.xml"/></Relationships>
</file>

<file path=ppt/notesSlides/_rels/model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3.xml"/></Relationships>
</file>

<file path=ppt/notesSlides/_rels/model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4.xml"/></Relationships>
</file>

<file path=ppt/notesSlides/_rels/model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5.xml"/></Relationships>
</file>

<file path=ppt/notesSlides/_rels/model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6.xml"/></Relationships>
</file>

<file path=ppt/notesSlides/_rels/model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7.xml"/></Relationships>
</file>

<file path=ppt/notesSlides/_rels/model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8.xml"/></Relationships>
</file>

<file path=ppt/notesSlides/_rels/model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49.xml"/></Relationships>
</file>

<file path=ppt/notesSlides/_rels/model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0.xml"/></Relationships>
</file>

<file path=ppt/notesSlides/_rels/model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1.xml"/></Relationships>
</file>

<file path=ppt/notesSlides/_rels/model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2.xml"/></Relationships>
</file>

<file path=ppt/notesSlides/_rels/model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3.xml"/></Relationships>
</file>

<file path=ppt/notesSlides/_rels/model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4.xml"/></Relationships>
</file>

<file path=ppt/notesSlides/_rels/model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5.xml"/></Relationships>
</file>

<file path=ppt/notesSlides/_rels/model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6.xml"/></Relationships>
</file>

<file path=ppt/notesSlides/_rels/model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7.xml"/></Relationships>
</file>

<file path=ppt/notesSlides/_rels/model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8.xml"/></Relationships>
</file>

<file path=ppt/notesSlides/_rels/model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59.xml"/></Relationships>
</file>

<file path=ppt/notesSlides/_rels/model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0.xml"/></Relationships>
</file>

<file path=ppt/notesSlides/_rels/model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1.xml"/></Relationships>
</file>

<file path=ppt/notesSlides/_rels/model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2.xml"/></Relationships>
</file>

<file path=ppt/notesSlides/_rels/model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model63.xml"/></Relationships>
</file>

<file path=ppt/notesSlides/model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P012。</a:t>
            </a:r>
          </a:p>
          <a:p>
            <a:r>
              <a:t>配套正文：learning/P01_zephyr_make_project/P006_HC32与外部源码模块接入_Windows.md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006_HC32与外部源码模块接入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沿同一模型接入 HC32 与外部源码</a:t>
            </a:r>
          </a:p>
          <a:p>
            <a:r>
              <a:t>以 HC32F4A0PITB / UYUP 为目标，先确定硬件与现有适配范围，再说明复用厂商 DDL 的理由、来源和固定版本。</a:t>
            </a:r>
          </a:p>
          <a:p>
            <a:r>
              <a:t>准备 hal_xhsc 后，从应用调用方追踪模块发现、路径变量、CMake 选源与驱动配置，连接到 HC32 的实际设备实例和 DDL 调用。</a:t>
            </a:r>
          </a:p>
          <a:p>
            <a:r>
              <a:t>最后用一个小组件亲自观察开启、关闭和完整模块列表的差异。构建记录、模拟运行与实板验证保持各自明确的范围。</a:t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对应正文：learning/P01_zephyr_make_project/P004_CMSIS选择与下载_Windows.md</a:t>
            </a:r>
          </a:p>
          <a:p>
            <a:r>
              <a:t>4.1.1 · 所选实板</a:t>
            </a:r>
          </a:p>
          <a:p>
            <a:r>
              <a:t>另有4KiB备份SRAM。依据 UYUP-RPI-A-2.5.pdf、DS_HC32F4A0系列数据手册_Rev1.60.pdf、RM_HC32F4A0系列参考手册_Rev1.50.pdf。https://www.xhsc.com.cn/product/1220.html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6.6.1。</a:t>
            </a:r>
          </a:p>
          <a:p>
            <a:r>
              <a:t>CPU仍属 Cortex-M4，芯片换成 HC32F4A0PITB，板换成 UYUP-RPI-A-2.5；正确 BOARD 是适配提供的 uyup_rpi_a/hc32f4a0pitb。</a:t>
            </a:r>
          </a:p>
          <a:p>
            <a:r>
              <a:t>应用仍选 samples/hello_world。UYUP DTS 选择 HC32 UART 驱动满足 console 请求，该驱动调用华大 DDL。</a:t>
            </a:r>
          </a:p>
          <a:p>
            <a:r>
              <a:t>CMSIS_6 提供内核接口，外部 HAL 提供设备和外设代码，hc32_port 提供板/SoC/DTS及Zephyr驱动。三项不能互相替代。</a:t>
            </a:r>
          </a:p>
          <a:p>
            <a:r>
              <a:t>MD 6.6.1；learning/board/labs/hc32_port。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6.6.1。</a:t>
            </a:r>
          </a:p>
          <a:p>
            <a:r>
              <a:t>华大 hc32f4a0.h 定义芯片寄存器、IRQ编号和内核能力，system 文件提供芯片系统实现，DDL负责外设操作。</a:t>
            </a:r>
          </a:p>
          <a:p>
            <a:r>
              <a:t>设备头最终包含 core_cm4.h；本例内核接口仍取当前Zephyr清单配套的CMSIS_6，不用厂商旧示例Core目录覆盖它。</a:t>
            </a:r>
          </a:p>
          <a:p>
            <a:r>
              <a:t>相同 Cortex-M4 可以复用这套内核接口；不同芯片的时钟、引脚、中断连接和板资源仍需HC32适配，不能只说换一份CMSIS。</a:t>
            </a:r>
          </a:p>
          <a:p>
            <a:r>
              <a:t>hc32f4a0.h:199；hc32_port/soc/xhsc/hc32f4a0/soc.h；MD 6.6.1。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HC32 选择复用 DDL，适配责任仍然明确</a:t>
            </a:r>
          </a:p>
          <a:p>
            <a:r>
              <a:t>若直接重写寄存器级驱动，我们要自行维护外设初始化、状态处理与硬件差异。本教程选择复用 hal_xhsc 的设备头和 DDL，把这部分依赖单独管理。</a:t>
            </a:r>
          </a:p>
          <a:p>
            <a:r>
              <a:t>hc32_port 把 Zephyr 的设备配置和 API 操作接到 DDL；hal_xhsc 不会自动提供 UYUP 板目标、设备树和 Zephyr 设备实例。</a:t>
            </a:r>
          </a:p>
          <a:p>
            <a:r>
              <a:t>当前 UART 主要调用 DDL，但错误检查仍直接读 SR，初始化只支持 USART1 的 PA9/PA10 映射。现有代码的支持边界必须保留，不能声称任意 HC32 外设已适配。</a:t>
            </a:r>
          </a:p>
          <a:p>
            <a:r>
              <a:t>learning/board/labs/hc32_port/drivers/serial/uart_hc32.c：uart_hc32_err_check、uart_hc32_init、USART_GetStatus/USART_WriteData。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6.4.4。</a:t>
            </a:r>
          </a:p>
          <a:p>
            <a:r>
              <a:t>先从板文档确认目标功能，再由 DTS compatible 找到驱动。读懂该驱动是直接操作寄存器，还是调用树外厂商接口。</a:t>
            </a:r>
          </a:p>
          <a:p>
            <a:r>
              <a:t>对确实存在的外部引用，核对 west 清单名称、revision 与模块声明；清单管理的按清单获取，清单外来源核实后再集成。</a:t>
            </a:r>
          </a:p>
          <a:p>
            <a:r>
              <a:t>最后检查本次配置、编译数据库和运行结果。west list 只列当前清单项目，不会替一个 BOARD 求出所有依赖，也不能用猜测的 HAL 名称代替追踪。</a:t>
            </a:r>
          </a:p>
          <a:p>
            <a:r>
              <a:t>完整操作判断见 MD 6.4.4；https://docs.zephyrproject.org/latest/develop/modules.html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对应正文：learning/P01_zephyr_make_project/P004_CMSIS选择与下载_Windows.md</a:t>
            </a:r>
          </a:p>
          <a:p>
            <a:r>
              <a:t>4.1.3 · 仓库存在不等于板已支持</a:t>
            </a:r>
          </a:p>
          <a:p>
            <a:r>
              <a:t>已核对self.import的submanifests。仓库 https://github.com/zephyrproject-rtos/hal_xhsc ，移植基线 a84e04900616f68097d80cda2e89eaa8af3afadd。</a:t>
            </a:r>
          </a:p>
          <a:p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对应正文：4.1.3.1 · 下一页保留网页操作截图。实验源码根 G:/zephyr_practice/zephyr-main。</a:t>
            </a:r>
          </a:p>
          <a:p>
            <a:r>
              <a:t>打开 github.com/zephyrproject-rtos 的组织主页。</a:t>
            </a:r>
          </a:p>
          <a:p>
            <a:r>
              <a:t>点击 Repositories，在组织仓库列表的搜索框输入 xhsc。</a:t>
            </a:r>
          </a:p>
          <a:p>
            <a:r>
              <a:t>打开 hal_xhsc；README 1.3 与芯片目录用于核对内容。</a:t>
            </a:r>
          </a:p>
          <a:p>
            <a:endParaRPr/>
          </a:p>
          <a:p>
            <a:r>
              <a:t>Issue #86804 说明申请与建库过程。</a:t>
            </a:r>
          </a:p>
          <a:p>
            <a:r>
              <a:t>仓库存在只说明源码可获取，不能推出当前清单已收录或板可编译。</a:t>
            </a:r>
          </a:p>
          <a:p>
            <a:r>
              <a:t>
完整正文：learning/P01_zephyr_make_project/P004_CMSIS选择与下载_Windows.md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3460-5FD5-3299-F04F-4B71840F1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71EFA0-C26A-9D31-4B21-64377FC3E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00594-C8B3-AA0E-9EC6-03DB5AF8F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 6.2 与 P006 6.5。保留官方 west.yml，不在这里编写新清单。</a:t>
            </a:r>
          </a:p>
          <a:p>
            <a:r>
              <a:t>① Zephyr 组织 → Repositories → 搜索 xhsc → hal_xhsc。</a:t>
            </a:r>
          </a:p>
          <a:p>
            <a:r>
              <a:t>② README 1.3 给出 HC32 HAL 与厂商产品资料入口。</a:t>
            </a:r>
          </a:p>
          <a:p>
            <a:r>
              <a:t>③ 固定修订下核对 hc32f4a0 设备头和 USART DDL。</a:t>
            </a:r>
          </a:p>
          <a:p>
            <a:r>
              <a:t>④ 主仓 Issue #86804 记录厂商申请、早期来源与建库过程。</a:t>
            </a:r>
          </a:p>
          <a:p>
            <a:endParaRPr/>
          </a:p>
          <a:p>
            <a:r>
              <a:t>README 同时提到已支持或计划支持，不能据此认定板已可编译。</a:t>
            </a:r>
          </a:p>
          <a:p>
            <a:r>
              <a:t>https://github.com/zephyrproject-rtos/hal_xhsc</a:t>
            </a:r>
          </a:p>
          <a:p>
            <a:r>
              <a:t>https://github.com/zephyrproject-rtos/zephyr/issues/86804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E9198-8906-B7E4-266A-EEFDDA3335C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0625311"/>
      </p:ext>
    </p:extLst>
  </p:cSld>
  <p:clrMapOvr>
    <a:masterClrMapping/>
  </p:clrMapOvr>
</p:notes>
</file>

<file path=ppt/notesSlides/model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 6.2 与 P006 6.5。保留官方 west.yml，不在这里编写新清单。</a:t>
            </a:r>
          </a:p>
          <a:p>
            <a:endParaRPr/>
          </a:p>
          <a:p>
            <a:r>
              <a:t>https://github.com/zephyrproject-rtos/zephyr/issues/95973</a:t>
            </a:r>
          </a:p>
          <a:p>
            <a:r>
              <a:t>https://github.com/zephyrproject-rtos/zephyr/pull/94044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https://github.com/zephyrproject-rtos/zephyr/pull/111990</a:t>
            </a:r>
          </a:p>
          <a:p>
            <a:r>
              <a:t>https://github.com/zephyrproject-rtos/zephyr/issues/86804#issuecomment-3141734431</a:t>
            </a:r>
          </a:p>
          <a:p>
            <a:r>
              <a:t>https://github.com/zephyrproject-rtos/zephyr/issues/95973#issuecomment-3290779676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按用户指定主线目录，HAL 根为 G:/zephyr_practice/hal_xhsc，与 Zephyr 源码同级。HAL 来源仍是固定 a84e04900616f68097d80cda2e89eaa8af3afadd，已有目录先核对，不覆盖或删除。该目录不是临时构建产物。来源：配套 MD 4.2.3；https://github.com/zephyrproject-rtos/hal_xhsc/tree/a84e04900616f68097d80cda2e89eaa8af3afadd。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对应正文：P002_Windows，4.2.3 · 不冒充官方清单项</a:t>
            </a:r>
          </a:p>
          <a:p>
            <a:r>
              <a:t>对应正文：4.2.3 · 不冒充官方清单项。命令默认 UCRT64；先核对当前目录、工作区与 Windows 原生 Git（优先 /ucrt64/bin/git，或已有 Git for Windows）。CMSIS 使用官方 west 清单管理，HC32 额外模块单独追加。</a:t>
            </a:r>
          </a:p>
          <a:p>
            <a:r>
              <a:t>完整操作单元：../commands/P006_Windows/download-hal-fixed.txt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对应正文：P002_Windows，4.2.3 · 整个模块由仓库提供</a:t>
            </a:r>
          </a:p>
          <a:p>
            <a:r>
              <a:t>对应正文：4.2.3 · 整个模块由仓库提供。命令默认 UCRT64；先核对当前目录、工作区与 Windows 原生 Git（优先 /ucrt64/bin/git，或已有 Git for Windows）。CMSIS 使用官方 west 清单管理，HC32 额外模块单独追加。</a:t>
            </a:r>
          </a:p>
          <a:p>
            <a:r>
              <a:t>完整操作单元：../commands/P006_Windows/check-hal-files.txt</a:t>
            </a:r>
          </a:p>
          <a:p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本页参数是 CMake 输入示意，不是完整独立命令。已存在其他额外模块时合并分号列表。本主线 P012 完整命令同时追加 HAL 与 hc32_port，不能只有 HAL 就声称 UYUP 板已可构建。模块根经 Zephyr 的发现程序进入 zephyr_modules.txt，随后 CMake 派生路径变量供 SoC 接入代码使用。源码：cmake/modules/zephyr_module.cmake、scripts/zephyr_module.py；https://docs.zephyrproject.org/latest/develop/modules.html。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6.4.2—6.4.3。</a:t>
            </a:r>
          </a:p>
          <a:p>
            <a:r>
              <a:t>当前清单没有 hal_xhsc，不能用 west update 猜测下载。本系列按 Zephyr 组织仓库选固定 a84e049… 修订，作为 HC32 适配基线。</a:t>
            </a:r>
          </a:p>
          <a:p>
            <a:r>
              <a:t>首次取得时使用附件16的完整保护块，落到 G:/zephyr_practice/hal_xhsc。已有 hal_xhsc-zephyr 可直接复用真实根，不重复下载或改名。</a:t>
            </a:r>
          </a:p>
          <a:p>
            <a:r>
              <a:t>若已有目录由 ZIP 解压且没有 .git，就按原下载记录核对版本。取得包之后，仍需接入模块并匹配板支持。</a:t>
            </a:r>
          </a:p>
          <a:p>
            <a:r>
              <a:t>16-fetch-hal-if-missing.txt；https://github.com/zephyrproject-rtos/hal_xhsc/tree/a84e04900616f68097d80cda2e89eaa8af3afadd 完整获取命令 16-fetch-hal-if-missing.txt。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对应正文：5.1.1 · 下载目录不会主动通知 Zephyr。实验源码根 G:/zephyr_practice/zephyr-main。</a:t>
            </a:r>
          </a:p>
          <a:p>
            <a:r>
              <a:t>CMSIS：同一工作区的 west 活动项目列表提供目录。</a:t>
            </a:r>
          </a:p>
          <a:p>
            <a:r>
              <a:t>MPS2 不传额外模块；HC32 才通过 EXTRA_ZEPHYR_MODULES 追加实际根。</a:t>
            </a:r>
          </a:p>
          <a:p>
            <a:r>
              <a:t>这是 Zephyr 原生 CMake 输入，保留已有 west 模块。</a:t>
            </a:r>
          </a:p>
          <a:p>
            <a:r>
              <a:t/>
            </a:r>
          </a:p>
          <a:p>
            <a:r>
              <a:t>P012 12.7 的配置命令同时追加 HAL 与该章创建的 hc32_port。</a:t>
            </a:r>
          </a:p>
          <a:p>
            <a:r>
              <a:t>传模块根，不传 module.yml 文件名，也不传 DDL 子目录。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对应正文：5.1.1 · 下列为参数示意，不单独执行。实验源码根 G:/zephyr_practice/zephyr-main。</a:t>
            </a:r>
          </a:p>
          <a:p>
            <a:r>
              <a:t>该参数属于 P012 的 cmake -S samples/hello_world -B … 命令。</a:t>
            </a:r>
          </a:p>
          <a:p>
            <a:r>
              <a:t>保存位置是那个 -B 目录的 CMakeCache.txt；只供该构建目录复用。</a:t>
            </a:r>
          </a:p>
          <a:p>
            <a:r>
              <a:t>HAL 在 03 下载，hc32_port 在 P012 创建；前提未齐时先不要配置。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对应正文：5.1.2 · 这些调用代码均由 Zephyr 原有源码提供。实验源码根 G:/zephyr_practice/zephyr-main。</a:t>
            </a:r>
          </a:p>
          <a:p>
            <a:r>
              <a:t>应用 CMakeLists.txt 的 find_package(Zephyr) 触发加载。</a:t>
            </a:r>
          </a:p>
          <a:p>
            <a:r>
              <a:t>ZephyrConfig → zephyr_default → zephyr_module.cmake。</a:t>
            </a:r>
          </a:p>
          <a:p>
            <a:r>
              <a:t>发现脚本默认查询 west；有 EXTRA_ZEPHYR_MODULES 时才额外追加。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P006 6.5.1–5.1.3。</a:t>
            </a:r>
          </a:p>
          <a:p>
            <a:r>
              <a:t>发现脚本从当前 west 活动项目取得 CMSIS 根，再读取该仓库原有 zephyr/module.yml；MPS2 路线不需要额外模块参数。</a:t>
            </a:r>
          </a:p>
          <a:p>
            <a:r>
              <a:t>cmsis_6 声明 cmake-ext 与 kconfig-ext。它的 Core 源码在外部，接入规则却由主仓 modules/cmsis_6 提供，后者把 CMSIS/Core/Include 加入 Cortex-M 编译路径。</a:t>
            </a:r>
          </a:p>
          <a:p>
            <a:r>
              <a:t>HAL 的 cmake: . 则指向模块自带 CMakeLists.txt。两种布局由同一发现过程处理；有模块入口并不意味着所有源文件都已启用。</a:t>
            </a:r>
          </a:p>
          <a:p>
            <a:r>
              <a:t>P006 6.5.1–5.1.3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对应正文：5.1.3 · HAL 仓库原有文件，只读，不创建 west.yml。实验源码根 G:/zephyr_practice/zephyr-main。</a:t>
            </a:r>
          </a:p>
          <a:p>
            <a:r>
              <a:t>zephyr_module.py 遍历候选根，再读该根的 zephyr/module.yml。</a:t>
            </a:r>
          </a:p>
          <a:p>
            <a:r>
              <a:t>name 给模块命名；cmake: . 选择 HAL 根的 CMakeLists.txt。</a:t>
            </a:r>
          </a:p>
          <a:p>
            <a:r>
              <a:t>识别结果写入构建目录 zephyr_modules.txt，包含名字与实际路径。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对应正文：5.1.4 · 输入 → 发现记录 → CMake 普通变量。实验源码根 G:/zephyr_practice/zephyr-main。</a:t>
            </a:r>
          </a:p>
          <a:p>
            <a:r>
              <a:t>zephyr_module.cmake 读回 zephyr_modules.txt。</a:t>
            </a:r>
          </a:p>
          <a:p>
            <a:r>
              <a:t>CMSIS 形成 CMSIS_6 路径变量；HC32 追加成功后才有 HAL_XHSC 记录。</a:t>
            </a:r>
          </a:p>
          <a:p>
            <a:r>
              <a:t>于是得到 ZEPHYR_HAL_XHSC_MODULE_DIR；它不是环境变量，无需 export。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对应正文：5.1.4 / 5.1.6 · 发现模块与启用源文件分开核对。实验源码根 G:/zephyr_practice/zephyr-main。</a:t>
            </a:r>
          </a:p>
          <a:p>
            <a:r>
              <a:t>本系列 SoC CMake 用模块根拼接 /hc32_ddl/hc32f4a0，选择所需 DDL。</a:t>
            </a:r>
          </a:p>
          <a:p>
            <a:r>
              <a:t>Zephyr 顶层也按模块的 CMake 入口执行 add_subdirectory()。</a:t>
            </a:r>
          </a:p>
          <a:p>
            <a:r>
              <a:t/>
            </a:r>
          </a:p>
          <a:p>
            <a:r>
              <a:t>是否进入内部目录、是否添加某个驱动，由后续 CMake/Kconfig 决定。</a:t>
            </a:r>
          </a:p>
          <a:p>
            <a:r>
              <a:t>发现成功不会自动补出板、SoC、Kconfig 或 Zephyr 驱动。</a:t>
            </a:r>
          </a:p>
          <a:p>
            <a:r>
              <a:t>普通变量在本次配置中建立；下次配置由同一发现流程重新生成。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对应正文：P006 6.2 与 P006 6.5。保留官方 west.yml，不在这里编写新清单。</a:t>
            </a:r>
          </a:p>
          <a:p>
            <a:endParaRPr/>
          </a:p>
          <a:p>
            <a:r>
              <a:t>../P006_HC32与外部源码模块接入_Windows.md</a:t>
            </a:r>
          </a:p>
          <a:p>
            <a:r>
              <a:t>../P012_编译示例与新增开发板_Windows.md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https://github.com/zephyrproject-rtos/hal_xhsc/blob/a84e04900616f68097d80cda2e89eaa8af3afadd/CMakeLists.txt</a:t>
            </a:r>
          </a:p>
          <a:p>
            <a:r>
              <a:t>https://github.com/zephyrproject-rtos/hal_xhsc/blob/a84e04900616f68097d80cda2e89eaa8af3afadd/hc32_ddl/CMakeLists.txt</a:t>
            </a:r>
          </a:p>
          <a:p>
            <a:r>
              <a:t>https://github.com/zephyrproject-rtos/hal_xhsc/blob/a84e04900616f68097d80cda2e89eaa8af3afadd/hc32_ddl/hc32f4a0/CMakeLists.txt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模块被发现后，还要明确驱动的选源入口</a:t>
            </a:r>
          </a:p>
          <a:p>
            <a:r>
              <a:t>module.yml 指定本模块的 Kconfig 与 CMake 入口。Kconfig 通过 rsource 读取串口配置，形成 CONFIG_UART_HC32；复制一个 .c 文件到目录不会自动选中它。</a:t>
            </a:r>
          </a:p>
          <a:p>
            <a:r>
              <a:t>hc32_port/CMakeLists.txt 根据 CONFIG_UART_HC32 加入 uart_hc32.c。SoC CMake 则显式列出 hc32_ll_usart.c 等 DDL 源，两处分别负责适配与底层。</a:t>
            </a:r>
          </a:p>
          <a:p>
            <a:r>
              <a:t>因此本路线的 DDL 选源不由原 HAL 的 HC32_LL_* 开关自动控制。模块路径、配置符号与源文件名单都要在实际调用方对应起来。</a:t>
            </a:r>
          </a:p>
          <a:p>
            <a:r>
              <a:t>源码：hc32_port/zephyr/module.yml、Kconfig、CMakeLists.txt；soc/xhsc/hc32f4a0/CMakeLists.txt。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HC32 的几类宏来自不同入口</a:t>
            </a:r>
          </a:p>
          <a:p>
            <a:r>
              <a:t>Kconfig 的 CONFIG_*、CMake 加入的 -D 宏、强制包含的 DDL 配置头，各自控制不同层。它们不会因为放在同一文件夹里而自动互相转换。</a:t>
            </a:r>
          </a:p>
          <a:p>
            <a:r>
              <a:t>SoC CMake：zephyr_compile_definitions(HC32F4A0 USE_DDL_DRIVER XTAL_VALUE=12000000UL)；zephyr_compile_options(-include "${CMAKE_CURRENT_SOURCE_DIR}/hc32_ll_conf.h")。宏具体作用以源码条件为准。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对应正文：5.1.5 · UCRT64；源码根 .venv、west 与 CMSIS 已就绪。实验源码根 G:/zephyr_practice/zephyr-main。</a:t>
            </a:r>
          </a:p>
          <a:p>
            <a:r>
              <a:t>先用自带发现脚本，不传 --extra-modules；无需准备 HAL。</a:t>
            </a:r>
          </a:p>
          <a:p>
            <a:r>
              <a:t>输出应含 cmsis_6，其根与 west list 返回路径相同。</a:t>
            </a:r>
          </a:p>
          <a:p>
            <a:r>
              <a:t>这次检查不配置应用，不保存未来 CMake 参数，也不生成上述变量。</a:t>
            </a:r>
          </a:p>
          <a:p>
            <a:r>
              <a:t/>
            </a:r>
          </a:p>
          <a:p>
            <a:r>
              <a:t>缺 CMSIS 时查工作区与下载；准备 HC32 后再另查 HAL 追加分支。</a:t>
            </a:r>
          </a:p>
          <a:p>
            <a:r>
              <a:t>不要手填生成文件。完整可复制操作见下方链接。</a:t>
            </a:r>
          </a:p>
          <a:p>
            <a:r>
              <a:t>
完整正文：learning/P01_zephyr_make_project/P006_HC32与外部源码模块接入_Windows.md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P006 6.5.6。</a:t>
            </a:r>
          </a:p>
          <a:p>
            <a:r>
              <a:t>MPS2 驱动不需要作为外部模块出现在 zephyr_modules.txt。DTS 兼容串连接树内驱动，Kconfig 与 CMake 决定本次是否将其加入。</a:t>
            </a:r>
          </a:p>
          <a:p>
            <a:r>
              <a:t>后续配置完成后查 zephyr.dts 的 console、.config 的 UART_CMSDK_APB，并在编译数据库找到 uart_cmsdk_apb.c、平台代码与 CMSIS Core include。</a:t>
            </a:r>
          </a:p>
          <a:p>
            <a:r>
              <a:t>这些记录显示生成阶段的选择；构建成功才得到 ELF。HC32 路线以后追加 HAL 和 hc32_port，再检查相应 DDL，不能把发现成功称为移植完成。</a:t>
            </a:r>
          </a:p>
          <a:p>
            <a:r>
              <a:t>下一步把应用目录、BOARD 与输出目录分别交给构建命令；同板可换应用，同应用可换板，但不能沿用另一组合的缓存。</a:t>
            </a:r>
          </a:p>
          <a:p>
            <a:r>
              <a:t>P006 6.5.6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编进固件与成为设备实例是两条连接</a:t>
            </a:r>
          </a:p>
          <a:p>
            <a:r>
              <a:t>构建连接：模块发现、Kconfig 配置和 CMake 选源，让适配驱动与需要的 DDL 进入同一固件。</a:t>
            </a:r>
          </a:p>
          <a:p>
            <a:r>
              <a:t>设备连接：DTS 描述硬件；本例驱动读取地址、波特率、引脚等属性，注册设备配置、初始化函数与标准操作表。时钟另由 SoC 接入负责。</a:t>
            </a:r>
          </a:p>
          <a:p>
            <a:r>
              <a:t>运行时 UART 接口根据传入设备对象找到回调；HC32 回调主要调用 DDL。仅在编译数据库看见 DDL 文件，还不能证明设备已正确配置和可用。</a:t>
            </a:r>
          </a:p>
          <a:p>
            <a:r>
              <a:t>源码：hc32_port/drivers/serial/uart_hc32.c 中 DT_INST_*、DEVICE_DT_INST_DEFINE、DEVICE_API；模块CMake与SoC CMake。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头文件怎样接起来</a:t>
            </a:r>
          </a:p>
          <a:p>
            <a:r>
              <a:t>实际文件：learning/board/labs/hc32_port/soc/xhsc/hc32f4a0/soc.h与CMakeLists.txt。P012 12.6.3.1详述来源与调用关系。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设备包没有提供哪些能力</a:t>
            </a:r>
          </a:p>
          <a:p>
            <a:r>
              <a:t>设备头存在不代表串口能输出。没有实现与核验的外设不声明支持。本系列HC32实际有DDL，不能删除它后沿用现有驱动。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对应正文：P002—P005，5.2.5 · 材料来源与工作分界</a:t>
            </a:r>
          </a:p>
          <a:p>
            <a:r>
              <a:t>独立west清单编写留在learning/west，不能把模块入口module.yml与官方west.yml混为一谈。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6.5.1。</a:t>
            </a:r>
          </a:p>
          <a:p>
            <a:r>
              <a:t>west 将应用和板传给 CMake，-- 后的 -D 进入本次配置；应用 find_package(Zephyr) 加载默认配置流程。</a:t>
            </a:r>
          </a:p>
          <a:p>
            <a:r>
              <a:t>zephyr_module.cmake 把基础与额外模块目录交给解析器，读取 module.yml，得到 CMake / Kconfig 入口与额外 board / soc / dts 根。</a:t>
            </a:r>
          </a:p>
          <a:p>
            <a:r>
              <a:t>接着选择板、处理 DTS 和 Kconfig，最后依据结果加入架构、SoC、驱动和模块源文件。Ninja 才按生成的规则实际编译与链接。</a:t>
            </a:r>
          </a:p>
          <a:p>
            <a:r>
              <a:t>MD 6.5.1；zephyr_default.cmake；zephyr_module.cmake。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6.5.1。</a:t>
            </a:r>
          </a:p>
          <a:p>
            <a:r>
              <a:t>模块循环把 ZEPHYR_CURRENT_MODULE_DIR 指向原始包根，再进入它的接入 CMake。CMSIS 规则因此能加入外部内核头目录。</a:t>
            </a:r>
          </a:p>
          <a:p>
            <a:r>
              <a:t>模块名 hal_xhsc 还产生稳定变量 ZEPHYR_HAL_XHSC_MODULE_DIR，HC32 接入可从这里找 DDL；它不随磁盘文件夹后缀改变。</a:t>
            </a:r>
          </a:p>
          <a:p>
            <a:r>
              <a:t>SDK 根交给工具链查找，prj.conf 交给 Kconfig，overlay 交给设备树流程。每个路径都要交给对应的读取者，才能参与构建。</a:t>
            </a:r>
          </a:p>
          <a:p>
            <a:r>
              <a:t>主仓 CMakeLists.txt 模块循环；MD 6.5.1；hc32_port SoC CMakeLists.txt。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对应配套正文 6.5.2。</a:t>
            </a:r>
          </a:p>
          <a:p>
            <a:r>
              <a:rPr/>
              <a:t>默认方式使用 west 工作区发现模块，CMSIS_6 按现有清单与模块声明进入配置。这是本章主线。</a:t>
            </a:r>
          </a:p>
          <a:p>
            <a:r>
              <a:rPr>
                <a:solidFill>
                  <a:srgbClr val="B84E00"/>
                </a:solidFill>
              </a:rPr>
              <a:t>EXTRA_ZEPHYR_MODULES</a:t>
            </a:r>
            <a:r>
              <a:rPr>
                <a:solidFill>
                  <a:srgbClr val="29263B"/>
                </a:solidFill>
              </a:rPr>
              <a:t xml:space="preserve"> 接收模块根：不同模块名追加；与 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>
                <a:solidFill>
                  <a:srgbClr val="29263B"/>
                </a:solidFill>
              </a:rPr>
              <a:t xml:space="preserve"> 模块同名时，额外来源优先，其余默认模块保留。不能据此并用两份同名 HAL。</a:t>
            </a:r>
          </a:p>
          <a:p>
            <a:r>
              <a:rPr/>
              <a:t>ZEPHYR_MODULES 是自己管理完整列表，不能只写新组件就期待自动补齐 CMSIS。用这种方式时，全部必要模块路径都由你负责。</a:t>
            </a:r>
          </a:p>
          <a:p>
            <a:r>
              <a:rPr/>
              <a:t>cmake/modules/zephyr_module.cmake；scripts/zephyr_module.py；MD 6.5.2。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对应配套正文 6.6.2。</a:t>
            </a:r>
          </a:p>
          <a:p>
            <a:r>
              <a:rPr/>
              <a:t>当前官方主仓没有本教程 UYUP 板的完整支持。教材原件位于 F盘仓库 learning/board/labs/hc32_port，不声称G盘已经创建过它。</a:t>
            </a:r>
          </a:p>
          <a:p>
            <a:r>
              <a:rPr>
                <a:solidFill>
                  <a:srgbClr val="29263B"/>
                </a:solidFill>
              </a:rPr>
              <a:t xml:space="preserve">附件 13 复制到 </a:t>
            </a:r>
            <a:r>
              <a:rPr>
                <a:solidFill>
                  <a:srgbClr val="0070C0"/>
                </a:solidFill>
              </a:rPr>
              <a:t>zephyr-main/build/learning-tools/p003/hc32_port</a:t>
            </a:r>
            <a:r>
              <a:rPr>
                <a:solidFill>
                  <a:srgbClr val="29263B"/>
                </a:solidFill>
              </a:rPr>
              <a:t>。已有副本先核对；P012 只读对照并复用，跳过从零复制。</a:t>
            </a:r>
          </a:p>
          <a:p>
            <a:r>
              <a:rPr/>
              <a:t>其中 boards 定义板资源，soc 实现芯片接入，drivers 适配 Zephyr API，dts/bindings 定义字段。此副本不包含外部 CMSIS 和 HAL。</a:t>
            </a:r>
          </a:p>
          <a:p>
            <a:r>
              <a:rPr/>
              <a:t>13-copy-hc32-port.txt；MD 6.6.2；现有系列路径p003保留，章节顺延不迁移源码。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6.6.2。</a:t>
            </a:r>
          </a:p>
          <a:p>
            <a:r>
              <a:t>这是 hc32_port 的完整功能声明。三个点都指包含相应子目录的模块根，因此无需读者再猜板文件夹应塞给哪个路径参数。</a:t>
            </a:r>
          </a:p>
          <a:p>
            <a:r>
              <a:t>learning/board/labs/hc32_port/zephyr/module.yml；仅 --board-root 枚举新SoC并不充分。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6.6.2。</a:t>
            </a:r>
          </a:p>
          <a:p>
            <a:r>
              <a:t>hal_xhsc 原生入口需 HAS_HC32_DDL，再按 SOC 和功能开关选系列与外设；被发现不表示所有条件自动满足。</a:t>
            </a:r>
          </a:p>
          <a:p>
            <a:r>
              <a:t>本教程 hc32_port 的 SoC CMake 从 ZEPHYR_HAL_XHSC_MODULE_DIR 定位 HC32F4A0，明确加入所需 DDL、设备头、soc.c 与 reset hook。</a:t>
            </a:r>
          </a:p>
          <a:p>
            <a:r>
              <a:t>它保留 Zephyr 的启动与向量职责，避免再开启原生HAL整条路径而重复选择system/DDL及复位接入。这是当前适配选择，不是任意HAL都应照抄的开关。</a:t>
            </a:r>
          </a:p>
          <a:p>
            <a:r>
              <a:t>HAL CMakeLists.txt / hc32_ddl/CMakeLists.txt；hc32_port/soc/xhsc/hc32f4a0/CMakeLists.txt；MD 6.6.2。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HC32 的驱动入口同样需要逐层可达</a:t>
            </a:r>
          </a:p>
          <a:p>
            <a:r>
              <a:rPr>
                <a:solidFill>
                  <a:srgbClr val="0070C0"/>
                </a:solidFill>
              </a:rPr>
              <a:t>module.yml</a:t>
            </a:r>
            <a:r>
              <a:rPr>
                <a:solidFill>
                  <a:srgbClr val="29263B"/>
                </a:solidFill>
              </a:rPr>
              <a:t xml:space="preserve"> 让 Zephyr 读取 </a:t>
            </a:r>
            <a:r>
              <a:rPr>
                <a:solidFill>
                  <a:srgbClr val="0070C0"/>
                </a:solidFill>
              </a:rPr>
              <a:t>hc32_port/Kconfig</a:t>
            </a:r>
            <a:r>
              <a:rPr>
                <a:solidFill>
                  <a:srgbClr val="29263B"/>
                </a:solidFill>
              </a:rPr>
              <a:t xml:space="preserve">；if </a:t>
            </a:r>
            <a:r>
              <a:rPr>
                <a:solidFill>
                  <a:srgbClr val="B84E00"/>
                </a:solidFill>
              </a:rPr>
              <a:t>SERIAL</a:t>
            </a:r>
            <a:r>
              <a:rPr>
                <a:solidFill>
                  <a:srgbClr val="29263B"/>
                </a:solidFill>
              </a:rPr>
              <a:t xml:space="preserve"> 与 </a:t>
            </a:r>
            <a:r>
              <a:rPr>
                <a:solidFill>
                  <a:srgbClr val="087B3D"/>
                </a:solidFill>
              </a:rPr>
              <a:t>rsource</a:t>
            </a:r>
            <a:r>
              <a:rPr>
                <a:solidFill>
                  <a:srgbClr val="29263B"/>
                </a:solidFill>
              </a:rPr>
              <a:t xml:space="preserve"> 接入串口声明。</a:t>
            </a:r>
            <a:r>
              <a:rPr>
                <a:solidFill>
                  <a:srgbClr val="B84E00"/>
                </a:solidFill>
              </a:rPr>
              <a:t>UART_HC32</a:t>
            </a:r>
            <a:r>
              <a:rPr>
                <a:solidFill>
                  <a:srgbClr val="29263B"/>
                </a:solidFill>
              </a:rPr>
              <a:t xml:space="preserve"> 要求 </a:t>
            </a:r>
            <a:r>
              <a:rPr>
                <a:solidFill>
                  <a:srgbClr val="B84E00"/>
                </a:solidFill>
              </a:rPr>
              <a:t>SOC_HC32F4A0PITB</a:t>
            </a:r>
            <a:r>
              <a:rPr>
                <a:solidFill>
                  <a:srgbClr val="29263B"/>
                </a:solidFill>
              </a:rPr>
              <a:t>，并要求启用 xhsc,hc32-uart 节点。</a:t>
            </a:r>
          </a:p>
          <a:p>
            <a:r>
              <a:rPr/>
              <a:t>模块 CMake 按最终 CONFIG_UART_HC32 加入 uart_hc32.c。DTS 的 xhsc,hc32-uart 与驱动 DT_DRV_COMPAT 对应，再由实例宏接入配置与操作表。</a:t>
            </a:r>
          </a:p>
          <a:p>
            <a:r>
              <a:rPr/>
              <a:t>模块接入、Kconfig 声明、CMake 选源、binding/compatible 和设备注册必须接通。缺少任何一环，都不能靠文件夹名或一个配置开关补齐。</a:t>
            </a:r>
          </a:p>
          <a:p>
            <a:r>
              <a:rPr/>
              <a:t>hc32_port/zephyr/module.yml、Kconfig、drivers/serial/Kconfig.hc32、CMakeLists.txt、drivers/serial/uart_hc32.c。兼容串及依赖以本轮实际源码核对。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厂商 DDL 宏与 Zephyr CONFIG 宏不能混用</a:t>
            </a:r>
          </a:p>
          <a:p>
            <a:r>
              <a:t>SoC CMake 显式列出所需 DDL 源，并添加 HC32F4A0、USE_DDL_DRIVER、XTAL_VALUE 编译定义。驱动文件位于某目录，不会自动获得这些定义。</a:t>
            </a:r>
          </a:p>
          <a:p>
            <a:r>
              <a:t>同一入口通过 -include 强制包含 hc32_ll_conf.h，其中 LL_USART_ENABLE 等控制 DDL 内部功能。它与 Kconfig 产生的 CONFIG_UART_HC32 不是同一个开关。</a:t>
            </a:r>
          </a:p>
          <a:p>
            <a:r>
              <a:t>本路线没有启用原 HAL 整体选源链，所以原 HAL 的 CONFIG_HC32_LL_* 不会自动裁剪此处显式列出的源文件。换接入方式时要重新核对读取者。</a:t>
            </a:r>
          </a:p>
          <a:p>
            <a:r>
              <a:t>hc32_port/soc/xhsc/hc32f4a0/CMakeLists.txt 与 hc32_ll_conf.h；hal_xhsc原有CMake/Kconfig另成一条可选路线。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6.6.3。</a:t>
            </a:r>
          </a:p>
          <a:p>
            <a:r>
              <a:t>上方节选附件11的构建调用。先用完整附件选择真实 HAL 根、定义两项路径变量并核对适配；EXTRA 同时追加两根，默认发现继续提供 CMSIS。</a:t>
            </a:r>
          </a:p>
          <a:p>
            <a:r>
              <a:t>11-hc32-input-chain.txt 含环境、HAL目录选择、前提检查；当前本章未执行HC32构建或实板动作。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6.6.3。</a:t>
            </a:r>
          </a:p>
          <a:p>
            <a:r>
              <a:t>上方节选附件12的调用；完整附件重新定义两项路径变量并检查前提。-S 选应用，BOARD 选硬件，-B 另设输出；HAL 与适配仍须一起传入。</a:t>
            </a:r>
          </a:p>
          <a:p>
            <a:r>
              <a:t>12-hc32-cmake-chain.txt；默认模块发现保留CMSIS；全手管列表时必须同时列CMSIS/HAL/适配。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6.6.3。</a:t>
            </a:r>
          </a:p>
          <a:p>
            <a:r>
              <a:t>这是附件17中的参数片段，不能单独执行；末尾反斜杠连接两行，分号列表仍是一个参数。完整附件定义路径并调用 CMake，同时列出 CMSIS、HAL 与适配三根。</a:t>
            </a:r>
          </a:p>
          <a:p>
            <a:r>
              <a:t>17-hc32-manual-modules.txt 含环境、路径选择和完整CMake/构建；本章未执行HC32分支。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6.6.4。</a:t>
            </a:r>
          </a:p>
          <a:p>
            <a:r>
              <a:t>模块记录应有 CMSIS_6、hal_xhsc、hc32_port；.config 应选中 HC32F4A0PITB；DTS 的 console 应指向这块板实际串口。</a:t>
            </a:r>
          </a:p>
          <a:p>
            <a:r>
              <a:t>编译数据库应出现 HC32 UART/GPIO 适配与所选 DDL，成功构建日志与 ELF 确认链接完成。后续再验证实板时钟、引脚和中断行为。</a:t>
            </a:r>
          </a:p>
          <a:p>
            <a:r>
              <a:t>这里完整解释工程输入，P012再逐组拆解适配实现。本章不把尚未运行的HC32命令当成功记录，接下来亲手验证的是普通组件。</a:t>
            </a:r>
          </a:p>
          <a:p>
            <a:r>
              <a:t>MD 6.6.4；P012 板移植；新组件验证有独立日志。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沿生成结果判断私有实现到底选中了谁</a:t>
            </a:r>
          </a:p>
          <a:p>
            <a:r>
              <a:t>先查 .config 的最终 CONFIG_*；再查 autoconf.h 的预处理定义和生成设备树中的节点属性，不把 prj.conf 的愿望当作最终结果。</a:t>
            </a:r>
          </a:p>
          <a:p>
            <a:r>
              <a:t>在 compile_commands.json 中查驱动与 DDL 源，核对头文件路径，以及 -D、-imacros、-include 参数。链接映射再确认实现进入 ELF。</a:t>
            </a:r>
          </a:p>
          <a:p>
            <a:r>
              <a:t>运行验证检查设备初始化、时钟、引脚与收发。源码下载、模块发现、源文件编译、设备可用分别有证据，不能把其中一步代替其余步骤。</a:t>
            </a:r>
          </a:p>
          <a:p>
            <a:r>
              <a:t>构建证据完整命令见P006原有MPS2/HC32核对段；此页不声称本轮重新构建或实板验证。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6.7.1。</a:t>
            </a:r>
          </a:p>
          <a:p>
            <a:r>
              <a:t>app_greeting 提供一个返回字符串的函数，不含 main，也不访问硬件；component_hello 应用决定是否调用它。</a:t>
            </a:r>
          </a:p>
          <a:p>
            <a:r>
              <a:t>模块放 components/app_greeting，应用放 applications/component_hello，二者与 zephyr-main 分开。已有文件先核对，不覆盖。</a:t>
            </a:r>
          </a:p>
          <a:p>
            <a:r>
              <a:t>BOARD 继续使用 mps2/an386，默认 CMSIS 和 SDK 保持不变。这样可以把接入过程里的每一项变化看清楚。</a:t>
            </a:r>
          </a:p>
          <a:p>
            <a:r>
              <a:t>commands/P006_Windows/create-greeting-component.txt；04-create-application.txt；完整文件在 MD 6.7.1—6.7.6。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6.7.2。</a:t>
            </a:r>
          </a:p>
          <a:p>
            <a:r>
              <a:t>保存到组件根的 zephyr/module.yml。cmake 与 kconfig 路径相对模块根；本文件不主动向构建注册自己的磁盘位置。</a:t>
            </a:r>
          </a:p>
          <a:p>
            <a:r>
              <a:t>G:/zephyr_practice/components/app_greeting/zephyr/module.yml；完整创建命令 03-create-component.txt。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6.7.3。</a:t>
            </a:r>
          </a:p>
          <a:p>
            <a:r>
              <a:t>保存到组件根 Kconfig。APP_GREETING 是可见布尔开关，默认关闭；应用以后通过 CONFIG_APP_GREETING 赋值。</a:t>
            </a:r>
          </a:p>
          <a:p>
            <a:r>
              <a:t>G:/zephyr_practice/components/app_greeting/Kconfig；MD 6.7.3。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6.7.3。</a:t>
            </a:r>
          </a:p>
          <a:p>
            <a:r>
              <a:t>保存为组件根 CMakeLists.txt。开启时加入源文件和公开头目录；关闭时不执行这些规则。发现模块不等于一定编译它的实现。</a:t>
            </a:r>
          </a:p>
          <a:p>
            <a:r>
              <a:t>G:/zephyr_practice/components/app_greeting/CMakeLists.txt；MD 6.7.3。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6.7.4。</a:t>
            </a:r>
          </a:p>
          <a:p>
            <a:r>
              <a:t>保存到 include/app_greeting/greeting.h。这里只声明函数，不定义 main；路径前缀使应用能明确它来自哪个组件。</a:t>
            </a:r>
          </a:p>
          <a:p>
            <a:r>
              <a:t>G:/zephyr_practice/components/app_greeting/include/app_greeting/greeting.h。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6.7.4。</a:t>
            </a:r>
          </a:p>
          <a:p>
            <a:r>
              <a:t>保存到 src/greeting.c。组件返回字符串，让调用方决定怎样输出；这个函数不绑定 UART，也不依赖华大或 MPS2 寄存器。</a:t>
            </a:r>
          </a:p>
          <a:p>
            <a:r>
              <a:t>G:/zephyr_practice/components/app_greeting/src/greeting.c。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6.7.5。</a:t>
            </a:r>
          </a:p>
          <a:p>
            <a:r>
              <a:t>保存到应用根 CMakeLists.txt。find_package 引入 Zephyr 构建，应用只加入自己的 main.c；组件实现由模块 CMake 管理。</a:t>
            </a:r>
          </a:p>
          <a:p>
            <a:r>
              <a:t>G:/zephyr_practice/applications/component_hello/CMakeLists.txt；04-create-application.txt。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6.7.5。</a:t>
            </a:r>
          </a:p>
          <a:p>
            <a:r>
              <a:t>prj.conf 默认开启组件。另建 off.conf 保存关闭选择，稍后作为额外配置合并；不要直接编辑生成目录里的 .config。</a:t>
            </a:r>
          </a:p>
          <a:p>
            <a:r>
              <a:t>这是两个文件，不要合并保存；G:/zephyr_practice/applications/component_hello；04-create-application.txt。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6.7.6。</a:t>
            </a:r>
          </a:p>
          <a:p>
            <a:r>
              <a:t>上方是 main.c 的 main 函数。文件还需包含 Zephyr 头，并按 CONFIG_APP_GREETING 包含组件头；完整文件在附件04，不能只复制函数代替整个文件。</a:t>
            </a:r>
          </a:p>
          <a:p>
            <a:r>
              <a:t>完整 main 函数；文件头的 include 与完整 src/main.c 在 MD 6.7.6 和 04-create-application.txt。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6.7.7。</a:t>
            </a:r>
          </a:p>
          <a:p>
            <a:r>
              <a:t>继续使用已激活虚拟环境的 UCRT64，在 zephyr-main 中执行。EXTRA 保留默认 CMSIS，只追加组件；所有输出放独立目录。</a:t>
            </a:r>
          </a:p>
          <a:p>
            <a:r>
              <a:t>完整终端/目录/激活步骤见 commands/P006_Windows/build-component-on.txt。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6.7.8。</a:t>
            </a:r>
          </a:p>
          <a:p>
            <a:r>
              <a:t>EXTRA 路径使构建找到 module.yml，模块声明再接入 Kconfig 与 CMake。Kconfig 定义开关，应用 prj.conf 决定取值。</a:t>
            </a:r>
          </a:p>
          <a:p>
            <a:r>
              <a:t>CONFIG_APP_GREETING=y 时，组件 CMake 加入 greeting.c 并公开 include；应用头文件因此可见，main 的调用才有实现可链接。</a:t>
            </a:r>
          </a:p>
          <a:p>
            <a:r>
              <a:t>路径发现、功能选择、源文件编译、符号链接是连续但不同的阶段。遇错时定位阶段，不要一律重新下载。</a:t>
            </a:r>
          </a:p>
          <a:p>
            <a:r>
              <a:t>MD 6.7.8；本章 module.yml / Kconfig / CMakeLists.txt / main.c。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6.7.9。</a:t>
            </a:r>
          </a:p>
          <a:p>
            <a:r>
              <a:t>zephyr_modules.txt 出现 app_greeting，说明模块已发现；最终 .config 的 CONFIG_APP_GREETING=y，说明配置已选中。</a:t>
            </a:r>
          </a:p>
          <a:p>
            <a:r>
              <a:t>compile_commands.json 包含 greeting.c，说明实现已选入编译；成功构建日志与 zephyr/zephyr.elf 共同确认编译和链接完成。</a:t>
            </a:r>
          </a:p>
          <a:p>
            <a:r>
              <a:t>编译通过与在硬件执行是两件事。运行输出只有实际观察后才记为验证，本章先把上述构建证据逐项查清。</a:t>
            </a:r>
          </a:p>
          <a:p>
            <a:r>
              <a:t>commands/P006_Windows/check-component-on.txt；独立 component_hello 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6.7.10。</a:t>
            </a:r>
          </a:p>
          <a:p>
            <a:r>
              <a:t>在相同 UCRT64 环境执行。仍追加同一模块，改用独立 off 输出，并合并已创建的 off.conf；保留开启版本便于比较。</a:t>
            </a:r>
          </a:p>
          <a:p>
            <a:r>
              <a:t>commands/P006_Windows/build-component-off.txt；off.conf 已在 04 创建。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6.7.10。</a:t>
            </a:r>
          </a:p>
          <a:p>
            <a:r>
              <a:t>两次构建都能发现 app_greeting。关闭版的 CONFIG_APP_GREETING 为 n，所以组件 CMake 不加入 greeting.c，也不增加组件头目录。</a:t>
            </a:r>
          </a:p>
          <a:p>
            <a:r>
              <a:t>应用 main 使用同一配置条件，关闭时既不包含组件头，也不调用组件函数，因此不会留下未定义符号。</a:t>
            </a:r>
          </a:p>
          <a:p>
            <a:r>
              <a:t>预期对照是：模块记录两边都有，greeting.c 仅开启版有，ELF 两边都生成。板、CMSIS 与 SDK 输入应保持一致。</a:t>
            </a:r>
          </a:p>
          <a:p>
            <a:r>
              <a:t>commands/P006_Windows/check-component-off.txt；MD 6.7.10。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6.7.11。</a:t>
            </a:r>
          </a:p>
          <a:p>
            <a:r>
              <a:t>这是参数片段，不能单独执行；反斜杠续行后，分号列表仍是一个参数。完整附件09调用 CMake / Ninja，明确列出 CMSIS_6 和组件根，由调用方负责列表完整性。</a:t>
            </a:r>
          </a:p>
          <a:p>
            <a:r>
              <a:t>commands/P006_Windows/build-component-manual-modules.txt；本页只展示关键参数，不是完整构建命令。 本机已验证此直接入口；当前机器仍安装west，不等于无west全新环境验证。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6.7.12。</a:t>
            </a:r>
          </a:p>
          <a:p>
            <a:r>
              <a:t>独立 baseline、组件开启、关闭均成功构建；编译数据库分别109、110、109条，greeting.c仅开启版有1条，两版组件都被发现。</a:t>
            </a:r>
          </a:p>
          <a:p>
            <a:r>
              <a:t>三个构建保持 mps2/an386、CMSIS_6 头路径和 SDK 1.0.1。QEMU 分别打印 Hello World!、Hello from app_greeting 和关闭提示。</a:t>
            </a:r>
          </a:p>
          <a:p>
            <a:r>
              <a:t>每次运行捕获后停止。结果证明组件开关影响了实现选择和应用分支，不扩大为HC32实板或全部MPS2外设已经验证。</a:t>
            </a:r>
          </a:p>
          <a:p>
            <a:r>
              <a:t>2026-10-11；component-validation.json；三个build与QEMU日志；MD 6.7.12。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6.8.1。</a:t>
            </a:r>
          </a:p>
          <a:p>
            <a:r>
              <a:t>对象或目录不存在：核清单 revision 和下载结果；模块记录缺失：核模块根与 module.yml；配置符号未定义：核 Kconfig 入口。</a:t>
            </a:r>
          </a:p>
          <a:p>
            <a:r>
              <a:t>CONFIG 关闭时核对应用配置与覆盖顺序；链接失败时核对调用条件与源文件选择；找不到 BOARD 时核对板/SoC 支持路径。</a:t>
            </a:r>
          </a:p>
          <a:p>
            <a:r>
              <a:t>编译器缺失时核对 SDK 根与环境。源码、模块、功能配置、板支持和工具分别排查，不用一次更新全部仓库。</a:t>
            </a:r>
          </a:p>
          <a:p>
            <a:r>
              <a:t>MD 6.8.1；开启 / 关闭两次独立构建提供可核对的证据。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el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6.8.2。</a:t>
            </a:r>
          </a:p>
          <a:p>
            <a:r>
              <a:t>你应能指出应用在哪、BOARD 是什么，启动与外设驱动来自哪里，哪些依赖需要 west 获取，哪些支持已在 Zephyr 树内。</a:t>
            </a:r>
          </a:p>
          <a:p>
            <a:r>
              <a:t>也应能通过 module.yml、Kconfig、CMake 和应用配置，让一个自定义组件进入或退出编译，并用同一次输出验证结果。</a:t>
            </a:r>
          </a:p>
          <a:p>
            <a:r>
              <a:t>接着读 P007—P011 的源码与配置，再用 P012 拆解 HC32 适配。保留本章基线、开启版和关闭版，作为后续变更的对照。</a:t>
            </a:r>
          </a:p>
          <a:p>
            <a:r>
              <a:t>本章 MD / commands/P006_Windows；新编号由系列插入时同步。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el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5.xml"/><Relationship Id="rIdModelNotes" Type="http://schemas.openxmlformats.org/officeDocument/2006/relationships/notesSlide" Target="../notesSlides/model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6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8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9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orgs/zephyrproject-rtos/repositories?q=xhsc" TargetMode="External"/><Relationship Id="rId4" Type="http://schemas.openxmlformats.org/officeDocument/2006/relationships/hyperlink" Target="https://github.com/zephyrproject-rtos/zephyr/issues/86804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0.xml.rels><?xml version='1.0' encoding='UTF-8' standalone='yes'?>
<Relationships xmlns="http://schemas.openxmlformats.org/package/2006/relationships"><Relationship Id="rId8" Type="http://schemas.openxmlformats.org/officeDocument/2006/relationships/image" Target="../media/P004_image3.png"/><Relationship Id="rId3" Type="http://schemas.openxmlformats.org/officeDocument/2006/relationships/hyperlink" Target="https://github.com/zephyrproject-rtos/hal_xhsc" TargetMode="External"/><Relationship Id="rId7" Type="http://schemas.openxmlformats.org/officeDocument/2006/relationships/image" Target="../media/P004_image2.png"/><Relationship Id="rId6" Type="http://schemas.openxmlformats.org/officeDocument/2006/relationships/hyperlink" Target="https://github.com/orgs/zephyrproject-rtos/repositories" TargetMode="External"/><Relationship Id="rId5" Type="http://schemas.openxmlformats.org/officeDocument/2006/relationships/hyperlink" Target="https://github.com/zephyrproject-rtos" TargetMode="External"/><Relationship Id="rId4" Type="http://schemas.openxmlformats.org/officeDocument/2006/relationships/hyperlink" Target="https://github.com/zephyrproject-rtos/zephyr/issues/86804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1.xml.rels><?xml version='1.0' encoding='UTF-8' standalone='yes'?>
<Relationships xmlns="http://schemas.openxmlformats.org/package/2006/relationships"><Relationship Id="rId3" Type="http://schemas.openxmlformats.org/officeDocument/2006/relationships/hyperlink" Target="https://github.com/zephyrproject-rtos/zephyr/issues/95973" TargetMode="External"/><Relationship Id="rId4" Type="http://schemas.openxmlformats.org/officeDocument/2006/relationships/hyperlink" Target="https://github.com/zephyrproject-rtos/zephyr/pull/94044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2.xml.rels><?xml version='1.0' encoding='UTF-8' standalone='yes'?>
<Relationships xmlns="http://schemas.openxmlformats.org/package/2006/relationships"><Relationship Id="rId3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3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6_Windows/download-hal-fixed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4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06_Windows/check-hal-files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5.xml.rels><?xml version='1.0' encoding='UTF-8' standalone='yes'?>
<Relationships xmlns="http://schemas.openxmlformats.org/package/2006/relationships"><Relationship Id="rId3" Type="http://schemas.openxmlformats.org/officeDocument/2006/relationships/hyperlink" Target="../commands/P012_Windows/12.7-01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fetch-hal-if-missing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7.xml.rels><?xml version='1.0' encoding='UTF-8' standalone='yes'?>
<Relationships xmlns="http://schemas.openxmlformats.org/package/2006/relationships"><Relationship Id="rIdEntryLink0" Type="http://schemas.openxmlformats.org/officeDocument/2006/relationships/hyperlink" Target="../commands/P012_Windows/12.7-01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8.xml.rels><?xml version='1.0' encoding='UTF-8' standalone='yes'?>
<Relationships xmlns="http://schemas.openxmlformats.org/package/2006/relationships"><Relationship Id="rIdEntryLink0" Type="http://schemas.openxmlformats.org/officeDocument/2006/relationships/hyperlink" Target="../commands/P012_Windows/12.7-01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19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1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0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3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4.xml.rels><?xml version='1.0' encoding='UTF-8' standalone='yes'?>
<Relationships xmlns="http://schemas.openxmlformats.org/package/2006/relationships"><Relationship Id="rId3" Type="http://schemas.openxmlformats.org/officeDocument/2006/relationships/hyperlink" Target="../P006_HC32&#19982;&#22806;&#37096;&#28304;&#30721;&#27169;&#22359;&#25509;&#20837;_Windows.md" TargetMode="External"/><Relationship Id="rId4" Type="http://schemas.openxmlformats.org/officeDocument/2006/relationships/hyperlink" Target="../P012_&#32534;&#35793;&#31034;&#20363;&#19982;&#26032;&#22686;&#24320;&#21457;&#26495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5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6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7.xml.rels><?xml version='1.0' encoding='UTF-8' standalone='yes'?>
<Relationships xmlns="http://schemas.openxmlformats.org/package/2006/relationships"><Relationship Id="rIdEntryLink0" Type="http://schemas.openxmlformats.org/officeDocument/2006/relationships/hyperlink" Target="../commands/P006_Windows/discover-default-modules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29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2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1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2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4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5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opy-hc32-por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39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3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0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hc32-wes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hc32-cmake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hc32-manual-modules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4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5.xml.rels><?xml version='1.0' encoding='UTF-8' standalone='yes'?>
<Relationships xmlns="http://schemas.openxmlformats.org/package/2006/relationships"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reate-greeting-componen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reate-greeting-component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49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4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0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reate-component-application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reate-component-application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4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reate-component-application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4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5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component-on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5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6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6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7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heck-component-on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7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8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component-off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8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59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check-component-off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59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60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Command" Type="http://schemas.openxmlformats.org/officeDocument/2006/relationships/hyperlink" Target="../commands/P006_Windows/build-component-manual-modules.txt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0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61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1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62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2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_rels/model63.xml.rels><?xml version='1.0' encoding='UTF-8' standalone='yes'?>
<Relationships xmlns="http://schemas.openxmlformats.org/package/2006/relationships"><Relationship Id="rIdReading" Type="http://schemas.openxmlformats.org/officeDocument/2006/relationships/hyperlink" Target="../P006_HC32&#19982;&#22806;&#37096;&#28304;&#30721;&#27169;&#22359;&#25509;&#20837;_Windows.md" TargetMode="External"/><Relationship Id="rIdModelLayout" Type="http://schemas.openxmlformats.org/officeDocument/2006/relationships/slideLayout" Target="../slideLayouts/slideLayout54.xml"/><Relationship Id="rIdModelNotes" Type="http://schemas.openxmlformats.org/officeDocument/2006/relationships/notesSlide" Target="../notesSlides/model63.xml"/><Relationship Id="rIdModelReading" Type="http://schemas.openxmlformats.org/officeDocument/2006/relationships/hyperlink" Target="../P006_HC32&#19982;&#22806;&#37096;&#28304;&#30721;&#27169;&#22359;&#25509;&#20837;_Windows.md" TargetMode="External"/></Relationships>
</file>

<file path=ppt/slides/model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P006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HC32 与外部源码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模块接入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5" name="Presenter lizhaojun"/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</p:cSld>
  <p:clrMapOvr>
    <a:masterClrMapping/>
  </p:clrMapOvr>
</p:sld>
</file>

<file path=ppt/slides/model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沿同一模型接入 HC32 与外部源码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以 HC32F4A0PITB / UYUP 为目标，先确定硬件与现有适配范围，再说明复用厂商 DDL 的理由、来源和固定版本。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 hal_xhsc 后，从应用调用方追踪模块发现、路径变量、CMake 选源与驱动配置，连接到 HC32 的实际设备实例和 DDL 调用。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最后用一个小组件亲自观察开启、关闭和完整模块列表的差异。构建记录、模拟运行与实板验证保持各自明确的范围。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依赖先从完整型号确认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content"/>
          <p:cNvSpPr>
            <a:spLocks noGrp="1"/>
          </p:cNvSpPr>
          <p:nvPr/>
        </p:nvSpPr>
        <p:spPr>
          <a:xfrm>
            <a:off x="609600" y="2190750"/>
            <a:ext cx="10972800" cy="3714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UYUP-RPI-A-2.5 / HC32F4A0PITB / LQFP100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Cortex-M4F；2 MiB Flash；512 KiB 主 SRAM；12 MHz 晶振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完整丝印 → BOM / 原理图 → 数据手册型号与封装表</a:t>
            </a:r>
          </a:p>
          <a:p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设备头和 DDL 必须匹配 HC32F4A0，不能套 F460 或 STM32。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2BB7EC3-B87A-4E23-897D-BD8428699A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同一链条换成 HC32F4A0 / UYUP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Cortex-M4 → HC32F4A0PITB → UYUP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hello_world → console → HC32 UART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CMSIS_6 + hal_xhsc + hc32_port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CPU仍属 Cortex-M4，芯片换成 HC32F4A0PITB，板换成 UYUP-RPI-A-2.5；正确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是适配提供的 uyup_rpi_a/hc32f4a0pitb。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应用仍选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。UYUP DTS 选择 HC32 UART 驱动满足 console 请求，该驱动调用华大 DDL。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CMSIS_6 提供内核接口，外部 HAL 提供设备和外设代码，hc32_port 提供板/SoC/DTS及Zephyr驱动。三项不能互相替代。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A75D669-4E29-4DC1-B203-730A853BC7D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HC32设备头与CMSIS-Core承担不同职责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华大 </a:t>
            </a:r>
            <a:r>
              <a:rPr>
                <a:solidFill>
                  <a:srgbClr val="0070C0"/>
                </a:solidFill>
                <a:ea typeface="Microsoft YaHei"/>
              </a:rPr>
              <a:t>hc32f4a0.h</a:t>
            </a:r>
            <a:r>
              <a:t> 定义芯片寄存器、IRQ编号和内核能力，system 文件提供芯片系统实现，DDL负责外设操作。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设备头最终包含 </a:t>
            </a:r>
            <a:r>
              <a:rPr>
                <a:solidFill>
                  <a:srgbClr val="0070C0"/>
                </a:solidFill>
                <a:ea typeface="Microsoft YaHei"/>
              </a:rPr>
              <a:t>core_cm4.h</a:t>
            </a:r>
            <a:r>
              <a:t>；本例内核接口仍取当前Zephyr清单配套的CMSIS_6，不用厂商旧示例Core目录覆盖它。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相同 Cortex-M4 可以复用这套内核接口；不同芯片的时钟、引脚、中断连接和板资源仍需HC32适配，不能只说换一份CMSIS。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FA04FD8-C886-4668-AC3F-437C946AFAC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选择复用 DDL，适配责任仍然明确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若直接重写寄存器级驱动，我们要自行维护外设初始化、状态处理与硬件差异。本教程选择复用 hal_xhsc 的设备头和 DDL，把这部分依赖单独管理。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hc32_port 把 Zephyr 的设备配置和 API 操作接到 DDL；hal_xhsc 不会自动提供 UYUP 板目标、设备树和 Zephyr 设备实例。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 UART 主要调用 DDL，但错误检查仍直接读 SR，初始化只支持 USART1 的 PA9/PA10 映射。现有代码的支持边界必须保留，不能声称任意 HC32 外设已适配。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换板时怎样判断要下载什么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板功能 → DTS compatible → 驱动实现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树内直接用 / 清单内下载 / 清单外集成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 .config + compile_commands 验证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先从板文档确认目标功能，再由 DTS compatible 找到驱动。读懂该驱动是直接操作寄存器，还是调用树外厂商接口。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对确实存在的外部引用，核对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清单名称、revision 与模块声明；清单管理的按清单获取，清单外来源核实后再集成。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最后检查本次配置、编译数据库和运行结果。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list 只列当前清单项目，不会替一个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求出所有依赖，也不能用猜测的 HAL 名称代替追踪。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2935C77-9B0F-4484-910D-EDEB4CF8FE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>
            <a:spLocks noGrp="1"/>
          </p:cNvSpPr>
          <p:nvPr/>
        </p:nvSpPr>
        <p:spPr>
          <a:xfrm>
            <a:off x="609600" y="4191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“有 HAL”需要分三个层次核对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647700" y="123825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graphicFrame>
        <p:nvGraphicFramePr>
          <p:cNvPr id="4" name="表格 2"/>
          <p:cNvGraphicFramePr/>
          <p:nvPr/>
        </p:nvGraphicFramePr>
        <p:xfrm>
          <a:off x="609600" y="1952625"/>
          <a:ext cx="10972800" cy="2781300"/>
        </p:xfrm>
        <a:graphic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 HC32 的结果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对应动作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当前清单有 hal_xhsc？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没有该项目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 </a:t>
                      </a:r>
                      <a:r>
                        <a:rPr sz="172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update</a:t>
                      </a: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hal_xhsc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有可用的 HAL 仓库？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 HC32F4A0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核对设备头 / API，固定基线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有当前板 / SoC 支持？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原生树没有本系列适配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P012 新增板、芯片与驱动连接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ACBBF87-9B33-4DDA-91D7-5E9DC54746C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 GitHub 的 Zephyr 组织内查找 HAL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github.com/zephyrproject-rtos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的组织主页。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点击 Repositories，在组织仓库列表的搜索框输入 xhsc。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 hal_xhsc；README 1.3 与芯片目录用于核对内容。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Issue #86804 说明申请与建库过程。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仓库存在只说明源码可获取，不能推出当前清单已收录或板可编译。</a:t>
            </a:r>
          </a:p>
        </p:txBody>
      </p:sp>
      <p:sp>
        <p:nvSpPr>
          <p:cNvPr id="5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GitHub：Zephyr 组织仓库列表</a:t>
            </a:r>
          </a:p>
        </p:txBody>
      </p:sp>
      <p:sp>
        <p:nvSpPr>
          <p:cNvPr id="6" name="Source link 1"/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模块申请 #86804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DC9681A-70AA-4F7C-8747-AC02E0FFE07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hal_xhsc</a:t>
            </a:r>
            <a:r>
              <a:rPr sz="3000" b="1" dirty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3000" b="1" dirty="0" err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的地址从哪里来</a:t>
            </a:r>
            <a:endParaRPr sz="3000" b="1" dirty="0">
              <a:solidFill>
                <a:srgbClr val="292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Source link 0"/>
          <p:cNvSpPr>
            <a:spLocks noGrp="1"/>
          </p:cNvSpPr>
          <p:nvPr/>
        </p:nvSpPr>
        <p:spPr>
          <a:xfrm>
            <a:off x="609600" y="5991225"/>
            <a:ext cx="1704109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仓库与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 README</a:t>
            </a:r>
          </a:p>
        </p:txBody>
      </p:sp>
      <p:sp>
        <p:nvSpPr>
          <p:cNvPr id="4" name="Source link 1"/>
          <p:cNvSpPr>
            <a:spLocks noGrp="1"/>
          </p:cNvSpPr>
          <p:nvPr/>
        </p:nvSpPr>
        <p:spPr>
          <a:xfrm>
            <a:off x="2273300" y="5991224"/>
            <a:ext cx="208164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厂商模块申请</a:t>
            </a:r>
            <a:r>
              <a:rPr sz="1425" b="0" dirty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 #86804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B6678C7-3401-42BE-BDFC-6A9309486D1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文本框 8"/>
          <p:cNvSpPr txBox="1"/>
          <p:nvPr/>
        </p:nvSpPr>
        <p:spPr>
          <a:xfrm>
            <a:off x="711199" y="1095375"/>
            <a:ext cx="10785475" cy="273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zh-CN" dirty="0">
                <a:solidFill>
                  <a:srgbClr val="29263B"/>
                </a:solidFill>
              </a:rPr>
              <a:t>在 GitHub 网站上，进入 Zephyr 组织的仓库列表，再搜索。具体操作：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>
                <a:solidFill>
                  <a:srgbClr val="29263B"/>
                </a:solidFill>
              </a:rPr>
              <a:t>打开 </a:t>
            </a:r>
            <a:r>
              <a:rPr lang="zh-CN" altLang="zh-CN" dirty="0">
                <a:hlinkClick r:id="rId5"/>
              </a:rPr>
              <a:t>Zephyr 的 GitHub 组织主页</a:t>
            </a:r>
            <a:r>
              <a:rPr lang="zh-CN" altLang="zh-CN" dirty="0">
                <a:solidFill>
                  <a:srgbClr val="29263B"/>
                </a:solidFill>
              </a:rPr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>
                <a:solidFill>
                  <a:srgbClr val="29263B"/>
                </a:solidFill>
              </a:rPr>
              <a:t>点击上方与 </a:t>
            </a:r>
            <a:r>
              <a:rPr lang="zh-CN" altLang="zh-CN" b="1" dirty="0">
                <a:solidFill>
                  <a:srgbClr val="29263B"/>
                </a:solidFill>
              </a:rPr>
              <a:t>Overview、Projects</a:t>
            </a:r>
            <a:r>
              <a:rPr lang="zh-CN" altLang="zh-CN" dirty="0">
                <a:solidFill>
                  <a:srgbClr val="29263B"/>
                </a:solidFill>
              </a:rPr>
              <a:t> 并列的 </a:t>
            </a:r>
            <a:r>
              <a:rPr lang="zh-CN" altLang="zh-CN" b="1" dirty="0">
                <a:solidFill>
                  <a:srgbClr val="29263B"/>
                </a:solidFill>
              </a:rPr>
              <a:t>Repositories</a:t>
            </a:r>
            <a:r>
              <a:rPr lang="zh-CN" altLang="zh-CN" dirty="0">
                <a:solidFill>
                  <a:srgbClr val="29263B"/>
                </a:solidFill>
              </a:rPr>
              <a:t> 标签。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>
                <a:solidFill>
                  <a:srgbClr val="29263B"/>
                </a:solidFill>
              </a:rPr>
              <a:t>在仓库列表上方的 </a:t>
            </a:r>
            <a:r>
              <a:rPr lang="zh-CN" altLang="zh-CN" b="1" dirty="0">
                <a:solidFill>
                  <a:srgbClr val="29263B"/>
                </a:solidFill>
              </a:rPr>
              <a:t>Search repositories</a:t>
            </a:r>
            <a:r>
              <a:rPr lang="zh-CN" altLang="zh-CN" dirty="0">
                <a:solidFill>
                  <a:srgbClr val="29263B"/>
                </a:solidFill>
              </a:rPr>
              <a:t> 输入框里输入 </a:t>
            </a:r>
            <a:r>
              <a:rPr lang="zh-CN" altLang="zh-CN" dirty="0">
                <a:solidFill>
                  <a:srgbClr val="29263B"/>
                </a:solidFill>
                <a:latin typeface="+mn-lt"/>
              </a:rPr>
              <a:t>xhsc</a:t>
            </a:r>
            <a:r>
              <a:rPr lang="zh-CN" altLang="zh-CN" dirty="0">
                <a:solidFill>
                  <a:srgbClr val="29263B"/>
                </a:solidFill>
              </a:rPr>
              <a:t>，点击 </a:t>
            </a:r>
            <a:r>
              <a:rPr lang="zh-CN" altLang="zh-CN" b="1" dirty="0">
                <a:solidFill>
                  <a:srgbClr val="29263B"/>
                </a:solidFill>
              </a:rPr>
              <a:t>Search</a:t>
            </a:r>
            <a:r>
              <a:rPr lang="zh-CN" altLang="zh-CN" dirty="0">
                <a:solidFill>
                  <a:srgbClr val="29263B"/>
                </a:solidFill>
              </a:rPr>
              <a:t>。</a:t>
            </a:r>
          </a:p>
          <a:p>
            <a:pPr marL="342900" lvl="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zh-CN" dirty="0">
                <a:solidFill>
                  <a:srgbClr val="29263B"/>
                </a:solidFill>
              </a:rPr>
              <a:t>在结果中打开 </a:t>
            </a:r>
            <a:r>
              <a:rPr lang="zh-CN" altLang="zh-CN" dirty="0">
                <a:solidFill>
                  <a:srgbClr val="29263B"/>
                </a:solidFill>
                <a:latin typeface="+mn-lt"/>
              </a:rPr>
              <a:t>hal_xhsc</a:t>
            </a:r>
            <a:r>
              <a:rPr lang="zh-CN" altLang="zh-CN" dirty="0">
                <a:solidFill>
                  <a:srgbClr val="29263B"/>
                </a:solidFill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>
                <a:solidFill>
                  <a:srgbClr val="29263B"/>
                </a:solidFill>
              </a:rPr>
              <a:t>你也可以直接打开第 2 步的页面：</a:t>
            </a:r>
            <a:r>
              <a:rPr lang="zh-CN" altLang="zh-CN" dirty="0">
                <a:hlinkClick r:id="rId6"/>
              </a:rPr>
              <a:t>Zephyr 组织仓库列表</a:t>
            </a:r>
            <a:r>
              <a:rPr lang="zh-CN" altLang="zh-CN" dirty="0">
                <a:solidFill>
                  <a:srgbClr val="29263B"/>
                </a:solidFill>
              </a:rPr>
              <a:t>。</a:t>
            </a:r>
          </a:p>
          <a:p>
            <a:pPr>
              <a:lnSpc>
                <a:spcPct val="120000"/>
              </a:lnSpc>
              <a:buNone/>
            </a:pPr>
            <a:r>
              <a:rPr lang="zh-CN" altLang="zh-CN" dirty="0">
                <a:solidFill>
                  <a:srgbClr val="29263B"/>
                </a:solidFill>
              </a:rPr>
              <a:t>这里使用的是</a:t>
            </a:r>
            <a:r>
              <a:rPr lang="zh-CN" altLang="zh-CN" b="1" dirty="0">
                <a:solidFill>
                  <a:srgbClr val="29263B"/>
                </a:solidFill>
              </a:rPr>
              <a:t>组织仓库列表中的搜索框</a:t>
            </a:r>
            <a:r>
              <a:rPr lang="zh-CN" altLang="zh-CN" dirty="0">
                <a:solidFill>
                  <a:srgbClr val="29263B"/>
                </a:solidFill>
              </a:rPr>
              <a:t>，不是 GitHub 页顶的全站搜索框，也不是 </a:t>
            </a:r>
            <a:r>
              <a:rPr lang="zh-CN" altLang="zh-CN" dirty="0">
                <a:solidFill>
                  <a:srgbClr val="29263B"/>
                </a:solidFill>
                <a:latin typeface="+mn-lt"/>
              </a:rPr>
              <a:t>zephyr</a:t>
            </a:r>
            <a:r>
              <a:rPr lang="zh-CN" altLang="zh-CN" dirty="0">
                <a:solidFill>
                  <a:srgbClr val="29263B"/>
                </a:solidFill>
              </a:rPr>
              <a:t> 源码仓库里的文件搜索。</a:t>
            </a:r>
          </a:p>
        </p:txBody>
      </p:sp>
      <p:pic>
        <p:nvPicPr>
          <p:cNvPr id="7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302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207" y="3937000"/>
            <a:ext cx="3476716" cy="187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9" name="直接箭头连接符 15"/>
          <p:cNvCxnSpPr>
            <a:stCxn id="14" idx="3"/>
            <a:endCxn id="12" idx="1"/>
          </p:cNvCxnSpPr>
          <p:nvPr/>
        </p:nvCxnSpPr>
        <p:spPr>
          <a:xfrm>
            <a:off x="4759960" y="4876800"/>
            <a:ext cx="16553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model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建库、清单收录与芯片支持是不同阶段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能证明什么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#86804：申请与建库确认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申请独立 DDL 模块；2025-08-01 确认建库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#95973：请求加入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维护者要求把清单修改与使用它的支持代码一起提交 PR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#94044 / #111990：芯片与板支持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查证时均 Closed、未合并；关闭不等于合并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当前实验的活动清单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hal_xhsc；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不会扫描组织内所有仓库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清单接入讨论 #95973</a:t>
            </a:r>
          </a:p>
        </p:txBody>
      </p:sp>
      <p:sp>
        <p:nvSpPr>
          <p:cNvPr id="6" name="Source link 1"/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芯片支持 PR #94044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959597-C169-49E5-AEAE-A8D731F45F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hal_xhsc 放在主线工作区根下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809750"/>
            <a:ext cx="1097280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与 zephyr-main 同级，是后续 HC32 工程持续使用的依赖源码。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已有 hal_xhsc-zephyr 就复用实际根；不搬动、不改名、不重复下载。</a:t>
            </a:r>
          </a:p>
        </p:txBody>
      </p:sp>
      <p:sp>
        <p:nvSpPr>
          <p:cNvPr id="5" name="Directory tree"/>
          <p:cNvSpPr>
            <a:spLocks noGrp="1"/>
          </p:cNvSpPr>
          <p:nvPr/>
        </p:nvSpPr>
        <p:spPr>
          <a:xfrm>
            <a:off x="609600" y="3057525"/>
            <a:ext cx="10972800" cy="2343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G:/zephyr_practice/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├─ .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/config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├─ zephyr-main/          Zephyr 主源码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│  └─ build/             构建生成文件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├─ </a:t>
            </a:r>
            <a:r>
              <a:rPr>
                <a:solidFill>
                  <a:srgbClr val="0070C0"/>
                </a:solidFill>
                <a:ea typeface="Microsoft YaHei"/>
              </a:rPr>
              <a:t>modules/</a:t>
            </a:r>
            <a:r>
              <a:t>hal/cmsis_6/ 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管理的 CMSIS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└─ hal_xhsc/             首次下载的目录示例；可复用已有根</a:t>
            </a:r>
          </a:p>
        </p:txBody>
      </p:sp>
      <p:sp>
        <p:nvSpPr>
          <p:cNvPr id="6" name="Result and interpretation"/>
          <p:cNvSpPr>
            <a:spLocks noGrp="1"/>
          </p:cNvSpPr>
          <p:nvPr/>
        </p:nvSpPr>
        <p:spPr>
          <a:xfrm>
            <a:off x="609600" y="55816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获取后保留 </a:t>
            </a:r>
            <a:r>
              <a:rPr>
                <a:solidFill>
                  <a:srgbClr val="0070C0"/>
                </a:solidFill>
                <a:ea typeface="Microsoft YaHei"/>
              </a:rPr>
              <a:t>zephyr/module.yml</a:t>
            </a:r>
            <a:r>
              <a:t>、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 与 hc32_ddl/hc32f4a0。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EBA433-AEAE-4B43-B3F3-84228E721EB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主线目录与接入说明：P006 6.3</a:t>
            </a:r>
          </a:p>
        </p:txBody>
      </p:sp>
    </p:spTree>
  </p:cSld>
  <p:clrMapOvr>
    <a:masterClrMapping/>
  </p:clrMapOvr>
</p:sld>
</file>

<file path=ppt/slides/model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清单外的 HC32 HAL 单独处理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38325"/>
            <a:ext cx="10972800" cy="2714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646173"/>
                </a:solidFill>
                <a:latin typeface="Consolas"/>
                <a:ea typeface="Microsoft YaHei"/>
                <a:cs typeface="Consolas"/>
              </a:rPr>
              <a:t># Windows UCRT64；仅准备 HC32 且没有可复用 HAL 根时下载。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cd 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! </a:t>
            </a:r>
            <a:r>
              <a:rPr sz="187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-e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../hal_xhsc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git clone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87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--no-checkout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https://github.com/zephyrproject-rtos/hal_xhsc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  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../hal_xhsc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git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87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-C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../hal_xhsc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checkout </a:t>
            </a:r>
            <a:r>
              <a:rPr sz="1875">
                <a:solidFill>
                  <a:srgbClr val="B84E00"/>
                </a:solidFill>
                <a:latin typeface="Consolas"/>
                <a:ea typeface="Microsoft YaHei"/>
                <a:cs typeface="Consolas"/>
              </a:rPr>
              <a:t>--detach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   a84e04900616f68097d80cda2e89eaa8af3afadd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4762500"/>
            <a:ext cx="10972800" cy="1257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当前清单没有 hal_xhsc，不能直接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 update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hal_xhsc。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网页核对 HC32F4A0 设备头和 DDL API，再用 Git 获取固定移植基线。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保留当前官方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west.yml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；P012 以额外模块追加。</a:t>
            </a:r>
          </a:p>
        </p:txBody>
      </p:sp>
      <p:sp>
        <p:nvSpPr>
          <p:cNvPr id="6" name="Command file link"/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P006_Windows/download-hal-fixed.txt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210B8D-8677-436F-9347-19E7B11C2DB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HAL 模块与芯片文件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Copyable command"/>
          <p:cNvSpPr>
            <a:spLocks noGrp="1"/>
          </p:cNvSpPr>
          <p:nvPr/>
        </p:nvSpPr>
        <p:spPr>
          <a:xfrm>
            <a:off x="609600" y="180975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646173"/>
                </a:solidFill>
                <a:latin typeface="Consolas"/>
                <a:ea typeface="Microsoft YaHei"/>
                <a:cs typeface="Consolas"/>
              </a:rPr>
              <a:t># UCRT64；zephyr-main 根：优先已有 hal_xhsc，否则复用 hal_xhsc-zephyr。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HAL_DIR=../hal_xhsc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-d "$HAL_DIR" || HAL_DIR=../hal_xhsc-zephyr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-f "$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HAL_DIR/zephyr/module.yml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"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cat "$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HAL_DIR/zephyr/module.yml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"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-f "$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HAL_DIR/hc32_ddl/hc32f4a0/soc/hc32f4a0.h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"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A02B93"/>
                </a:solidFill>
                <a:latin typeface="Consolas"/>
                <a:ea typeface="Microsoft YaHei"/>
                <a:cs typeface="Consolas"/>
              </a:rPr>
              <a:t>test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 -f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"$</a:t>
            </a:r>
            <a:r>
              <a:rPr sz="1875">
                <a:solidFill>
                  <a:srgbClr val="0070C0"/>
                </a:solidFill>
                <a:latin typeface="Consolas"/>
                <a:ea typeface="Microsoft YaHei"/>
                <a:cs typeface="Consolas"/>
              </a:rPr>
              <a:t>HAL_DIR/hc32_ddl/hc32f4a0/drivers/inc/hc32_ll_usart.h</a:t>
            </a: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"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  <a:cs typeface="Consolas"/>
              </a:rPr>
              <a:t>printf 'HAL file checks OK\n'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4886325"/>
            <a:ext cx="109728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有 .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才查 HEAD；现有 hal_xhsc-zephyr 无 .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，不据目录名断言 SHA。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无 .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时核对原归档来源；文件齐全不等于已经证实固定提交。</a:t>
            </a:r>
          </a:p>
          <a:p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、设备头与 DDL 都是下载模块中的原有文件。</a:t>
            </a:r>
          </a:p>
        </p:txBody>
      </p:sp>
      <p:sp>
        <p:nvSpPr>
          <p:cNvPr id="6" name="Command file link"/>
          <p:cNvSpPr>
            <a:spLocks noGrp="1"/>
          </p:cNvSpPr>
          <p:nvPr/>
        </p:nvSpPr>
        <p:spPr>
          <a:xfrm>
            <a:off x="609600" y="6096000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完整命令：</a:t>
            </a:r>
            <a:r>
              <a:rPr sz="14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P006_Windows/check-hal-files.txt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07C4BCF-9093-4F3B-9248-3309BE83376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把 HAL 根路径交给配置应用的 CMake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76212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MPS2 默认发现 CMSIS 即可；HC32 才追加未收录的 HAL 实际根。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下列是参数形态，放进完整 CMake 配置命令，不能单独执行。</a:t>
            </a:r>
          </a:p>
        </p:txBody>
      </p:sp>
      <p:sp>
        <p:nvSpPr>
          <p:cNvPr id="5" name="CMake input"/>
          <p:cNvSpPr>
            <a:spLocks noGrp="1"/>
          </p:cNvSpPr>
          <p:nvPr/>
        </p:nvSpPr>
        <p:spPr>
          <a:xfrm>
            <a:off x="609600" y="28956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"-D</a:t>
            </a:r>
            <a:r>
              <a:rPr>
                <a:solidFill>
                  <a:srgbClr val="B84E00"/>
                </a:solidFill>
                <a:ea typeface="Microsoft YaHei"/>
              </a:rPr>
              <a:t>EXTRA_ZEPHYR_MODULES</a:t>
            </a:r>
            <a:r>
              <a:t>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G:/zephyr_practice/hal_xhsc</a:t>
            </a:r>
            <a:r>
              <a:t>"</a:t>
            </a:r>
          </a:p>
        </p:txBody>
      </p:sp>
      <p:sp>
        <p:nvSpPr>
          <p:cNvPr id="6" name="Reader chain"/>
          <p:cNvSpPr>
            <a:spLocks noGrp="1"/>
          </p:cNvSpPr>
          <p:nvPr/>
        </p:nvSpPr>
        <p:spPr>
          <a:xfrm>
            <a:off x="609600" y="3733800"/>
            <a:ext cx="10972800" cy="13239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应用加载 Zephyr 后，</a:t>
            </a:r>
            <a:r>
              <a:rPr>
                <a:solidFill>
                  <a:srgbClr val="0070C0"/>
                </a:solidFill>
                <a:ea typeface="Microsoft YaHei"/>
              </a:rPr>
              <a:t>zephyr_module.cmake</a:t>
            </a:r>
            <a:r>
              <a:t> 将路径交给 </a:t>
            </a:r>
            <a:r>
              <a:rPr>
                <a:solidFill>
                  <a:srgbClr val="0070C0"/>
                </a:solidFill>
                <a:ea typeface="Microsoft YaHei"/>
              </a:rPr>
              <a:t>zephyr_module.py</a:t>
            </a:r>
            <a:r>
              <a:t>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脚本读取 HAL 的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，</a:t>
            </a:r>
            <a:r>
              <a:rPr>
                <a:solidFill>
                  <a:srgbClr val="B84E00"/>
                </a:solidFill>
                <a:ea typeface="Microsoft YaHei"/>
              </a:rPr>
              <a:t>build.cmake</a:t>
            </a:r>
            <a:r>
              <a:t>: . 指向 HAL 根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CMake 生成 </a:t>
            </a:r>
            <a:r>
              <a:rPr>
                <a:solidFill>
                  <a:srgbClr val="0070C0"/>
                </a:solidFill>
                <a:ea typeface="Microsoft YaHei"/>
              </a:rPr>
              <a:t>zephyr_modules.txt</a:t>
            </a:r>
            <a:r>
              <a:t>，并设置 </a:t>
            </a:r>
            <a:r>
              <a:rPr>
                <a:solidFill>
                  <a:srgbClr val="B84E00"/>
                </a:solidFill>
                <a:ea typeface="Microsoft YaHei"/>
              </a:rPr>
              <a:t>ZEPHYR_HAL_XHSC_MODULE_DIR</a:t>
            </a:r>
            <a:r>
              <a:t>。</a:t>
            </a:r>
          </a:p>
        </p:txBody>
      </p:sp>
      <p:sp>
        <p:nvSpPr>
          <p:cNvPr id="7" name="Result and interpretation"/>
          <p:cNvSpPr>
            <a:spLocks noGrp="1"/>
          </p:cNvSpPr>
          <p:nvPr/>
        </p:nvSpPr>
        <p:spPr>
          <a:xfrm>
            <a:off x="609600" y="5295900"/>
            <a:ext cx="1097280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HC32 完整配置还需本章接入的 hc32_port；在同一参数列表中合并两者。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本章接着展开模块读取与选源，P012 12.7 再逐文件讲解 HC32 移植。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0EFB37D-7340-47C9-80B4-2484477991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Command file link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HC32 完整配置命令：P012_Windows/12.7-01.txt</a:t>
            </a:r>
          </a:p>
        </p:txBody>
      </p:sp>
    </p:spTree>
  </p:cSld>
  <p:clrMapOvr>
    <a:masterClrMapping/>
  </p:clrMapOvr>
</p:sld>
</file>

<file path=ppt/slides/model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来源与版本由移植明确选择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当前清单没有 hal_xhsc，不能用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update 猜测下载。本系列按 Zephyr 组织仓库选固定 a84e049… 修订，作为 HC32 适配基线。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首次取得时使用附件16的完整保护块，落到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G:/zephyr_practice/hal_xhsc</a:t>
            </a:r>
            <a:r>
              <a:t>。已有 hal_xhsc-zephyr 可直接复用真实根，不重复下载或改名。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若已有目录由 ZIP 解压且没有 .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，就按原下载记录核对版本。取得包之后，仍需接入模块并匹配板支持。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16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4AD198F-7251-49A9-B88E-CEFBC7E7E3E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清单内与清单外模块的工程入口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CMSIS：同一工作区的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活动项目列表提供目录。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 不传额外模块；HC32 才通过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追加实际根。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Zephyr 原生 CMake 输入，保留已有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模块。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P012 12.7 的配置命令同时追加 HAL 与该章创建的 hc32_port。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传模块根，不传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文件名，也不传 DDL 子目录。</a:t>
            </a:r>
          </a:p>
        </p:txBody>
      </p:sp>
      <p:sp>
        <p:nvSpPr>
          <p:cNvPr id="5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P012 12.7：完整配置命令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D98B49C-3F16-4418-BD07-A5EE3294C6F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路径交给哪一次工程配置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Read-only module excerpt"/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-DEXTRA_ZEPHYR_MODULES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="&lt;HAL 模块根&gt;;&lt;hc32_port 模块根&gt;"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该参数属于 P012 的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samples/hello_world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… 命令。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保存位置是那个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；只供该构建目录复用。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本章先准备 HAL，再建立 hc32_port；两者都就绪后，才把真实根路径交给应用配置。</a:t>
            </a:r>
          </a:p>
        </p:txBody>
      </p:sp>
      <p:sp>
        <p:nvSpPr>
          <p:cNvPr id="6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完整命令与全部前提：P012 12.7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DA42D21-92C3-43B2-9063-C6BF9374B0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从应用入口追踪 Zephyr 的模块发现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20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find_package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(Zephyr) 触发加载。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ZephyrConfig → zephyr_default →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发现脚本默认查询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；有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时才额外追加。</a:t>
            </a:r>
          </a:p>
        </p:txBody>
      </p:sp>
      <p:sp>
        <p:nvSpPr>
          <p:cNvPr id="5" name="Module stage 1"/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包</a:t>
            </a:r>
          </a:p>
        </p:txBody>
      </p:sp>
      <p:sp>
        <p:nvSpPr>
          <p:cNvPr id="6" name="flow 0"/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/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模块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发现规则</a:t>
            </a:r>
          </a:p>
        </p:txBody>
      </p:sp>
      <p:sp>
        <p:nvSpPr>
          <p:cNvPr id="8" name="flow 1"/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/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与可选路径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发现脚本</a:t>
            </a:r>
          </a:p>
        </p:txBody>
      </p:sp>
      <p:sp>
        <p:nvSpPr>
          <p:cNvPr id="10" name="flow 2"/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/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目录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+ 额外模块根</a:t>
            </a:r>
          </a:p>
        </p:txBody>
      </p:sp>
      <p:sp>
        <p:nvSpPr>
          <p:cNvPr id="12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0F3F238-CD06-44D7-A898-F5E70B5704B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 被默认发现后，接入规则在哪里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发现脚本从当前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活动项目取得 CMSIS 根，再读取该仓库原有 </a:t>
            </a:r>
            <a:r>
              <a:rPr>
                <a:solidFill>
                  <a:srgbClr val="0070C0"/>
                </a:solidFill>
                <a:ea typeface="Microsoft YaHei"/>
              </a:rPr>
              <a:t>zephyr/module.yml</a:t>
            </a:r>
            <a:r>
              <a:t>；MPS2 路线不需要额外模块参数。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116967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cmsis_6 声明 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-ext 与 kconfig-ext。它的 Core 源码在外部，接入规则却由主仓 </a:t>
            </a:r>
            <a:r>
              <a:rPr>
                <a:solidFill>
                  <a:srgbClr val="0070C0"/>
                </a:solidFill>
                <a:ea typeface="Microsoft YaHei"/>
              </a:rPr>
              <a:t>modules/cmsis_6</a:t>
            </a:r>
            <a:r>
              <a:t> 提供，后者把 CMSIS/Core/Include 加入 Cortex-M 编译路径。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407670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 的 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: . 则指向模块自带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。两种布局由同一发现过程处理；有模块入口并不意味着所有源文件都已启用。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167836-1666-4E36-A2EB-21E8673CC3F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候选目录明确之后，才读取模块声明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Read-only module excerpt"/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只读：hal_xhsc/zephyr/module.yml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hal_xhsc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build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.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zephyr_module.py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遍历候选根，再读该根的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zephyr/module.yml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name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给模块命名；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: . 选择 HAL 根的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CMakeLists.txt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识别结果写入构建目录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，包含名字与实际路径。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F483302-A360-46C4-B9FC-F688C1EE9D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模块路径变量由 Zephyr CMake 设置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Read-only module excerpt"/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只读：Zephyr 原有 cmake/modules/zephyr_module.cmake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87B3D"/>
                </a:solidFill>
                <a:latin typeface="Consolas"/>
                <a:ea typeface="Consolas"/>
                <a:cs typeface="Consolas"/>
              </a:rPr>
              <a:t>set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ZEPHYR_${MODULE_NAME_UPPER}_MODULE_DIR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1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${module_path}</a:t>
            </a:r>
            <a:r>
              <a:rPr sz="21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/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zephyr_module.cmake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读回 </a:t>
            </a:r>
            <a:r>
              <a:rPr sz="202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形成 CMSIS_6 路径变量；HC32 追加成功后才有 HAL_XHSC 记录。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于是得到 </a:t>
            </a:r>
            <a:r>
              <a:rPr sz="202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ZEPHYR_HAL_XHSC_MODULE_DIR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；它不是环境变量，无需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7242D5-4EA5-4EC2-97D6-4C2594705F0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变量生成之后，构建代码才使用它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SoC CMake 用模块根拼接 /hc32_ddl/hc32f4a0，选择所需 DDL。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顶层也按模块的 CMake 入口执行 </a:t>
            </a:r>
            <a:r>
              <a:rPr sz="2025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add_subdirectory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()。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是否进入内部目录、是否添加某个驱动，由后续 CMake/Kconfig 决定。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发现成功不会自动补出板、SoC、Kconfig 或 Zephyr 驱动。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普通变量在本次配置中建立；下次配置由同一发现流程重新生成。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7B18292-3EF8-4E18-BE10-ED8C29E4A6D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被发现以后，由谁选择 DDL 源文件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接入层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实际行为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原有根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HAS_HC32_DDL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启用后才进入 hc32_ddl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原有系列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SOC_HC32F4A0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与 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HC32_LL_USART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等配置选择系列和源文件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hc32_port SoC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不启用整体入口；通过原生模块路径显式选择所需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hc32_port 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补齐复位、12 MHz 时钟、DTS、板与 Zephyr UART/GPIO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完整说明：P006 6.5.6</a:t>
            </a:r>
          </a:p>
        </p:txBody>
      </p:sp>
      <p:sp>
        <p:nvSpPr>
          <p:cNvPr id="6" name="Source link 1"/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接入与编译：本章 HC32 实验；P012 再逐文件讲解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7475B7-675F-40C3-B270-BD495616D90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模块被发现后，还要明确驱动的选源入口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指定本模块的 Kconfig 与 CMake 入口。Kconfig 通过 rsource 读取串口配置，形成 </a:t>
            </a:r>
            <a:r>
              <a:rPr>
                <a:solidFill>
                  <a:srgbClr val="B84E00"/>
                </a:solidFill>
                <a:ea typeface="Microsoft YaHei"/>
              </a:rPr>
              <a:t>CONFIG_UART_HC32</a:t>
            </a:r>
            <a:r>
              <a:t>；复制一个 .c 文件到目录不会自动选中它。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hc32_port/CMakeLists.txt</a:t>
            </a:r>
            <a:r>
              <a:t> 根据 </a:t>
            </a:r>
            <a:r>
              <a:rPr>
                <a:solidFill>
                  <a:srgbClr val="B84E00"/>
                </a:solidFill>
                <a:ea typeface="Microsoft YaHei"/>
              </a:rPr>
              <a:t>CONFIG_UART_HC32</a:t>
            </a:r>
            <a:r>
              <a:t> 加入 </a:t>
            </a:r>
            <a:r>
              <a:rPr>
                <a:solidFill>
                  <a:srgbClr val="0070C0"/>
                </a:solidFill>
                <a:ea typeface="Microsoft YaHei"/>
              </a:rPr>
              <a:t>uart_hc32.c</a:t>
            </a:r>
            <a:r>
              <a:t>。SoC CMake 则显式列出 </a:t>
            </a:r>
            <a:r>
              <a:rPr>
                <a:solidFill>
                  <a:srgbClr val="0070C0"/>
                </a:solidFill>
                <a:ea typeface="Microsoft YaHei"/>
              </a:rPr>
              <a:t>hc32_ll_usart.c</a:t>
            </a:r>
            <a:r>
              <a:t> 等 DDL 源，两处分别负责适配与底层。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因此本路线的 DDL 选源不由原 HAL 的 HC32_LL_* 开关自动控制。模块路径、配置符号与源文件名单都要在实际调用方对应起来。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的几类宏来自不同入口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609600" y="1771650"/>
          <a:ext cx="10972800" cy="2514600"/>
        </p:xfrm>
        <a:graphic>
          <a:graphicData uri="http://schemas.openxmlformats.org/drawingml/2006/table">
            <a:tbl>
              <a:tblPr/>
              <a:tblGrid>
                <a:gridCol w="3048000"/>
                <a:gridCol w="3810000"/>
                <a:gridCol w="4114800"/>
              </a:tblGrid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控制对象</a:t>
                      </a:r>
                    </a:p>
                  </a:txBody>
                  <a:tcPr marL="91440" marR="91440" marT="45720" marB="45720" anchor="ctr">
                    <a:solidFill>
                      <a:srgbClr val="EEE8F6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CONFIG_UART_HC32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 最终配置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UART 适配选源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 / USE_DDL_DRIVER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CMake 的编译定义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厂商头文件与实现分支</a:t>
                      </a:r>
                    </a:p>
                  </a:txBody>
                  <a:tcPr marL="91440" marR="91440" marT="45720" marB="45720" anchor="ctr">
                    <a:solidFill>
                      <a:srgbClr val="F8F6FB"/>
                    </a:solidFill>
                  </a:tcPr>
                </a:tc>
              </a:tr>
              <a:tr h="628650"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LL_USART_ENABLE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强制包含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hc32_ll_conf.h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95250" bIns="76200"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DDL 内部功能条件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dy 0"/>
          <p:cNvSpPr>
            <a:spLocks noGrp="1"/>
          </p:cNvSpPr>
          <p:nvPr/>
        </p:nvSpPr>
        <p:spPr>
          <a:xfrm>
            <a:off x="609600" y="445770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Kconfig 的 CONFIG_*、CMake 加入的 -D 宏、强制包含的 DDL 配置头，各自控制不同层。它们不会因为放在同一文件夹里而自动互相转换。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先验证 </a:t>
            </a:r>
            <a:r>
              <a:rPr sz="3000" b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默认发现了 CMSIS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P006 · HC32、DDL 与源码模块接入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先用自带发现脚本，不传 --extra-modules；无需准备 HAL。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输出应含 cmsis_6，其根与 </a:t>
            </a:r>
            <a:r>
              <a:rPr sz="202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list 返回路径相同。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这次检查不配置应用，不保存未来 CMake 参数，也不生成上述变量。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缺 CMSIS 时查工作区与下载；准备 HC32 后再另查 HAL 追加分支。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不要手填生成文件。完整可复制操作见下方链接。</a:t>
            </a:r>
          </a:p>
        </p:txBody>
      </p:sp>
      <p:sp>
        <p:nvSpPr>
          <p:cNvPr id="5" name="Source link 0"/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复制完整诊断命令（含目录与前提）</a:t>
            </a:r>
          </a:p>
        </p:txBody>
      </p:sp>
      <p:sp>
        <p:nvSpPr>
          <p:cNvPr id="6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D3B5495-9C0C-4FDD-8108-2674875F325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模块清单之外，怎样确认树内实现被使用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驱动不需要作为外部模块出现在 </a:t>
            </a:r>
            <a:r>
              <a:rPr>
                <a:solidFill>
                  <a:srgbClr val="0070C0"/>
                </a:solidFill>
                <a:ea typeface="Microsoft YaHei"/>
              </a:rPr>
              <a:t>zephyr_modules.txt</a:t>
            </a:r>
            <a:r>
              <a:t>。DTS 兼容串连接树内驱动，Kconfig 与 CMake 决定本次是否将其加入。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后续配置完成后查 </a:t>
            </a:r>
            <a:r>
              <a:rPr>
                <a:solidFill>
                  <a:srgbClr val="0070C0"/>
                </a:solidFill>
                <a:ea typeface="Microsoft YaHei"/>
              </a:rPr>
              <a:t>zephyr.dts</a:t>
            </a:r>
            <a:r>
              <a:t> 的 console、.config 的 UART_CMSDK_APB，并在编译数据库找到 </a:t>
            </a:r>
            <a:r>
              <a:rPr>
                <a:solidFill>
                  <a:srgbClr val="0070C0"/>
                </a:solidFill>
                <a:ea typeface="Microsoft YaHei"/>
              </a:rPr>
              <a:t>uart_cmsdk_apb.c</a:t>
            </a:r>
            <a:r>
              <a:t>、平台代码与 CMSIS Core include。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这些记录显示生成阶段的选择；构建成功才得到 ELF。HC32 路线以后追加 HAL 和 hc32_port，再检查相应 DDL，不能把发现成功称为移植完成。</a:t>
            </a:r>
          </a:p>
        </p:txBody>
      </p:sp>
      <p:sp>
        <p:nvSpPr>
          <p:cNvPr id="7" name="Body 3"/>
          <p:cNvSpPr>
            <a:spLocks noGrp="1"/>
          </p:cNvSpPr>
          <p:nvPr/>
        </p:nvSpPr>
        <p:spPr>
          <a:xfrm>
            <a:off x="609600" y="466344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下一步把应用目录、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与输出目录分别交给构建命令；同板可换应用，同应用可换板，但不能沿用另一组合的缓存。</a:t>
            </a:r>
          </a:p>
        </p:txBody>
      </p:sp>
      <p:sp>
        <p:nvSpPr>
          <p:cNvPr id="8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2780AC6-DBF6-49D6-B29B-22FC604E440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编进固件与成为设备实例是两条连接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构建连接：模块发现、Kconfig 配置和 CMake 选源，让适配驱动与需要的 DDL 进入同一固件。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设备连接：DTS 描述硬件；本例驱动读取地址、波特率、引脚等属性，注册设备配置、初始化函数与标准操作表。时钟另由 SoC 接入负责。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运行时 UART 接口根据传入设备对象找到回调；HC32 回调主要调用 DDL。仅在编译数据库看见 DDL 文件，还不能证明设备已正确配置和可用。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厂商设备头接 SoC，通用 Core 仍由 Zephyr 提供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P006 6.4： 头文件怎样接起来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P012 的 SoC 适配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包含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hc32f4a0.h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厂商设备头再引用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core_cm4.h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CMake 加入厂商设备头路径；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CMSIS 模块规则加入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Core/Include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不把厂商另一份 Core 放在前面抢占头文件。</a:t>
            </a:r>
          </a:p>
        </p:txBody>
      </p:sp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471E7DF-3FA3-421E-8907-845DB123AA4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只有设备头，没有 HAL，仍需要实现驱动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P006 6.4： 设备包没有提供哪些能力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885950"/>
          <a:ext cx="10972800" cy="3429000"/>
        </p:xfrm>
        <a:graphic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移植者还要完成的工作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寄存器结构体与地址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按参考手册实现外设初始化与读写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IRQ 编号与内核能力宏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Zephyr SoC、DTS、Kconfig 核对一致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 / startup 参考代码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适配时钟与启动钩子，保留 Zephyr 复位和向量框架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 UART / GPIO HAL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编写寄存器级 Zephyr 驱动，或接入已验证厂商实现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6DA27B6-22FA-4A76-9C75-D691F5A7CF1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哪些下载得到，哪些在 P012 新增</a:t>
            </a:r>
          </a:p>
        </p:txBody>
      </p:sp>
      <p:sp>
        <p:nvSpPr>
          <p:cNvPr id="3" name="section"/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P006 6.4： 材料来源与工作分界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1885950"/>
          <a:ext cx="10972800" cy="3830955"/>
        </p:xfrm>
        <a:graphic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谁提供，什么时候应该有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主源码自带；本期保持原样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芯片设备头、system、许可证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厂商包或 HAL 下载得到，先核对原件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已有模块的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模块仓库自带；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CMSIS 无需手写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没有模块入口时的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module.yml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移植者新增，声明和接入厂商源码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board / DTS / Zephyr 驱动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已随主仓取得；本章接入 hc32_port，P012 再逐文件解释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5B07CF8-5F30-4F21-8187-267FF6C1CF5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路径变量被谁读取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应用入口 / BOARD / -D参数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模块入口与硬件根 → DTS / Kconfig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选源与include → Ninja → ELF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将应用和板传给 CMake，-- 后的 -D 进入本次配置；应用 </a:t>
            </a: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(Zephyr) 加载默认配置流程。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zephyr_module.cmake</a:t>
            </a:r>
            <a:r>
              <a:t> 把基础与额外模块目录交给解析器，读取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，得到 CMake / Kconfig 入口与额外 board / soc / dts 根。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接着选择板、处理 DTS 和 Kconfig，最后依据结果加入架构、SoC、驱动和模块源文件。Ninja 才按生成的规则实际编译与链接。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992A551-3216-4276-8D24-3E3E39292A8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模块目录与 SDK 目录由不同规则使用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模块循环把 </a:t>
            </a:r>
            <a:r>
              <a:rPr>
                <a:solidFill>
                  <a:srgbClr val="B84E00"/>
                </a:solidFill>
                <a:ea typeface="Microsoft YaHei"/>
              </a:rPr>
              <a:t>ZEPHYR_CURRENT_MODULE_DIR</a:t>
            </a:r>
            <a:r>
              <a:t> 指向原始包根，再进入它的接入 CMake。CMSIS 规则因此能加入外部内核头目录。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模块名 hal_xhsc 还产生稳定变量 </a:t>
            </a:r>
            <a:r>
              <a:rPr>
                <a:solidFill>
                  <a:srgbClr val="B84E00"/>
                </a:solidFill>
                <a:ea typeface="Microsoft YaHei"/>
              </a:rPr>
              <a:t>ZEPHYR_HAL_XHSC_MODULE_DIR</a:t>
            </a:r>
            <a:r>
              <a:t>，HC32 接入可从这里找 DDL；它不随磁盘文件夹后缀改变。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 根交给工具链查找，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交给 Kconfig，overlay 交给设备树流程。每个路径都要交给对应的读取者，才能参与构建。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D8B3B29-36E4-473A-9231-0831757106B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模块有三种交给构建的方式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默认方式使用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工作区发现模块，CMSIS_6 按现有清单与模块声明进入配置。这是本章主线。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EXTRA_ZEPHYR_MODULES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接收模块根：不同模块名追加；与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模块同名时，额外来源优先，其余默认模块保留。不能据此并用两份同名 HAL。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ZEPHYR_MODULES</a:t>
            </a:r>
            <a:r>
              <a:t> 是自己管理完整列表，不能只写新组件就期待自动补齐 CMSIS。用这种方式时，全部必要模块路径都由你负责。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B935747-6B42-4523-81D2-F41591D663F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先建立真实的 HC32 适配工作副本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当前官方主仓没有本教程 UYUP 板的完整支持。教材原件位于 F盘仓库 learning/board/labs/hc32_port，不声称G盘已经创建过它。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 xml:space="preserve">附件 13 复制到 </a:t>
            </a:r>
            <a:r>
              <a:rPr>
                <a:solidFill>
                  <a:srgbClr val="0070C0"/>
                </a:solidFill>
                <a:ea typeface="Microsoft YaHei"/>
              </a:rPr>
              <a:t>zephyr-main/build/learning-tools/p003/hc32_port</a:t>
            </a:r>
            <a:r>
              <a:rPr>
                <a:solidFill>
                  <a:srgbClr val="29263B"/>
                </a:solidFill>
                <a:ea typeface="Microsoft YaHei"/>
              </a:rPr>
              <a:t>。已有副本先核对；P012 只读对照并复用，跳过从零复制。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其中 boards 定义板资源，soc 实现芯片接入，drivers 适配 Zephyr API，dts/bindings 定义字段。此副本不包含外部 CMSIS 和 HAL。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13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26B3F80-C441-490F-952B-CC6D51B256D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模块声明把板、SoC和DTS根一起接入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name: hc32_port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build: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: 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kconfig: Kconfig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settings: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board_root: 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soc_root: 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dts_root: .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8196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 hc32_port 的完整功能声明。三个点都指包含相应子目录的模块根，因此无需读者再猜板文件夹应塞给哪个路径参数。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18233C3-8561-4962-A0DE-96867C115E1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HAL入口与本适配的选源责任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hal_xhsc 原生入口需 HAS_HC32_DDL，再按 SOC 和功能开关选系列与外设；被发现不表示所有条件自动满足。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本教程 hc32_port 的 SoC CMake 从 </a:t>
            </a:r>
            <a:r>
              <a:rPr>
                <a:solidFill>
                  <a:srgbClr val="B84E00"/>
                </a:solidFill>
                <a:ea typeface="Microsoft YaHei"/>
              </a:rPr>
              <a:t>ZEPHYR_HAL_XHSC_MODULE_DIR</a:t>
            </a:r>
            <a:r>
              <a:t> 定位 HC32F4A0，明确加入所需 DDL、设备头、</a:t>
            </a:r>
            <a:r>
              <a:rPr>
                <a:solidFill>
                  <a:srgbClr val="0070C0"/>
                </a:solidFill>
                <a:ea typeface="Microsoft YaHei"/>
              </a:rPr>
              <a:t>soc.c</a:t>
            </a:r>
            <a:r>
              <a:t> 与 reset hook。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它保留 Zephyr 的启动与向量职责，避免再开启原生HAL整条路径而重复选择system/DDL及复位接入。这是当前适配选择，不是任意HAL都应照抄的开关。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7505571-5987-4744-8E77-137D459233F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的驱动入口同样需要逐层可达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让 Zephyr 读取 </a:t>
            </a:r>
            <a:r>
              <a:rPr>
                <a:solidFill>
                  <a:srgbClr val="0070C0"/>
                </a:solidFill>
                <a:ea typeface="Microsoft YaHei"/>
              </a:rPr>
              <a:t>hc32_port/Kconfig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；if </a:t>
            </a:r>
            <a:r>
              <a:rPr>
                <a:solidFill>
                  <a:srgbClr val="B84E00"/>
                </a:solidFill>
                <a:ea typeface="Microsoft YaHei"/>
              </a:rPr>
              <a:t>SERIAL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与 </a:t>
            </a:r>
            <a:r>
              <a:rPr>
                <a:solidFill>
                  <a:srgbClr val="087B3D"/>
                </a:solidFill>
                <a:ea typeface="Microsoft YaHei"/>
              </a:rPr>
              <a:t>rsource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接入串口声明。</a:t>
            </a:r>
            <a:r>
              <a:rPr>
                <a:solidFill>
                  <a:srgbClr val="B84E00"/>
                </a:solidFill>
                <a:ea typeface="Microsoft YaHei"/>
              </a:rPr>
              <a:t>UART_HC32</a:t>
            </a:r>
            <a:r>
              <a:rPr>
                <a:solidFill>
                  <a:srgbClr val="29263B"/>
                </a:solidFill>
                <a:ea typeface="Microsoft YaHei"/>
              </a:rPr>
              <a:t xml:space="preserve"> 要求 </a:t>
            </a:r>
            <a:r>
              <a:rPr>
                <a:solidFill>
                  <a:srgbClr val="B84E00"/>
                </a:solidFill>
                <a:ea typeface="Microsoft YaHei"/>
              </a:rPr>
              <a:t>SOC_HC32F4A0PITB</a:t>
            </a:r>
            <a:r>
              <a:rPr>
                <a:solidFill>
                  <a:srgbClr val="29263B"/>
                </a:solidFill>
                <a:ea typeface="Microsoft YaHei"/>
              </a:rPr>
              <a:t>，并要求启用 xhsc,hc32-uart 节点。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 CMake 按最终 </a:t>
            </a:r>
            <a:r>
              <a:rPr>
                <a:solidFill>
                  <a:srgbClr val="B84E00"/>
                </a:solidFill>
                <a:ea typeface="Microsoft YaHei"/>
              </a:rPr>
              <a:t>CONFIG_UART_HC32</a:t>
            </a:r>
            <a:r>
              <a:t> 加入 </a:t>
            </a:r>
            <a:r>
              <a:rPr>
                <a:solidFill>
                  <a:srgbClr val="0070C0"/>
                </a:solidFill>
                <a:ea typeface="Microsoft YaHei"/>
              </a:rPr>
              <a:t>uart_hc32.c</a:t>
            </a:r>
            <a:r>
              <a:t>。DTS 的 xhsc,hc32-uart 与驱动 DT_DRV_COMPAT 对应，再由实例宏接入配置与操作表。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模块接入、Kconfig 声明、CMake 选源、binding/compatible 和设备注册必须接通。缺少任何一环，都不能靠文件夹名或一个配置开关补齐。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厂商 DDL 宏与 Zephyr CONFIG 宏不能混用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SoC CMake 显式列出所需 DDL 源，并添加 HC32F4A0、USE_DDL_DRIVER、XTAL_VALUE 编译定义。驱动文件位于某目录，不会自动获得这些定义。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同一入口通过 -include 强制包含 </a:t>
            </a:r>
            <a:r>
              <a:rPr>
                <a:solidFill>
                  <a:srgbClr val="0070C0"/>
                </a:solidFill>
                <a:ea typeface="Microsoft YaHei"/>
              </a:rPr>
              <a:t>hc32_ll_conf.h</a:t>
            </a:r>
            <a:r>
              <a:t>，其中 LL_USART_ENABLE 等控制 DDL 内部功能。它与 Kconfig 产生的 </a:t>
            </a:r>
            <a:r>
              <a:rPr>
                <a:solidFill>
                  <a:srgbClr val="B84E00"/>
                </a:solidFill>
                <a:ea typeface="Microsoft YaHei"/>
              </a:rPr>
              <a:t>CONFIG_UART_HC32</a:t>
            </a:r>
            <a:r>
              <a:t> 不是同一个开关。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本路线没有启用原 HAL 整体选源链，所以原 HAL 的 </a:t>
            </a:r>
            <a:r>
              <a:rPr>
                <a:solidFill>
                  <a:srgbClr val="B84E00"/>
                </a:solidFill>
                <a:ea typeface="Microsoft YaHei"/>
              </a:rPr>
              <a:t>CONFIG_HC32_LL_</a:t>
            </a:r>
            <a:r>
              <a:t>* 不会自动裁剪此处显式列出的源文件。换接入方式时要重新核对读取者。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为 HC32 选同一个 hello_world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 -b uyup_rpi_a/hc32f4a0pitb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build/learning-tools/p006/hello_world-hc32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-- "-DEXTRA_ZEPHYR_MODULES=$HAL_XHSC_DIR;$HC32_PORT_DIR"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-DCMAKE_EXPORT_COMPILE_COMMANDS=ON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上方节选附件11的构建调用。先用完整附件选择真实 HAL 根、定义两项路径变量并核对适配；EXTRA 同时追加两根，默认发现继续提供 CMSIS。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11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608D995-9E45-48C6-9FDC-D8E239950B8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的原生 CMake 参数保持同义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 -S </a:t>
            </a:r>
            <a:r>
              <a:rPr>
                <a:solidFill>
                  <a:srgbClr val="0070C0"/>
                </a:solidFill>
                <a:ea typeface="Microsoft YaHei"/>
              </a:rPr>
              <a:t>samples/hello_world</a:t>
            </a:r>
            <a:r>
              <a:t> -G Ninja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-B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build/learning-tools/p006/hello_world-hc32-cmake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-DBOARD=uyup_rpi_a/hc32f4a0pitb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"-DEXTRA_ZEPHYR_MODULES=$HAL_XHSC_DIR;$HC32_PORT_DIR"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-DCMAKE_EXPORT_COMPILE_COMMANDS=ON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 --build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build/learning-tools/p006/hello_world-hc32-cmake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上方节选附件12的调用；完整附件重新定义两项路径变量并检查前提。-S 选应用，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选硬件，-B 另设输出；HAL 与适配仍须一起传入。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12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1D3EB93-83A0-404B-8345-16873A9D813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HC32也可完全自己列出模块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"-DZEPHYR_MODULES=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G:/zephyr_practice/modules/hal/cmsis_6;\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$HAL_XHSC_DIR;$HC32_PORT_DIR"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27622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这是附件17中的参数片段，不能单独执行；末尾反斜杠连接两行，分号列表仍是一个参数。完整附件定义路径并调用 CMake，同时列出 CMSIS、HAL 与适配三根。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17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D278178-0595-4257-A5EE-1FC20A98A49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HC32 也按同样证据逐层核对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模块记录应有 CMSIS_6、hal_xhsc、hc32_port；.config 应选中 HC32F4A0PITB；DTS 的 console 应指向这块板实际串口。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编译数据库应出现 HC32 UART/GPIO 适配与所选 DDL，成功构建日志与 ELF 确认链接完成。后续再验证实板时钟、引脚和中断行为。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这里完整解释工程输入，P012再逐组拆解适配实现。本章不把尚未运行的HC32命令当成功记录，接下来亲手验证的是普通组件。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F12AD92-5EF4-4D1E-B98B-3391E9BF1BC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沿生成结果判断私有实现到底选中了谁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先查 .config 的最终 CONFIG_*；再查 </a:t>
            </a:r>
            <a:r>
              <a:rPr>
                <a:solidFill>
                  <a:srgbClr val="0070C0"/>
                </a:solidFill>
                <a:ea typeface="Microsoft YaHei"/>
              </a:rPr>
              <a:t>autoconf.h</a:t>
            </a:r>
            <a:r>
              <a:t> 的预处理定义和生成设备树中的节点属性，不把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的愿望当作最终结果。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 </a:t>
            </a:r>
            <a:r>
              <a:rPr>
                <a:solidFill>
                  <a:srgbClr val="0070C0"/>
                </a:solidFill>
                <a:ea typeface="Microsoft YaHei"/>
              </a:rPr>
              <a:t>compile_commands.json</a:t>
            </a:r>
            <a:r>
              <a:t> 中查驱动与 DDL 源，核对头文件路径，以及 -D、-imacros、-include 参数。链接映射再确认实现进入 ELF。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运行验证检查设备初始化、时钟、引脚与收发。源码下载、模块发现、源文件编译、设备可用分别有证据，不能把其中一步代替其余步骤。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Model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B325D-FD67-43CC-B4DE-2E4A6A237B3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只增加一个普通组件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app_greeting</a:t>
            </a:r>
          </a:p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函数与开关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component_hello</a:t>
            </a:r>
          </a:p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main 与配置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mps2/an386</a:t>
            </a:r>
          </a:p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独立构建目录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app_greeting 提供一个返回字符串的函数，不含 main，也不访问硬件；component_hello 应用决定是否调用它。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模块放 </a:t>
            </a:r>
            <a:r>
              <a:rPr>
                <a:solidFill>
                  <a:srgbClr val="0070C0"/>
                </a:solidFill>
                <a:ea typeface="Microsoft YaHei"/>
              </a:rPr>
              <a:t>components/app_greeting</a:t>
            </a:r>
            <a:r>
              <a:t>，应用放 </a:t>
            </a:r>
            <a:r>
              <a:rPr>
                <a:solidFill>
                  <a:srgbClr val="0070C0"/>
                </a:solidFill>
                <a:ea typeface="Microsoft YaHei"/>
              </a:rPr>
              <a:t>applications/component_hello</a:t>
            </a:r>
            <a:r>
              <a:t>，二者与 zephyr-main 分开。已有文件先核对，不覆盖。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继续使用 mps2/an386，默认 CMSIS 和 SDK 保持不变。这样可以把接入过程里的每一项变化看清楚。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13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03</a:t>
            </a:r>
          </a:p>
        </p:txBody>
      </p:sp>
      <p:sp>
        <p:nvSpPr>
          <p:cNvPr id="14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05681F7-E2D0-4CCB-B49E-A8D0D39C0AD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声明接入入口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name: app_greeting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build: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: 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kconfig: Kconfig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保存到组件根的 </a:t>
            </a:r>
            <a:r>
              <a:rPr>
                <a:solidFill>
                  <a:srgbClr val="0070C0"/>
                </a:solidFill>
                <a:ea typeface="Microsoft YaHei"/>
              </a:rPr>
              <a:t>zephyr/module.yml</a:t>
            </a:r>
            <a:r>
              <a:t>。</a:t>
            </a:r>
            <a:r>
              <a:rPr>
                <a:solidFill>
                  <a:srgbClr val="A02B93"/>
                </a:solidFill>
                <a:ea typeface="Microsoft YaHei"/>
              </a:rPr>
              <a:t>cmake</a:t>
            </a:r>
            <a:r>
              <a:t> 与 kconfig 路径相对模块根；本文件不主动向构建注册自己的磁盘位置。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03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34DD31-82E8-4DA7-9C70-49949DC02B4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Kconfig 先定义可选功能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config APP_GREETING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bool "Application greeting component"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default 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help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  Build the reusable greeting function for this application.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保存到组件根 Kconfig。APP_GREETING 是可见布尔开关，默认关闭；应用以后通过 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 赋值。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55F2640-901A-473D-9E1A-E3A67C426D0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 CMake 决定源码是否编译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if(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087B3D"/>
                </a:solidFill>
                <a:ea typeface="Microsoft YaHei"/>
              </a:rPr>
              <a:t>zephyr_library</a:t>
            </a:r>
            <a:r>
              <a:t>()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zephyr_library_sources(</a:t>
            </a:r>
            <a:r>
              <a:rPr>
                <a:solidFill>
                  <a:srgbClr val="0070C0"/>
                </a:solidFill>
                <a:ea typeface="Microsoft YaHei"/>
              </a:rPr>
              <a:t>src/greeting.c</a:t>
            </a:r>
            <a: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</a:t>
            </a:r>
            <a:r>
              <a:rPr>
                <a:solidFill>
                  <a:srgbClr val="087B3D"/>
                </a:solidFill>
                <a:ea typeface="Microsoft YaHei"/>
              </a:rPr>
              <a:t>zephyr_include_directories</a:t>
            </a:r>
            <a:r>
              <a:t>(include)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endif()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保存为组件根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。开启时加入源文件和公开头目录；关闭时不执行这些规则。发现模块不等于一定编译它的实现。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0061114-7CA0-4780-A608-D2C5294C477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公开头文件给应用一个接口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#ifndef APP_GREETING_GREETING_H_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#define APP_GREETING_GREETING_H_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const char *app_greeting_message(void);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#endif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保存到 </a:t>
            </a:r>
            <a:r>
              <a:rPr>
                <a:solidFill>
                  <a:srgbClr val="0070C0"/>
                </a:solidFill>
                <a:ea typeface="Microsoft YaHei"/>
              </a:rPr>
              <a:t>include/app_greeting/greeting.h</a:t>
            </a:r>
            <a:r>
              <a:t>。这里只声明函数，不定义 main；路径前缀使应用能明确它来自哪个组件。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63C4A1-3B6F-4FB2-9C28-96BBF530879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实现留在组件自身的源目录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#include &lt;app_greeting/greeting.h&gt;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const char *app_greeting_message(void)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{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return "Hello from app_greeting";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}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保存到 </a:t>
            </a:r>
            <a:r>
              <a:rPr>
                <a:solidFill>
                  <a:srgbClr val="0070C0"/>
                </a:solidFill>
                <a:ea typeface="Microsoft YaHei"/>
              </a:rPr>
              <a:t>src/greeting.c</a:t>
            </a:r>
            <a:r>
              <a:t>。组件返回字符串，让调用方决定怎样输出；这个函数不绑定 UART，也不依赖华大或 MPS2 寄存器。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E63D829-2483-41D5-83BB-9802E7C309F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应用仍使用原生 Zephyr 入口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cmake_minimum_required(VERSION 3.28.0)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(Zephyr REQUIRED HINTS $ENV{</a:t>
            </a:r>
            <a:r>
              <a:rPr>
                <a:solidFill>
                  <a:srgbClr val="B84E00"/>
                </a:solidFill>
                <a:ea typeface="Microsoft YaHei"/>
              </a:rPr>
              <a:t>ZEPHYR_BASE</a:t>
            </a:r>
            <a:r>
              <a:t>})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project</a:t>
            </a:r>
            <a:r>
              <a:t>(component_hello)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87B3D"/>
                </a:solidFill>
                <a:ea typeface="Microsoft YaHei"/>
              </a:rPr>
              <a:t>target_sources</a:t>
            </a:r>
            <a:r>
              <a:t>(app PRIVATE </a:t>
            </a:r>
            <a:r>
              <a:rPr>
                <a:solidFill>
                  <a:srgbClr val="0070C0"/>
                </a:solidFill>
                <a:ea typeface="Microsoft YaHei"/>
              </a:rPr>
              <a:t>src/main.c</a:t>
            </a:r>
            <a:r>
              <a:t>)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保存到应用根 </a:t>
            </a:r>
            <a:r>
              <a:rPr>
                <a:solidFill>
                  <a:srgbClr val="0070C0"/>
                </a:solidFill>
                <a:ea typeface="Microsoft YaHei"/>
              </a:rPr>
              <a:t>CMakeLists.txt</a:t>
            </a:r>
            <a:r>
              <a:t>。</a:t>
            </a:r>
            <a:r>
              <a:rPr>
                <a:solidFill>
                  <a:srgbClr val="087B3D"/>
                </a:solidFill>
                <a:ea typeface="Microsoft YaHei"/>
              </a:rPr>
              <a:t>find_package</a:t>
            </a:r>
            <a:r>
              <a:t> 引入 Zephyr 构建，应用只加入自己的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；组件实现由模块 CMake 管理。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7A3190E-A50C-4496-BB82-BD62EBBEFC8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应用配置决定本次是否开启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prj.conf 的完整功能配置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=y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/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off.conf 的完整功能配置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=n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7909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默认开启组件。另建 </a:t>
            </a:r>
            <a:r>
              <a:rPr>
                <a:solidFill>
                  <a:srgbClr val="0070C0"/>
                </a:solidFill>
                <a:ea typeface="Microsoft YaHei"/>
              </a:rPr>
              <a:t>off.conf</a:t>
            </a:r>
            <a:r>
              <a:t> 保存关闭选择，稍后作为额外配置合并；不要直接编辑生成目录里的 .config。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A42A768-A10D-4829-A62A-D663FA142F5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调用方也使用同一个开关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int main(void) {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#if defined(CONFIG_APP_GREETING)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printk("%s\n", app_greeting_message());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#else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printk("Greeting component is disabled\n");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#endif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  return 0;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}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8196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上方是 </a:t>
            </a:r>
            <a:r>
              <a:rPr>
                <a:solidFill>
                  <a:srgbClr val="0070C0"/>
                </a:solidFill>
                <a:ea typeface="Microsoft YaHei"/>
              </a:rPr>
              <a:t>main.c</a:t>
            </a:r>
            <a:r>
              <a:t> 的 main 函数。文件还需包含 Zephyr 头，并按 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 包含组件头；完整文件在附件04，不能只复制函数代替整个文件。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04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6CF912C-8DC9-42FA-942E-103165FCD3A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追加模块并构建开启版本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1485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 -b mps2/an386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G:/zephyr_practice/applications/component_hello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build/learning-tools/p006/component_hello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-- -DEXTRA_ZEPHYR_MODULES=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G:/zephyr_practice/components/app_greeting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-DCMAKE_EXPORT_COMPILE_COMMANDS=ON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34480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继续使用已激活虚拟环境的 UCRT64，在 zephyr-main 中执行。EXTRA 保留默认 CMSIS，只追加组件；所有输出放独立目录。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5E54F91-BF09-44B6-9B1E-E841C7C9543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从输入路径到函数链接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Flow 0"/>
          <p:cNvSpPr>
            <a:spLocks noGrp="1"/>
          </p:cNvSpPr>
          <p:nvPr/>
        </p:nvSpPr>
        <p:spPr>
          <a:xfrm>
            <a:off x="609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EXTRA → module.yml</a:t>
            </a:r>
          </a:p>
        </p:txBody>
      </p:sp>
      <p:sp>
        <p:nvSpPr>
          <p:cNvPr id="5" name="Arrow 0"/>
          <p:cNvSpPr>
            <a:spLocks noGrp="1"/>
          </p:cNvSpPr>
          <p:nvPr/>
        </p:nvSpPr>
        <p:spPr>
          <a:xfrm>
            <a:off x="41275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6" name="Flow 1"/>
          <p:cNvSpPr>
            <a:spLocks noGrp="1"/>
          </p:cNvSpPr>
          <p:nvPr/>
        </p:nvSpPr>
        <p:spPr>
          <a:xfrm>
            <a:off x="43561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定义 + prj.conf 选择</a:t>
            </a:r>
          </a:p>
        </p:txBody>
      </p:sp>
      <p:sp>
        <p:nvSpPr>
          <p:cNvPr id="7" name="Arrow 1"/>
          <p:cNvSpPr>
            <a:spLocks noGrp="1"/>
          </p:cNvSpPr>
          <p:nvPr/>
        </p:nvSpPr>
        <p:spPr>
          <a:xfrm>
            <a:off x="7874000" y="2171700"/>
            <a:ext cx="190500" cy="152400"/>
          </a:xfrm>
          <a:prstGeom prst="rightArrow">
            <a:avLst/>
          </a:prstGeom>
          <a:solidFill>
            <a:srgbClr val="7350BC"/>
          </a:solidFill>
          <a:ln w="0">
            <a:noFill/>
          </a:ln>
        </p:spPr>
      </p:sp>
      <p:sp>
        <p:nvSpPr>
          <p:cNvPr id="8" name="Flow 2"/>
          <p:cNvSpPr>
            <a:spLocks noGrp="1"/>
          </p:cNvSpPr>
          <p:nvPr/>
        </p:nvSpPr>
        <p:spPr>
          <a:xfrm>
            <a:off x="8102600" y="1771650"/>
            <a:ext cx="3479800" cy="952500"/>
          </a:xfrm>
          <a:prstGeom prst="rect">
            <a:avLst/>
          </a:prstGeom>
          <a:solidFill>
            <a:srgbClr val="F5F2FA"/>
          </a:solidFill>
          <a:ln w="12383">
            <a:solidFill>
              <a:srgbClr val="7350BC"/>
            </a:solidFill>
          </a:ln>
        </p:spPr>
        <p:txBody>
          <a:bodyPr lIns="95250" tIns="76200" rIns="95250" bIns="7620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选源/include → Ninja 链接</a:t>
            </a:r>
          </a:p>
        </p:txBody>
      </p:sp>
      <p:sp>
        <p:nvSpPr>
          <p:cNvPr id="9" name="Body 0"/>
          <p:cNvSpPr>
            <a:spLocks noGrp="1"/>
          </p:cNvSpPr>
          <p:nvPr/>
        </p:nvSpPr>
        <p:spPr>
          <a:xfrm>
            <a:off x="609600" y="2952750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EXTRA 路径使构建找到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，模块声明再接入 Kconfig 与 CMake。Kconfig 定义开关，应用 </a:t>
            </a:r>
            <a:r>
              <a:rPr>
                <a:solidFill>
                  <a:srgbClr val="0070C0"/>
                </a:solidFill>
                <a:ea typeface="Microsoft YaHei"/>
              </a:rPr>
              <a:t>prj.conf</a:t>
            </a:r>
            <a:r>
              <a:t> 决定取值。</a:t>
            </a:r>
          </a:p>
        </p:txBody>
      </p:sp>
      <p:sp>
        <p:nvSpPr>
          <p:cNvPr id="10" name="Body 1"/>
          <p:cNvSpPr>
            <a:spLocks noGrp="1"/>
          </p:cNvSpPr>
          <p:nvPr/>
        </p:nvSpPr>
        <p:spPr>
          <a:xfrm>
            <a:off x="609600" y="3866388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=y 时，组件 CMake 加入 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 并公开 include；应用头文件因此可见，main 的调用才有实现可链接。</a:t>
            </a:r>
          </a:p>
        </p:txBody>
      </p:sp>
      <p:sp>
        <p:nvSpPr>
          <p:cNvPr id="11" name="Body 2"/>
          <p:cNvSpPr>
            <a:spLocks noGrp="1"/>
          </p:cNvSpPr>
          <p:nvPr/>
        </p:nvSpPr>
        <p:spPr>
          <a:xfrm>
            <a:off x="609600" y="4780026"/>
            <a:ext cx="10972800" cy="74218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路径发现、功能选择、源文件编译、符号链接是连续但不同的阶段。遇错时定位阶段，不要一律重新下载。</a:t>
            </a:r>
          </a:p>
        </p:txBody>
      </p:sp>
      <p:sp>
        <p:nvSpPr>
          <p:cNvPr id="12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13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DBD30F4-A53F-441C-A6C4-EB2CCBEB15A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开启成功要核对四项证据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zephyr_modules.txt</a:t>
            </a:r>
            <a:r>
              <a:t> 出现 app_greeting，说明模块已发现；最终 .config 的 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=y，说明配置已选中。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compile_commands.json</a:t>
            </a:r>
            <a:r>
              <a:t> 包含 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，说明实现已选入编译；成功构建日志与 </a:t>
            </a:r>
            <a:r>
              <a:rPr>
                <a:solidFill>
                  <a:srgbClr val="0070C0"/>
                </a:solidFill>
                <a:ea typeface="Microsoft YaHei"/>
              </a:rPr>
              <a:t>zephyr/zephyr.elf</a:t>
            </a:r>
            <a:r>
              <a:t> 共同确认编译和链接完成。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编译通过与在硬件执行是两件事。运行输出只有实际观察后才记为验证，本章先把上述构建证据逐项查清。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06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51112F-A88B-4097-BFE0-2E9DEA5379D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模块保留，只关闭功能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2171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build -b mps2/an386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G:/zephyr_practice/applications/component_hello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 </a:t>
            </a:r>
            <a:r>
              <a:rPr>
                <a:solidFill>
                  <a:srgbClr val="0070C0"/>
                </a:solidFill>
                <a:ea typeface="Microsoft YaHei"/>
              </a:rPr>
              <a:t>build/learning-tools/p006/component_hello-off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-- -DEXTRA_ZEPHYR_MODULES=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G:/zephyr_practice/components/app_greeting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-DEXTRA_CONF_FILE=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G:/zephyr_practice/applications/component_hello/off.conf</a:t>
            </a:r>
            <a: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  -DCMAKE_EXPORT_COMPILE_COMMANDS=ON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41338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在相同 UCRT64 环境执行。仍追加同一模块，改用独立 off 输出，并合并已创建的 </a:t>
            </a:r>
            <a:r>
              <a:rPr>
                <a:solidFill>
                  <a:srgbClr val="0070C0"/>
                </a:solidFill>
                <a:ea typeface="Microsoft YaHei"/>
              </a:rPr>
              <a:t>off.conf</a:t>
            </a:r>
            <a:r>
              <a:t>；保留开启版本便于比较。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07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B7929AC-D12D-4591-9388-63AEFDC84A5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关闭后为什么还能正确链接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两次构建都能发现 app_greeting。关闭版的 </a:t>
            </a:r>
            <a:r>
              <a:rPr>
                <a:solidFill>
                  <a:srgbClr val="B84E00"/>
                </a:solidFill>
                <a:ea typeface="Microsoft YaHei"/>
              </a:rPr>
              <a:t>CONFIG_APP_GREETING</a:t>
            </a:r>
            <a:r>
              <a:t> 为 n，所以组件 CMake 不加入 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，也不增加组件头目录。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 main 使用同一配置条件，关闭时既不包含组件头，也不调用组件函数，因此不会留下未定义符号。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预期对照是：模块记录两边都有，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 仅开启版有，ELF 两边都生成。板、CMSIS 与 SDK 输入应保持一致。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08</a:t>
            </a:r>
          </a:p>
        </p:txBody>
      </p:sp>
      <p:sp>
        <p:nvSpPr>
          <p:cNvPr id="9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EBE7975-79C5-4CC3-B592-62241389312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可选：自己管理完整模块列表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Continuous code"/>
          <p:cNvSpPr>
            <a:spLocks noGrp="1"/>
          </p:cNvSpPr>
          <p:nvPr/>
        </p:nvSpPr>
        <p:spPr>
          <a:xfrm>
            <a:off x="609600" y="17716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t>"-DZEPHYR_MODULES=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G:/zephyr_practice/modules/hal/cmsis_6;\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0070C0"/>
                </a:solidFill>
                <a:ea typeface="Microsoft YaHei"/>
              </a:rPr>
              <a:t>G:/zephyr_practice/components/app_greeting"</a:t>
            </a:r>
          </a:p>
        </p:txBody>
      </p:sp>
      <p:sp>
        <p:nvSpPr>
          <p:cNvPr id="5" name="Body 0"/>
          <p:cNvSpPr>
            <a:spLocks noGrp="1"/>
          </p:cNvSpPr>
          <p:nvPr/>
        </p:nvSpPr>
        <p:spPr>
          <a:xfrm>
            <a:off x="609600" y="2762250"/>
            <a:ext cx="10972800" cy="7170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这是参数片段，不能单独执行；反斜杠续行后，分号列表仍是一个参数。完整附件09调用 CMake / Ninja，明确列出 CMSIS_6 和组件根，由调用方负责列表完整性。</a:t>
            </a:r>
          </a:p>
        </p:txBody>
      </p:sp>
      <p:sp>
        <p:nvSpPr>
          <p:cNvPr id="6" name="Reading link"/>
          <p:cNvSpPr>
            <a:spLocks noGrp="1"/>
          </p:cNvSpPr>
          <p:nvPr/>
        </p:nvSpPr>
        <p:spPr>
          <a:xfrm>
            <a:off x="609600" y="6105525"/>
            <a:ext cx="6191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7" name="Command link"/>
          <p:cNvSpPr>
            <a:spLocks noGrp="1"/>
          </p:cNvSpPr>
          <p:nvPr/>
        </p:nvSpPr>
        <p:spPr>
          <a:xfrm>
            <a:off x="8191500" y="6105525"/>
            <a:ext cx="339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Command"/>
              </a:rPr>
              <a:t>完整命令：附件 09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2EB9F2-6A2B-4FC3-9B83-3F6B613DE93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启用、关闭与运行结果已经对照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独立 baseline、组件开启、关闭均成功构建；编译数据库分别109、110、109条，</a:t>
            </a:r>
            <a:r>
              <a:rPr>
                <a:solidFill>
                  <a:srgbClr val="0070C0"/>
                </a:solidFill>
                <a:ea typeface="Microsoft YaHei"/>
              </a:rPr>
              <a:t>greeting.c</a:t>
            </a:r>
            <a:r>
              <a:t>仅开启版有1条，两版组件都被发现。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三个构建保持 mps2/an386、CMSIS_6 头路径和 SDK 1.0.1。QEMU 分别打印 Hello World!、Hello from app_greeting 和关闭提示。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每次运行捕获后停止。结果证明组件开关影响了实现选择和应用分支，不扩大为HC32实板或全部MPS2外设已经验证。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C26D53-C0E3-46C1-9910-3FE16810E50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错误出现在哪一步就查哪项输入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对象或目录不存在：核清单 revision 和下载结果；模块记录缺失：核模块根与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；配置符号未定义：核 Kconfig 入口。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CONFIG 关闭时核对应用配置与覆盖顺序；链接失败时核对调用条件与源文件选择；找不到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时核对板/SoC 支持路径。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编译器缺失时核对 SDK 根与环境。源码、模块、功能配置、板支持和工具分别排查，不用一次更新全部仓库。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416E164-174F-4FD9-B4AE-A40D22F961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model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现在可以独立解释一次构建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</a:rPr>
              <a:t>P006 · HC32、DDL 与源码模块接入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你应能指出应用在哪、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 是什么，启动与外设驱动来自哪里，哪些依赖需要 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获取，哪些支持已在 Zephyr 树内。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也应能通过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、Kconfig、CMake 和应用配置，让一个自定义组件进入或退出编译，并用同一次输出验证结果。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接着读 P007—P011 的源码与配置，再用 P012 拆解 HC32 适配。保留本章基线、开启版和关闭版，作为后续变更的对照。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  <a:ea typeface="Microsoft YaHei"/>
                <a:hlinkClick r:id="rIdReading"/>
              </a:rPr>
              <a:t>完整解释与操作：配套 Markdown P006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9BD8796-1BAB-4E23-AC3D-D822B92667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63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