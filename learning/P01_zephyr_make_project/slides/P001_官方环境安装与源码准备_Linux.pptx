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beginner_slide1.xml" ContentType="application/vnd.openxmlformats-officedocument.presentationml.slide+xml"/>
  <Override PartName="/ppt/beginner/slideLayouts/slideLayout6.xml" ContentType="application/vnd.openxmlformats-officedocument.presentationml.slideLayout+xml"/>
  <Override PartName="/ppt/beginner/slideMasters/slideMaster1.xml" ContentType="application/vnd.openxmlformats-officedocument.presentationml.slideMaster+xml"/>
  <Override PartName="/ppt/beginner/slideMasters/theme/theme2.xml" ContentType="application/vnd.openxmlformats-officedocument.theme+xml"/>
  <Override PartName="/ppt/beginner/slideLayouts/slideLayout1.xml" ContentType="application/vnd.openxmlformats-officedocument.presentationml.slideLayout+xml"/>
  <Override PartName="/ppt/beginner/slideLayouts/slideLayout2.xml" ContentType="application/vnd.openxmlformats-officedocument.presentationml.slideLayout+xml"/>
  <Override PartName="/ppt/beginner/slideLayouts/slideLayout3.xml" ContentType="application/vnd.openxmlformats-officedocument.presentationml.slideLayout+xml"/>
  <Override PartName="/ppt/beginner/slideLayouts/slideLayout4.xml" ContentType="application/vnd.openxmlformats-officedocument.presentationml.slideLayout+xml"/>
  <Override PartName="/ppt/beginner/slideLayouts/slideLayout5.xml" ContentType="application/vnd.openxmlformats-officedocument.presentationml.slideLayout+xml"/>
  <Override PartName="/ppt/beginner/notesSlides/notesSlide1.xml" ContentType="application/vnd.openxmlformats-officedocument.presentationml.notesSlide+xml"/>
  <Override PartName="/ppt/slides/beginner_slide2.xml" ContentType="application/vnd.openxmlformats-officedocument.presentationml.slide+xml"/>
  <Override PartName="/ppt/beginner/notesSlides/notesSlide2.xml" ContentType="application/vnd.openxmlformats-officedocument.presentationml.notesSlide+xml"/>
  <Override PartName="/ppt/slides/beginner_slide3.xml" ContentType="application/vnd.openxmlformats-officedocument.presentationml.slide+xml"/>
  <Override PartName="/ppt/beginner/notesSlides/notesSlide3.xml" ContentType="application/vnd.openxmlformats-officedocument.presentationml.notesSlide+xml"/>
  <Override PartName="/ppt/slides/beginner_slide4.xml" ContentType="application/vnd.openxmlformats-officedocument.presentationml.slide+xml"/>
  <Override PartName="/ppt/beginner/notesSlides/notesSlide4.xml" ContentType="application/vnd.openxmlformats-officedocument.presentationml.notesSlide+xml"/>
  <Override PartName="/ppt/slides/beginner_slide5.xml" ContentType="application/vnd.openxmlformats-officedocument.presentationml.slide+xml"/>
  <Override PartName="/ppt/beginner/notesSlides/notesSlide5.xml" ContentType="application/vnd.openxmlformats-officedocument.presentationml.notesSlide+xml"/>
  <Override PartName="/ppt/slides/beginner_slide6.xml" ContentType="application/vnd.openxmlformats-officedocument.presentationml.slide+xml"/>
  <Override PartName="/ppt/beginner/notesSlides/notesSlide6.xml" ContentType="application/vnd.openxmlformats-officedocument.presentationml.notesSlide+xml"/>
  <Override PartName="/ppt/slides/beginner_slide7.xml" ContentType="application/vnd.openxmlformats-officedocument.presentationml.slide+xml"/>
  <Override PartName="/ppt/beginner/notesSlides/notesSlide7.xml" ContentType="application/vnd.openxmlformats-officedocument.presentationml.notesSlide+xml"/>
  <Override PartName="/ppt/slides/beginner_slide8.xml" ContentType="application/vnd.openxmlformats-officedocument.presentationml.slide+xml"/>
  <Override PartName="/ppt/beginner/notesSlides/notesSlide8.xml" ContentType="application/vnd.openxmlformats-officedocument.presentationml.notesSlide+xml"/>
  <Override PartName="/ppt/slides/beginner_slide9.xml" ContentType="application/vnd.openxmlformats-officedocument.presentationml.slide+xml"/>
  <Override PartName="/ppt/beginner/notesSlides/notesSlide9.xml" ContentType="application/vnd.openxmlformats-officedocument.presentationml.notesSlide+xml"/>
  <Override PartName="/ppt/slides/beginner_slide10.xml" ContentType="application/vnd.openxmlformats-officedocument.presentationml.slide+xml"/>
  <Override PartName="/ppt/beginner/notesSlides/notesSlide10.xml" ContentType="application/vnd.openxmlformats-officedocument.presentationml.notesSlide+xml"/>
  <Override PartName="/ppt/slides/beginner_slide11.xml" ContentType="application/vnd.openxmlformats-officedocument.presentationml.slide+xml"/>
  <Override PartName="/ppt/beginner/notesSlides/notesSlide11.xml" ContentType="application/vnd.openxmlformats-officedocument.presentationml.notesSlide+xml"/>
  <Override PartName="/ppt/slides/beginner_slide12.xml" ContentType="application/vnd.openxmlformats-officedocument.presentationml.slide+xml"/>
  <Override PartName="/ppt/beginner/notesSlides/notesSlide12.xml" ContentType="application/vnd.openxmlformats-officedocument.presentationml.notesSlide+xml"/>
  <Override PartName="/ppt/slides/beginner_slide13.xml" ContentType="application/vnd.openxmlformats-officedocument.presentationml.slide+xml"/>
  <Override PartName="/ppt/beginner/notesSlides/notesSlide13.xml" ContentType="application/vnd.openxmlformats-officedocument.presentationml.notesSlide+xml"/>
  <Override PartName="/ppt/slides/beginner_slide14.xml" ContentType="application/vnd.openxmlformats-officedocument.presentationml.slide+xml"/>
  <Override PartName="/ppt/beginner/notesSlides/notesSlide14.xml" ContentType="application/vnd.openxmlformats-officedocument.presentationml.notesSlide+xml"/>
  <Override PartName="/ppt/slides/beginner_slide15.xml" ContentType="application/vnd.openxmlformats-officedocument.presentationml.slide+xml"/>
  <Override PartName="/ppt/beginner/notesSlides/notesSlide15.xml" ContentType="application/vnd.openxmlformats-officedocument.presentationml.notesSlide+xml"/>
  <Override PartName="/ppt/slides/beginner_slide16.xml" ContentType="application/vnd.openxmlformats-officedocument.presentationml.slide+xml"/>
  <Override PartName="/ppt/beginner/notesSlides/notesSlide16.xml" ContentType="application/vnd.openxmlformats-officedocument.presentationml.notesSlide+xml"/>
  <Override PartName="/ppt/slides/beginner_slide17.xml" ContentType="application/vnd.openxmlformats-officedocument.presentationml.slide+xml"/>
  <Override PartName="/ppt/beginner/notesSlides/notesSlide17.xml" ContentType="application/vnd.openxmlformats-officedocument.presentationml.notesSlide+xml"/>
  <Override PartName="/ppt/slides/beginner_slide18.xml" ContentType="application/vnd.openxmlformats-officedocument.presentationml.slide+xml"/>
  <Override PartName="/ppt/beginner/notesSlides/notesSlide18.xml" ContentType="application/vnd.openxmlformats-officedocument.presentationml.notesSlide+xml"/>
  <Override PartName="/ppt/slides/beginner_slide19.xml" ContentType="application/vnd.openxmlformats-officedocument.presentationml.slide+xml"/>
  <Override PartName="/ppt/beginner/notesSlides/notesSlide19.xml" ContentType="application/vnd.openxmlformats-officedocument.presentationml.notesSlide+xml"/>
  <Override PartName="/ppt/slides/pythonentry_slide1.xml" ContentType="application/vnd.openxmlformats-officedocument.presentationml.slide+xml"/>
  <Override PartName="/ppt/pythonentry/slideLayouts/slideLayout6.xml" ContentType="application/vnd.openxmlformats-officedocument.presentationml.slideLayout+xml"/>
  <Override PartName="/ppt/pythonentry/slideMasters/slideMaster1.xml" ContentType="application/vnd.openxmlformats-officedocument.presentationml.slideMaster+xml"/>
  <Override PartName="/ppt/pythonentry/slideMasters/theme/theme2.xml" ContentType="application/vnd.openxmlformats-officedocument.theme+xml"/>
  <Override PartName="/ppt/pythonentry/slideLayouts/slideLayout1.xml" ContentType="application/vnd.openxmlformats-officedocument.presentationml.slideLayout+xml"/>
  <Override PartName="/ppt/pythonentry/slideLayouts/slideLayout2.xml" ContentType="application/vnd.openxmlformats-officedocument.presentationml.slideLayout+xml"/>
  <Override PartName="/ppt/pythonentry/slideLayouts/slideLayout3.xml" ContentType="application/vnd.openxmlformats-officedocument.presentationml.slideLayout+xml"/>
  <Override PartName="/ppt/pythonentry/slideLayouts/slideLayout4.xml" ContentType="application/vnd.openxmlformats-officedocument.presentationml.slideLayout+xml"/>
  <Override PartName="/ppt/pythonentry/slideLayouts/slideLayout5.xml" ContentType="application/vnd.openxmlformats-officedocument.presentationml.slideLayout+xml"/>
  <Override PartName="/ppt/pythonentry/notesSlides/notesSlide1.xml" ContentType="application/vnd.openxmlformats-officedocument.presentationml.notesSlide+xml"/>
  <Override PartName="/ppt/slides/pythonentry_slide2.xml" ContentType="application/vnd.openxmlformats-officedocument.presentationml.slide+xml"/>
  <Override PartName="/ppt/pythonentry/notesSlides/notesSlide2.xml" ContentType="application/vnd.openxmlformats-officedocument.presentationml.notesSlide+xml"/>
  <Override PartName="/ppt/slides/pythonentry_slide3.xml" ContentType="application/vnd.openxmlformats-officedocument.presentationml.slide+xml"/>
  <Override PartName="/ppt/pythonentry/notesSlides/notesSlide3.xml" ContentType="application/vnd.openxmlformats-officedocument.presentationml.notesSlide+xml"/>
  <Override PartName="/ppt/slides/pythonentry_slide4.xml" ContentType="application/vnd.openxmlformats-officedocument.presentationml.slide+xml"/>
  <Override PartName="/ppt/pythonentry/notesSlides/notesSlide4.xml" ContentType="application/vnd.openxmlformats-officedocument.presentationml.notesSlide+xml"/>
  <Override PartName="/ppt/slides/pythonentry_slide5.xml" ContentType="application/vnd.openxmlformats-officedocument.presentationml.slide+xml"/>
  <Override PartName="/ppt/pythonentry/notesSlides/notesSlide5.xml" ContentType="application/vnd.openxmlformats-officedocument.presentationml.notesSlide+xml"/>
  <Override PartName="/ppt/slides/sdkscope_slide1.xml" ContentType="application/vnd.openxmlformats-officedocument.presentationml.slide+xml"/>
  <Override PartName="/ppt/sdkscope/slideLayouts/slideLayout6.xml" ContentType="application/vnd.openxmlformats-officedocument.presentationml.slideLayout+xml"/>
  <Override PartName="/ppt/sdkscope/slideMasters/slideMaster1.xml" ContentType="application/vnd.openxmlformats-officedocument.presentationml.slideMaster+xml"/>
  <Override PartName="/ppt/sdkscope/slideMasters/theme/theme2.xml" ContentType="application/vnd.openxmlformats-officedocument.theme+xml"/>
  <Override PartName="/ppt/sdkscope/slideLayouts/slideLayout1.xml" ContentType="application/vnd.openxmlformats-officedocument.presentationml.slideLayout+xml"/>
  <Override PartName="/ppt/sdkscope/slideLayouts/slideLayout2.xml" ContentType="application/vnd.openxmlformats-officedocument.presentationml.slideLayout+xml"/>
  <Override PartName="/ppt/sdkscope/slideLayouts/slideLayout3.xml" ContentType="application/vnd.openxmlformats-officedocument.presentationml.slideLayout+xml"/>
  <Override PartName="/ppt/sdkscope/slideLayouts/slideLayout4.xml" ContentType="application/vnd.openxmlformats-officedocument.presentationml.slideLayout+xml"/>
  <Override PartName="/ppt/sdkscope/slideLayouts/slideLayout5.xml" ContentType="application/vnd.openxmlformats-officedocument.presentationml.slideLayout+xml"/>
  <Override PartName="/ppt/sdkscope/notesSlides/notesSlide1.xml" ContentType="application/vnd.openxmlformats-officedocument.presentationml.notesSlide+xml"/>
  <Override PartName="/ppt/slides/sdkscope_slide3.xml" ContentType="application/vnd.openxmlformats-officedocument.presentationml.slide+xml"/>
  <Override PartName="/ppt/sdkscope/notesSlides/notesSlide3.xml" ContentType="application/vnd.openxmlformats-officedocument.presentationml.notesSlide+xml"/>
  <Override PartName="/ppt/slides/sdkscope_slide2.xml" ContentType="application/vnd.openxmlformats-officedocument.presentationml.slide+xml"/>
  <Override PartName="/ppt/sdkscope/notesSlides/notesSlide2.xml" ContentType="application/vnd.openxmlformats-officedocument.presentationml.notesSlide+xml"/>
  <Override PartName="/ppt/theme/lizhaojunCoverTheme.xml" ContentType="application/vnd.openxmlformats-officedocument.theme+xml"/>
  <Override PartName="/ppt/slideMasters/lizhaojunCoverMaster.xml" ContentType="application/vnd.openxmlformats-officedocument.presentationml.slideMaster+xml"/>
  <Override PartName="/ppt/slideLayouts/lizhaojunCoverLayout.xml" ContentType="application/vnd.openxmlformats-officedocument.presentationml.slideLayout+xml"/>
  <Override PartName="/ppt/slides/guide3.xml" ContentType="application/vnd.openxmlformats-officedocument.presentationml.slide+xml"/>
  <Override PartName="/ppt/notesSlides/guide3.xml" ContentType="application/vnd.openxmlformats-officedocument.presentationml.notesSlide+xml"/>
  <Override PartName="/ppt/slides/guide4.xml" ContentType="application/vnd.openxmlformats-officedocument.presentationml.slide+xml"/>
  <Override PartName="/ppt/notesSlides/gu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687407b228bc4231"/><Relationship Type="http://schemas.openxmlformats.org/officeDocument/2006/relationships/extended-properties" Target="/docProps/app.xml" Id="R66caa793e8ff477b"/><Relationship Type="http://schemas.openxmlformats.org/officeDocument/2006/relationships/officeDocument" Target="/ppt/presentation.xml" Id="R153fa8ba52344517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c5bb6446ed654fb2"/>
    <p:sldMasterId id="2147483655" r:id="rIdBeginnerMaster2147483655"/>
    <p:sldMasterId id="2147483662" r:id="rIdPythonEntryMaster2147483662"/>
    <p:sldMasterId id="2147483669" r:id="rIdSdkScopeMaster2147483669"/>
    <p:sldMasterId id="2147483677" r:id="rIdLizhaojunCover"/>
  </p:sldMasterIdLst>
  <p:notesMasterIdLst>
    <p:notesMasterId xmlns:r="http://schemas.openxmlformats.org/officeDocument/2006/relationships" r:id="R9b9f2624dfec4b0a"/>
  </p:notesMasterIdLst>
  <p:sldIdLst>
    <p:sldId id="801" r:id="rIdGuideOrder1"/>
    <p:sldId id="802" r:id="rIdGuideOrder2"/>
    <p:sldId id="803" r:id="rIdGuideOrder3"/>
    <p:sldId id="804" r:id="rIdGuideOrder4"/>
    <p:sldId id="805" r:id="rIdGuideOrder5"/>
    <p:sldId id="806" r:id="rIdGuideOrder6"/>
    <p:sldId id="807" r:id="rIdGuideOrder7"/>
    <p:sldId id="808" r:id="rIdGuideOrder8"/>
    <p:sldId id="809" r:id="rIdGuideOrder9"/>
    <p:sldId id="810" r:id="rIdGuideOrder10"/>
    <p:sldId id="811" r:id="rIdGuideOrder11"/>
    <p:sldId id="812" r:id="rIdGuideOrder12"/>
    <p:sldId id="813" r:id="rIdGuideOrder13"/>
    <p:sldId id="814" r:id="rIdGuideOrder14"/>
    <p:sldId id="815" r:id="rIdGuideOrder15"/>
    <p:sldId id="816" r:id="rIdGuideOrder16"/>
    <p:sldId id="817" r:id="rIdGuideOrder17"/>
    <p:sldId id="818" r:id="rIdGuideOrder18"/>
    <p:sldId id="819" r:id="rIdGuideOrder19"/>
    <p:sldId id="820" r:id="rIdGuideOrder20"/>
    <p:sldId id="821" r:id="rIdGuideOrder21"/>
    <p:sldId id="822" r:id="rIdGuideOrder22"/>
    <p:sldId id="823" r:id="rIdGuideOrder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91ec4c563a994d80"/><Relationship Type="http://schemas.openxmlformats.org/officeDocument/2006/relationships/slideMaster" Target="/ppt/slideMasters/slideMaster1.xml" Id="Rc5bb6446ed654fb2"/><Relationship Type="http://schemas.openxmlformats.org/officeDocument/2006/relationships/notesMaster" Target="/ppt/notesMasters/notesMaster1.xml" Id="R9b9f2624dfec4b0a"/><Relationship Type="http://schemas.openxmlformats.org/officeDocument/2006/relationships/presProps" Target="/ppt/presProps.xml" Id="R22e3f799b39a4149"/><Relationship Type="http://schemas.openxmlformats.org/officeDocument/2006/relationships/tableStyles" Target="/ppt/tableStyles.xml" Id="Rd30f802f18cb4055"/><Relationship Id="rIdBeginnerMaster2147483655" Type="http://schemas.openxmlformats.org/officeDocument/2006/relationships/slideMaster" Target="beginner/slideMasters/slideMaster1.xml"/><Relationship Id="rIdPythonEntryMaster2147483662" Type="http://schemas.openxmlformats.org/officeDocument/2006/relationships/slideMaster" Target="pythonentry/slideMasters/slideMaster1.xml"/><Relationship Id="rIdSdkScopeMaster2147483669" Type="http://schemas.openxmlformats.org/officeDocument/2006/relationships/slideMaster" Target="sdkscope/slideMasters/slideMaster1.xml"/><Relationship Id="rIdLizhaojunCover" Type="http://schemas.openxmlformats.org/officeDocument/2006/relationships/slideMaster" Target="/ppt/slideMasters/lizhaojunCoverMaster.xml"/><Relationship Id="rIdGuideOrder1" Type="http://schemas.openxmlformats.org/officeDocument/2006/relationships/slide" Target="slides/slide1.xml"/><Relationship Id="rIdGuideOrder2" Type="http://schemas.openxmlformats.org/officeDocument/2006/relationships/slide" Target="slides/beginner_slide1.xml"/><Relationship Id="rIdGuideOrder3" Type="http://schemas.openxmlformats.org/officeDocument/2006/relationships/slide" Target="slides/guide3.xml"/><Relationship Id="rIdGuideOrder4" Type="http://schemas.openxmlformats.org/officeDocument/2006/relationships/slide" Target="slides/pythonentry_slide1.xml"/><Relationship Id="rIdGuideOrder5" Type="http://schemas.openxmlformats.org/officeDocument/2006/relationships/slide" Target="slides/beginner_slide3.xml"/><Relationship Id="rIdGuideOrder6" Type="http://schemas.openxmlformats.org/officeDocument/2006/relationships/slide" Target="slides/beginner_slide4.xml"/><Relationship Id="rIdGuideOrder7" Type="http://schemas.openxmlformats.org/officeDocument/2006/relationships/slide" Target="slides/beginner_slide5.xml"/><Relationship Id="rIdGuideOrder8" Type="http://schemas.openxmlformats.org/officeDocument/2006/relationships/slide" Target="slides/beginner_slide6.xml"/><Relationship Id="rIdGuideOrder9" Type="http://schemas.openxmlformats.org/officeDocument/2006/relationships/slide" Target="slides/pythonentry_slide2.xml"/><Relationship Id="rIdGuideOrder10" Type="http://schemas.openxmlformats.org/officeDocument/2006/relationships/slide" Target="slides/beginner_slide8.xml"/><Relationship Id="rIdGuideOrder11" Type="http://schemas.openxmlformats.org/officeDocument/2006/relationships/slide" Target="slides/pythonentry_slide3.xml"/><Relationship Id="rIdGuideOrder12" Type="http://schemas.openxmlformats.org/officeDocument/2006/relationships/slide" Target="slides/pythonentry_slide4.xml"/><Relationship Id="rIdGuideOrder13" Type="http://schemas.openxmlformats.org/officeDocument/2006/relationships/slide" Target="slides/pythonentry_slide5.xml"/><Relationship Id="rIdGuideOrder14" Type="http://schemas.openxmlformats.org/officeDocument/2006/relationships/slide" Target="slides/beginner_slide12.xml"/><Relationship Id="rIdGuideOrder15" Type="http://schemas.openxmlformats.org/officeDocument/2006/relationships/slide" Target="slides/beginner_slide13.xml"/><Relationship Id="rIdGuideOrder16" Type="http://schemas.openxmlformats.org/officeDocument/2006/relationships/slide" Target="slides/beginner_slide14.xml"/><Relationship Id="rIdGuideOrder17" Type="http://schemas.openxmlformats.org/officeDocument/2006/relationships/slide" Target="slides/guide4.xml"/><Relationship Id="rIdGuideOrder18" Type="http://schemas.openxmlformats.org/officeDocument/2006/relationships/slide" Target="slides/sdkscope_slide1.xml"/><Relationship Id="rIdGuideOrder19" Type="http://schemas.openxmlformats.org/officeDocument/2006/relationships/slide" Target="slides/sdkscope_slide3.xml"/><Relationship Id="rIdGuideOrder20" Type="http://schemas.openxmlformats.org/officeDocument/2006/relationships/slide" Target="slides/beginner_slide16.xml"/><Relationship Id="rIdGuideOrder21" Type="http://schemas.openxmlformats.org/officeDocument/2006/relationships/slide" Target="slides/beginner_slide17.xml"/><Relationship Id="rIdGuideOrder22" Type="http://schemas.openxmlformats.org/officeDocument/2006/relationships/slide" Target="slides/sdkscope_slide2.xml"/><Relationship Id="rIdGuideOrder23" Type="http://schemas.openxmlformats.org/officeDocument/2006/relationships/slide" Target="slides/beginner_slide19.xml"/></Relationships>
</file>

<file path=ppt/beginner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.xml" Id="Ra2993484781b4bbd"/><Relationship Type="http://schemas.openxmlformats.org/officeDocument/2006/relationships/notesMaster" Target="../../notesMasters/notesMaster1.xml" Id="R001d0265e9c6427a"/></Relationships>
</file>

<file path=ppt/beginner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.xml" Id="R92c4a9dc14f748d6"/><Relationship Type="http://schemas.openxmlformats.org/officeDocument/2006/relationships/notesMaster" Target="../../notesMasters/notesMaster1.xml" Id="R7e09a162a608464a"/></Relationships>
</file>

<file path=ppt/beginner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3.xml" Id="R42af272ac5f049c6"/><Relationship Type="http://schemas.openxmlformats.org/officeDocument/2006/relationships/notesMaster" Target="../../notesMasters/notesMaster1.xml" Id="R1ae4f1af393c470c"/></Relationships>
</file>

<file path=ppt/beginner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4.xml" Id="Re845d942f359437e"/><Relationship Type="http://schemas.openxmlformats.org/officeDocument/2006/relationships/notesMaster" Target="../../notesMasters/notesMaster1.xml" Id="R27b504c8e60c46b7"/></Relationships>
</file>

<file path=ppt/beginner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5.xml" Id="R9e100a62d41e4a1d"/><Relationship Type="http://schemas.openxmlformats.org/officeDocument/2006/relationships/notesMaster" Target="../../notesMasters/notesMaster1.xml" Id="R281a337c989b4cec"/></Relationships>
</file>

<file path=ppt/beginner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6.xml" Id="Rba7d47acbd6a4f1c"/><Relationship Type="http://schemas.openxmlformats.org/officeDocument/2006/relationships/notesMaster" Target="../../notesMasters/notesMaster1.xml" Id="R57426b18c0f74e6a"/></Relationships>
</file>

<file path=ppt/beginner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7.xml" Id="R86a1c407aa9e4d2f"/><Relationship Type="http://schemas.openxmlformats.org/officeDocument/2006/relationships/notesMaster" Target="../../notesMasters/notesMaster1.xml" Id="R68a2696775aa4148"/></Relationships>
</file>

<file path=ppt/beginner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8.xml" Id="R2f52c80d36154483"/><Relationship Type="http://schemas.openxmlformats.org/officeDocument/2006/relationships/notesMaster" Target="../../notesMasters/notesMaster1.xml" Id="Rc1fce4d24b634618"/></Relationships>
</file>

<file path=ppt/beginner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9.xml" Id="R4adba19584414eed"/><Relationship Type="http://schemas.openxmlformats.org/officeDocument/2006/relationships/notesMaster" Target="../../notesMasters/notesMaster1.xml" Id="R0750db4ee1a54f61"/></Relationships>
</file>

<file path=ppt/beginner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0.xml" Id="Ra4b72bc0b7ae4178"/><Relationship Type="http://schemas.openxmlformats.org/officeDocument/2006/relationships/notesMaster" Target="../../notesMasters/notesMaster1.xml" Id="R4ceb5a6f661c406d"/></Relationships>
</file>

<file path=ppt/beginner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1.xml" Id="Rc352479b3b004f9b"/><Relationship Type="http://schemas.openxmlformats.org/officeDocument/2006/relationships/notesMaster" Target="../../notesMasters/notesMaster1.xml" Id="Rc90140c2bdaa404d"/></Relationships>
</file>

<file path=ppt/beginner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2.xml" Id="R3299f7b436c641ca"/><Relationship Type="http://schemas.openxmlformats.org/officeDocument/2006/relationships/notesMaster" Target="../../notesMasters/notesMaster1.xml" Id="R72d787a5b20646ea"/></Relationships>
</file>

<file path=ppt/beginner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3.xml" Id="Rf25a1a9ebd694761"/><Relationship Type="http://schemas.openxmlformats.org/officeDocument/2006/relationships/notesMaster" Target="../../notesMasters/notesMaster1.xml" Id="R4c44810f1dc449f7"/></Relationships>
</file>

<file path=ppt/beginner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4.xml" Id="R3fef4f4057544006"/><Relationship Type="http://schemas.openxmlformats.org/officeDocument/2006/relationships/notesMaster" Target="../../notesMasters/notesMaster1.xml" Id="R85573775b3e447b0"/></Relationships>
</file>

<file path=ppt/beginner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5.xml" Id="Re722784220ae4f36"/><Relationship Type="http://schemas.openxmlformats.org/officeDocument/2006/relationships/notesMaster" Target="../../notesMasters/notesMaster1.xml" Id="Rccd923ca8f0545c2"/></Relationships>
</file>

<file path=ppt/beginner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6.xml" Id="Re24aebae010d435c"/><Relationship Type="http://schemas.openxmlformats.org/officeDocument/2006/relationships/notesMaster" Target="../../notesMasters/notesMaster1.xml" Id="R9aeddc68b7ec40b9"/></Relationships>
</file>

<file path=ppt/beginner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7.xml" Id="Rad369e6ac70e44bd"/><Relationship Type="http://schemas.openxmlformats.org/officeDocument/2006/relationships/notesMaster" Target="../../notesMasters/notesMaster1.xml" Id="Rd6dd32651a354857"/></Relationships>
</file>

<file path=ppt/beginner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8.xml" Id="R0f69d2fcea5c45c4"/><Relationship Type="http://schemas.openxmlformats.org/officeDocument/2006/relationships/notesMaster" Target="../../notesMasters/notesMaster1.xml" Id="R5e92215c166e4f61"/></Relationships>
</file>

<file path=ppt/beginner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9.xml" Id="R954a260026c747c6"/><Relationship Type="http://schemas.openxmlformats.org/officeDocument/2006/relationships/notesMaster" Target="../../notesMasters/notesMaster1.xml" Id="R53365f47a8a14be4"/></Relationships>
</file>

<file path=ppt/beginner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对应正文：P001_Linux，先准备 hello_world + mps2/an386 的输入，再进入工程与构建</a:t>
            </a:r>
          </a:p>
          <a:p xmlns:a="http://schemas.openxmlformats.org/drawingml/2006/main">
            <a:r>
              <a:t>系统仍为 Ubuntu 22.04。源码要求的工具版本较新时，补工具即可。</a:t>
            </a:r>
          </a:p>
          <a:p xmlns:a="http://schemas.openxmlformats.org/drawingml/2006/main">
            <a:r>
              <a:t>apt 装主机依赖；官方 Python 源码构建独立解释器。</a:t>
            </a:r>
          </a:p>
          <a:p xmlns:a="http://schemas.openxmlformats.org/drawingml/2006/main">
            <a:r>
              <a:t>west 建工作区并按清单取 CMSIS_6；SDK 提供 ARM 编译工具。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对应正文：P001_Linux，1.0.1 · 不把生成文件当官方原件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对应正文：P001_Linux，1.1_系统和官方依据</a:t>
            </a:r>
          </a:p>
          <a:p xmlns:a="http://schemas.openxmlformats.org/drawingml/2006/main">
            <a:r>
              <a:t># 终端：Linux Bash；任意目录。只读检查。</a:t>
            </a:r>
          </a:p>
          <a:p xmlns:a="http://schemas.openxmlformats.org/drawingml/2006/main">
            <a:r>
              <a:t>cat /etc/os-release</a:t>
            </a:r>
          </a:p>
          <a:p xmlns:a="http://schemas.openxmlformats.org/drawingml/2006/main">
            <a:r>
              <a:t>uname -m</a:t>
            </a:r>
          </a:p>
          <a:p xmlns:a="http://schemas.openxmlformats.org/drawingml/2006/main">
            <a:r>
              <a:t>完整操作单元：../commands/P001_Linux/1.1-01.txt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对应正文：P001_Linux，1.2.1_安装基础工具并检查版本</a:t>
            </a:r>
          </a:p>
          <a:p xmlns:a="http://schemas.openxmlformats.org/drawingml/2006/main">
            <a:r>
              <a:t># 终端：Ubuntu 22.04 Bash；任意目录。</a:t>
            </a:r>
          </a:p>
          <a:p xmlns:a="http://schemas.openxmlformats.org/drawingml/2006/main">
            <a:r>
              <a:t>sudo apt update</a:t>
            </a:r>
          </a:p>
          <a:p xmlns:a="http://schemas.openxmlformats.org/drawingml/2006/main">
            <a:r>
              <a:t>sudo apt install --no-install-recommends git cmake ninja-build gperf \</a:t>
            </a:r>
          </a:p>
          <a:p xmlns:a="http://schemas.openxmlformats.org/drawingml/2006/main">
            <a:r>
              <a:t>  ccache dfu-util device-tree-compiler wget python3-dev python3-venv python3-tk \</a:t>
            </a:r>
          </a:p>
          <a:p xmlns:a="http://schemas.openxmlformats.org/drawingml/2006/main">
            <a:r>
              <a:t>  xz-utils file make gcc gcc-multilib g++-multilib libsdl2-dev libmagic1</a:t>
            </a:r>
          </a:p>
          <a:p xmlns:a="http://schemas.openxmlformats.org/drawingml/2006/main">
            <a:r>
              <a:t>cmake --version</a:t>
            </a:r>
          </a:p>
          <a:p xmlns:a="http://schemas.openxmlformats.org/drawingml/2006/main">
            <a:r>
              <a:t>python3 --version</a:t>
            </a:r>
          </a:p>
          <a:p xmlns:a="http://schemas.openxmlformats.org/drawingml/2006/main">
            <a:r>
              <a:t>dtc --version</a:t>
            </a:r>
          </a:p>
          <a:p xmlns:a="http://schemas.openxmlformats.org/drawingml/2006/main">
            <a:r>
              <a:t>type -a cmake ninja python3 dtc gperf</a:t>
            </a:r>
          </a:p>
          <a:p xmlns:a="http://schemas.openxmlformats.org/drawingml/2006/main">
            <a:r>
              <a:t>完整操作单元：../commands/P001_Linux/1.2.1-01.txt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对应正文：P001_Linux，1.2.2_从 Kitware 官方 Jammy 源安装 CMake</a:t>
            </a:r>
          </a:p>
          <a:p xmlns:a="http://schemas.openxmlformats.org/drawingml/2006/main">
            <a:r>
              <a:t># 终端：Ubuntu 22.04 Bash；任意目录。只适用于 jammy。</a:t>
            </a:r>
          </a:p>
          <a:p xmlns:a="http://schemas.openxmlformats.org/drawingml/2006/main">
            <a:r>
              <a:t>sudo apt-get update</a:t>
            </a:r>
          </a:p>
          <a:p xmlns:a="http://schemas.openxmlformats.org/drawingml/2006/main">
            <a:r>
              <a:t>sudo apt-get install ca-certificates gpg wget</a:t>
            </a:r>
          </a:p>
          <a:p xmlns:a="http://schemas.openxmlformats.org/drawingml/2006/main">
            <a:r>
              <a:t>test -f /usr/share/doc/kitware-archive-keyring/copyright || \</a:t>
            </a:r>
          </a:p>
          <a:p xmlns:a="http://schemas.openxmlformats.org/drawingml/2006/main">
            <a:r>
              <a:t>  wget -O - https://apt.kitware.com/keys/kitware-archive-latest.asc | \</a:t>
            </a:r>
          </a:p>
          <a:p xmlns:a="http://schemas.openxmlformats.org/drawingml/2006/main">
            <a:r>
              <a:t>  gpg --dearmor - | sudo tee /usr/share/keyrings/kitware-archive-keyring.gpg &gt;/dev/null</a:t>
            </a:r>
          </a:p>
          <a:p xmlns:a="http://schemas.openxmlformats.org/drawingml/2006/main">
            <a:r>
              <a:t>完整操作单元：../commands/P001_Linux/1.2.2-01.txt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对应正文：P001_Linux，1.2.2_从 Kitware 官方 Jammy 源安装 CMake</a:t>
            </a:r>
          </a:p>
          <a:p xmlns:a="http://schemas.openxmlformats.org/drawingml/2006/main">
            <a:r>
              <a:t># 终端：Ubuntu 22.04 Bash；上一步密钥已取得。</a:t>
            </a:r>
          </a:p>
          <a:p xmlns:a="http://schemas.openxmlformats.org/drawingml/2006/main">
            <a:r>
              <a:t>echo 'deb [signed-by=/usr/share/keyrings/kitware-archive-keyring.gpg] https://apt.kitware.com/ubuntu/ jammy main' | \</a:t>
            </a:r>
          </a:p>
          <a:p xmlns:a="http://schemas.openxmlformats.org/drawingml/2006/main">
            <a:r>
              <a:t>  sudo tee /etc/apt/sources.list.d/kitware.list &gt;/dev/null</a:t>
            </a:r>
          </a:p>
          <a:p xmlns:a="http://schemas.openxmlformats.org/drawingml/2006/main">
            <a:r>
              <a:t>sudo apt-get update</a:t>
            </a:r>
          </a:p>
          <a:p xmlns:a="http://schemas.openxmlformats.org/drawingml/2006/main">
            <a:r>
              <a:t>test -f /usr/share/doc/kitware-archive-keyring/copyright || \</a:t>
            </a:r>
          </a:p>
          <a:p xmlns:a="http://schemas.openxmlformats.org/drawingml/2006/main">
            <a:r>
              <a:t>  sudo rm /usr/share/keyrings/kitware-archive-keyring.gpg</a:t>
            </a:r>
          </a:p>
          <a:p xmlns:a="http://schemas.openxmlformats.org/drawingml/2006/main">
            <a:r>
              <a:t>sudo apt-get install kitware-archive-keyring</a:t>
            </a:r>
          </a:p>
          <a:p xmlns:a="http://schemas.openxmlformats.org/drawingml/2006/main">
            <a:r>
              <a:t>sudo apt-get install cmake</a:t>
            </a:r>
          </a:p>
          <a:p xmlns:a="http://schemas.openxmlformats.org/drawingml/2006/main">
            <a:r>
              <a:t>cmake --version</a:t>
            </a:r>
          </a:p>
          <a:p xmlns:a="http://schemas.openxmlformats.org/drawingml/2006/main">
            <a:r>
              <a:t>apt-cache policy cmake</a:t>
            </a:r>
          </a:p>
          <a:p xmlns:a="http://schemas.openxmlformats.org/drawingml/2006/main">
            <a:r>
              <a:t>完整操作单元：../commands/P001_Linux/1.2.2-02.txt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对应正文：P001_Linux，1.2.3 · 浏览器下载依据</a:t>
            </a:r>
          </a:p>
          <a:p xmlns:a="http://schemas.openxmlformats.org/drawingml/2006/main">
            <a:r>
              <a:t>打开 Python 3.12.10 发行页，在 Files 中选择 Gzipped source tarball。</a:t>
            </a:r>
          </a:p>
          <a:p xmlns:a="http://schemas.openxmlformats.org/drawingml/2006/main">
            <a:r>
              <a:t>Ubuntu 不使用 Windows 的 amd64.exe。</a:t>
            </a:r>
          </a:p>
          <a:p xmlns:a="http://schemas.openxmlformats.org/drawingml/2006/main">
            <a:r>
              <a:t>源码包需要编译；下一页的开发包让 SSL、压缩和 ctypes 等模块可用。</a:t>
            </a:r>
          </a:p>
          <a:p xmlns:a="http://schemas.openxmlformats.org/drawingml/2006/main">
            <a:r>
              <a:t>python312 是教程选择的用户安装目录，不替换 /usr/bin/python3。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对应正文：P001_Linux，1.2.3_从 Python 官方源码安装 3.12.10</a:t>
            </a:r>
          </a:p>
          <a:p xmlns:a="http://schemas.openxmlformats.org/drawingml/2006/main">
            <a:r>
              <a:t># 终端：Ubuntu 22.04 Bash；任意目录。</a:t>
            </a:r>
          </a:p>
          <a:p xmlns:a="http://schemas.openxmlformats.org/drawingml/2006/main">
            <a:r>
              <a:t>sudo apt-get install build-essential pkg-config libssl-dev zlib1g-dev \</a:t>
            </a:r>
          </a:p>
          <a:p xmlns:a="http://schemas.openxmlformats.org/drawingml/2006/main">
            <a:r>
              <a:t>  libbz2-dev libreadline-dev libsqlite3-dev libffi-dev liblzma-dev \</a:t>
            </a:r>
          </a:p>
          <a:p xmlns:a="http://schemas.openxmlformats.org/drawingml/2006/main">
            <a:r>
              <a:t>  libgdbm-dev libgdbm-compat-dev libncurses-dev tk-dev uuid-dev</a:t>
            </a:r>
          </a:p>
          <a:p xmlns:a="http://schemas.openxmlformats.org/drawingml/2006/main">
            <a:r>
              <a:t>完整操作单元：../commands/P001_Linux/1.2.3-01.txt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对应正文：P001_Linux，1.2.3_从 Python 官方源码安装 3.12.10</a:t>
            </a:r>
          </a:p>
          <a:p xmlns:a="http://schemas.openxmlformats.org/drawingml/2006/main">
            <a:r>
              <a:t># 终端：Ubuntu 22.04 Bash；先进入 Python 下载目录。</a:t>
            </a:r>
          </a:p>
          <a:p xmlns:a="http://schemas.openxmlformats.org/drawingml/2006/main">
            <a:r>
              <a:t>mkdir -p ~/zephyr-tools/src</a:t>
            </a:r>
          </a:p>
          <a:p xmlns:a="http://schemas.openxmlformats.org/drawingml/2006/main">
            <a:r>
              <a:t>cd ~/zephyr-tools/src</a:t>
            </a:r>
          </a:p>
          <a:p xmlns:a="http://schemas.openxmlformats.org/drawingml/2006/main">
            <a:r>
              <a:t>wget https://www.python.org/ftp/python/3.12.10/Python-3.12.10.tgz</a:t>
            </a:r>
          </a:p>
          <a:p xmlns:a="http://schemas.openxmlformats.org/drawingml/2006/main">
            <a:r>
              <a:t>tar -xzf Python-3.12.10.tgz</a:t>
            </a:r>
          </a:p>
          <a:p xmlns:a="http://schemas.openxmlformats.org/drawingml/2006/main">
            <a:r>
              <a:t>cd Python-3.12.10</a:t>
            </a:r>
          </a:p>
          <a:p xmlns:a="http://schemas.openxmlformats.org/drawingml/2006/main">
            <a:r>
              <a:t>./configure --prefix="$HOME/.local/opt/python312" --with-ensurepip=install</a:t>
            </a:r>
          </a:p>
          <a:p xmlns:a="http://schemas.openxmlformats.org/drawingml/2006/main">
            <a:r>
              <a:t>make -j2</a:t>
            </a:r>
          </a:p>
          <a:p xmlns:a="http://schemas.openxmlformats.org/drawingml/2006/main">
            <a:r>
              <a:t>make altinstall</a:t>
            </a:r>
          </a:p>
          <a:p xmlns:a="http://schemas.openxmlformats.org/drawingml/2006/main">
            <a:r>
              <a:t>完整操作单元：../commands/P001_Linux/1.2.3-02.txt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对应正文：P001_Linux，1.2.3_从 Python 官方源码安装 3.12.10</a:t>
            </a:r>
          </a:p>
          <a:p xmlns:a="http://schemas.openxmlformats.org/drawingml/2006/main">
            <a:r>
              <a:t># 终端：Ubuntu 22.04 Bash；任意目录。</a:t>
            </a:r>
          </a:p>
          <a:p xmlns:a="http://schemas.openxmlformats.org/drawingml/2006/main">
            <a:r>
              <a:t># 解释器位置来自本节 --prefix，用它检查版本和必要模块。</a:t>
            </a:r>
          </a:p>
          <a:p xmlns:a="http://schemas.openxmlformats.org/drawingml/2006/main">
            <a:r>
              <a:t>~/.local/opt/python312/bin/python3.12 --version</a:t>
            </a:r>
          </a:p>
          <a:p xmlns:a="http://schemas.openxmlformats.org/drawingml/2006/main">
            <a:r>
              <a:t>~/.local/opt/python312/bin/python3.12 -c \</a:t>
            </a:r>
          </a:p>
          <a:p xmlns:a="http://schemas.openxmlformats.org/drawingml/2006/main">
            <a:r>
              <a:t>  'import ssl, sqlite3, bz2, lzma, ctypes, venv; print(ssl.OPENSSL_VERSION)'</a:t>
            </a:r>
          </a:p>
          <a:p xmlns:a="http://schemas.openxmlformats.org/drawingml/2006/main">
            <a:r>
              <a:t>~/.local/opt/python312/bin/python3.12 -m pip --version</a:t>
            </a:r>
          </a:p>
          <a:p xmlns:a="http://schemas.openxmlformats.org/drawingml/2006/main">
            <a:r>
              <a:t>完整操作单元：../commands/P001_Linux/1.2.3-03.txt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对应正文：P001_Linux，1.3_创建 Linux 虚拟环境</a:t>
            </a:r>
          </a:p>
          <a:p xmlns:a="http://schemas.openxmlformats.org/drawingml/2006/main">
            <a:r>
              <a:t># 终端：Linux Bash；任意目录。路径沿用官方示例。</a:t>
            </a:r>
          </a:p>
          <a:p xmlns:a="http://schemas.openxmlformats.org/drawingml/2006/main">
            <a:r>
              <a:t># 使用 1.2.3 安装的解释器，创建 Zephyr 工作区的独立环境。</a:t>
            </a:r>
          </a:p>
          <a:p xmlns:a="http://schemas.openxmlformats.org/drawingml/2006/main">
            <a:r>
              <a:t>~/.local/opt/python312/bin/python3.12 -m venv ~/zephyrproject/.venv</a:t>
            </a:r>
          </a:p>
          <a:p xmlns:a="http://schemas.openxmlformats.org/drawingml/2006/main">
            <a:r>
              <a:t>source ~/zephyrproject/.venv/bin/activate</a:t>
            </a:r>
          </a:p>
          <a:p xmlns:a="http://schemas.openxmlformats.org/drawingml/2006/main">
            <a:r>
              <a:t>python --version</a:t>
            </a:r>
          </a:p>
          <a:p xmlns:a="http://schemas.openxmlformats.org/drawingml/2006/main">
            <a:r>
              <a:t>python -c 'import sys; print(sys.executable); print(sys.platform)'</a:t>
            </a:r>
          </a:p>
          <a:p xmlns:a="http://schemas.openxmlformats.org/drawingml/2006/main">
            <a:r>
              <a:t>python -m pip install west</a:t>
            </a:r>
          </a:p>
          <a:p xmlns:a="http://schemas.openxmlformats.org/drawingml/2006/main">
            <a:r>
              <a:t>west --version</a:t>
            </a:r>
          </a:p>
          <a:p xmlns:a="http://schemas.openxmlformats.org/drawingml/2006/main">
            <a:r>
              <a:t>完整操作单元：../commands/P001_Linux/1.3-01.txt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对应正文：P001_Linux，1.4 · 官方工作区布局</a:t>
            </a:r>
          </a:p>
          <a:p xmlns:a="http://schemas.openxmlformats.org/drawingml/2006/main">
            <a:r>
              <a:t>~/zephyrproject 是工作区根，里面有 .west、.venv、zephyr 与 modules。</a:t>
            </a:r>
          </a:p>
          <a:p xmlns:a="http://schemas.openxmlformats.org/drawingml/2006/main">
            <a:r>
              <a:t>~/zephyrproject/zephyr 才是含 VERSION、boards、samples 的主源码。</a:t>
            </a:r>
          </a:p>
          <a:p xmlns:a="http://schemas.openxmlformats.org/drawingml/2006/main">
            <a:r>
              <a:t>west init 建立管理目录并获取主仓库；west update 按清单取得外部项目。</a:t>
            </a:r>
          </a:p>
          <a:p xmlns:a="http://schemas.openxmlformats.org/drawingml/2006/main">
            <a:r>
              <a:t>已有工作区只恢复环境，不反复 init。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对应正文：P001_Linux，1.4_取得官方源码和模块</a:t>
            </a:r>
          </a:p>
          <a:p xmlns:a="http://schemas.openxmlformats.org/drawingml/2006/main">
            <a:r>
              <a:t># 终端：Linux Bash；上一步 .venv 已激活。</a:t>
            </a:r>
          </a:p>
          <a:p xmlns:a="http://schemas.openxmlformats.org/drawingml/2006/main">
            <a:r>
              <a:t>west init -m https://github.com/zephyrproject-rtos/zephyr ~/zephyrproject</a:t>
            </a:r>
          </a:p>
          <a:p xmlns:a="http://schemas.openxmlformats.org/drawingml/2006/main">
            <a:r>
              <a:t>cd ~/zephyrproject</a:t>
            </a:r>
          </a:p>
          <a:p xmlns:a="http://schemas.openxmlformats.org/drawingml/2006/main">
            <a:r>
              <a:t>west update</a:t>
            </a:r>
          </a:p>
          <a:p xmlns:a="http://schemas.openxmlformats.org/drawingml/2006/main">
            <a:r>
              <a:t>cd zephyr</a:t>
            </a:r>
          </a:p>
          <a:p xmlns:a="http://schemas.openxmlformats.org/drawingml/2006/main">
            <a:r>
              <a:t>git rev-parse HEAD</a:t>
            </a:r>
          </a:p>
          <a:p xmlns:a="http://schemas.openxmlformats.org/drawingml/2006/main">
            <a:r>
              <a:t>cat VERSION</a:t>
            </a:r>
          </a:p>
          <a:p xmlns:a="http://schemas.openxmlformats.org/drawingml/2006/main">
            <a:r>
              <a:t>cat SDK_VERSION</a:t>
            </a:r>
          </a:p>
          <a:p xmlns:a="http://schemas.openxmlformats.org/drawingml/2006/main">
            <a:r>
              <a:t>完整操作单元：../commands/P001_Linux/1.4-01.txt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对应正文：P001_Linux，1.4_取得官方源码和模块</a:t>
            </a:r>
          </a:p>
          <a:p xmlns:a="http://schemas.openxmlformats.org/drawingml/2006/main">
            <a:r>
              <a:t># Ubuntu 22.04 Bash；1.4 的 west init/update 已完成，venv 已激活。</a:t>
            </a:r>
          </a:p>
          <a:p xmlns:a="http://schemas.openxmlformats.org/drawingml/2006/main">
            <a:r>
              <a:t>cd ~/zephyrproject/zephyr</a:t>
            </a:r>
          </a:p>
          <a:p xmlns:a="http://schemas.openxmlformats.org/drawingml/2006/main">
            <a:r>
              <a:t>west topdir</a:t>
            </a:r>
          </a:p>
          <a:p xmlns:a="http://schemas.openxmlformats.org/drawingml/2006/main">
            <a:r>
              <a:t>west list cmsis_6 -f '{url} {revision} {abspath}'</a:t>
            </a:r>
          </a:p>
          <a:p xmlns:a="http://schemas.openxmlformats.org/drawingml/2006/main">
            <a:r>
              <a:t>cat ../modules/hal/cmsis_6/zephyr/module.yml</a:t>
            </a:r>
          </a:p>
          <a:p xmlns:a="http://schemas.openxmlformats.org/drawingml/2006/main">
            <a:r>
              <a:t>完整操作单元：../commands/P001_Linux/1.4-02.txt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对应正文：P001_Linux，1.5 · SDK / 工具链 / 包登记</a:t>
            </a:r>
          </a:p>
          <a:p xmlns:a="http://schemas.openxmlformats.org/drawingml/2006/main">
            <a:r>
              <a:t>GNU 包预带多种目标工具链；Minimal 需再装所需目标。</a:t>
            </a:r>
          </a:p>
          <a:p xmlns:a="http://schemas.openxmlformats.org/drawingml/2006/main">
            <a:r>
              <a:t>HC32 与 AN386 使用 arm-zephyr-eabi，不是 AArch64。</a:t>
            </a:r>
          </a:p>
          <a:p xmlns:a="http://schemas.openxmlformats.org/drawingml/2006/main">
            <a:r>
              <a:t>SDK 安装取得工具；setup 的登记帮助 CMake 找到 SDK。</a:t>
            </a:r>
          </a:p>
          <a:p xmlns:a="http://schemas.openxmlformats.org/drawingml/2006/main">
            <a:r>
              <a:t>west zephyr-export 登记的是 Zephyr 源码包，不能替代 SDK 安装。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对应正文：P001_Linux，1.5_安装源码要求的 Python 包和 SDK</a:t>
            </a:r>
          </a:p>
          <a:p xmlns:a="http://schemas.openxmlformats.org/drawingml/2006/main">
            <a:r>
              <a:t># 终端：Linux Bash；位置：~/zephyrproject/zephyr；.venv 已激活。</a:t>
            </a:r>
          </a:p>
          <a:p xmlns:a="http://schemas.openxmlformats.org/drawingml/2006/main">
            <a:r>
              <a:t>west packages pip --install</a:t>
            </a:r>
          </a:p>
          <a:p xmlns:a="http://schemas.openxmlformats.org/drawingml/2006/main">
            <a:r>
              <a:t>west zephyr-export</a:t>
            </a:r>
          </a:p>
          <a:p xmlns:a="http://schemas.openxmlformats.org/drawingml/2006/main">
            <a:r>
              <a:t>west sdk install --help</a:t>
            </a:r>
          </a:p>
          <a:p xmlns:a="http://schemas.openxmlformats.org/drawingml/2006/main">
            <a:r>
              <a:t>west sdk install --gnu-toolchains arm-zephyr-eabi</a:t>
            </a:r>
          </a:p>
          <a:p xmlns:a="http://schemas.openxmlformats.org/drawingml/2006/main">
            <a:r>
              <a:t>完整操作单元：../commands/P001_Linux/1.5-01.txt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对应正文：P001_Linux，1.5 · 与 west 自动安装二选一</a:t>
            </a:r>
          </a:p>
          <a:p xmlns:a="http://schemas.openxmlformats.org/drawingml/2006/main">
            <a:r>
              <a:t>先读取源码 SDK_VERSION，再进入同版 SDK Releases。</a:t>
            </a:r>
          </a:p>
          <a:p xmlns:a="http://schemas.openxmlformats.org/drawingml/2006/main">
            <a:r>
              <a:t>Downloads → SDK Bundle → Linux → x86-64，选 GNU 或 Minimal。</a:t>
            </a:r>
          </a:p>
          <a:p xmlns:a="http://schemas.openxmlformats.org/drawingml/2006/main">
            <a:r>
              <a:t>同时下载 sha256.sum，比对同名归档的摘要。</a:t>
            </a:r>
          </a:p>
          <a:p xmlns:a="http://schemas.openxmlformats.org/drawingml/2006/main">
            <a:r>
              <a:t>解压后进入含 sdk_version、setup.sh 的内层，不新建这些官方文件。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对应正文：P001_Linux，1.5_安装源码要求的 Python 包和 SDK</a:t>
            </a:r>
          </a:p>
          <a:p xmlns:a="http://schemas.openxmlformats.org/drawingml/2006/main">
            <a:r>
              <a:t># Ubuntu 22.04 Bash；手动分支，浏览器已经下载并核对同版 SHA-256。</a:t>
            </a:r>
          </a:p>
          <a:p xmlns:a="http://schemas.openxmlformats.org/drawingml/2006/main">
            <a:r>
              <a:t>cd ~/Downloads</a:t>
            </a:r>
          </a:p>
          <a:p xmlns:a="http://schemas.openxmlformats.org/drawingml/2006/main">
            <a:r>
              <a:t># SDK 根由解压生成；已有同名安装时先停止并核对。</a:t>
            </a:r>
          </a:p>
          <a:p xmlns:a="http://schemas.openxmlformats.org/drawingml/2006/main">
            <a:r>
              <a:t>tar -xf zephyr-sdk-1.0.1_linux-x86_64_minimal.tar.xz -C "$HOME"</a:t>
            </a:r>
          </a:p>
          <a:p xmlns:a="http://schemas.openxmlformats.org/drawingml/2006/main">
            <a:r>
              <a:t>cd ~/zephyr-sdk-1.0.1</a:t>
            </a:r>
          </a:p>
          <a:p xmlns:a="http://schemas.openxmlformats.org/drawingml/2006/main">
            <a:r>
              <a:t># setup.sh 来自官方包；-t 安装 ARM，-c 登记 SDK 的 CMake 包。</a:t>
            </a:r>
          </a:p>
          <a:p xmlns:a="http://schemas.openxmlformats.org/drawingml/2006/main">
            <a:r>
              <a:t>./setup.sh -t arm-zephyr-eabi -c</a:t>
            </a:r>
          </a:p>
          <a:p xmlns:a="http://schemas.openxmlformats.org/drawingml/2006/main">
            <a:r>
              <a:t>./gnu/arm-zephyr-eabi/bin/arm-zephyr-eabi-gcc --version</a:t>
            </a:r>
          </a:p>
          <a:p xmlns:a="http://schemas.openxmlformats.org/drawingml/2006/main">
            <a:r>
              <a:t>完整操作单元：../commands/P001_Linux/1.5-02.txt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对应正文：P001_Linux，1.6_验收与恢复</a:t>
            </a:r>
          </a:p>
          <a:p xmlns:a="http://schemas.openxmlformats.org/drawingml/2006/main">
            <a:r>
              <a:t># 终端：Linux Bash；重新打开终端后的恢复与只读检查。</a:t>
            </a:r>
          </a:p>
          <a:p xmlns:a="http://schemas.openxmlformats.org/drawingml/2006/main">
            <a:r>
              <a:t>source ~/zephyrproject/.venv/bin/activate</a:t>
            </a:r>
          </a:p>
          <a:p xmlns:a="http://schemas.openxmlformats.org/drawingml/2006/main">
            <a:r>
              <a:t>cd ~/zephyrproject/zephyr</a:t>
            </a:r>
          </a:p>
          <a:p xmlns:a="http://schemas.openxmlformats.org/drawingml/2006/main">
            <a:r>
              <a:t>python -c 'import sys; print(sys.executable); print(sys.platform)'</a:t>
            </a:r>
          </a:p>
          <a:p xmlns:a="http://schemas.openxmlformats.org/drawingml/2006/main">
            <a:r>
              <a:t>python -m pip check</a:t>
            </a:r>
          </a:p>
          <a:p xmlns:a="http://schemas.openxmlformats.org/drawingml/2006/main">
            <a:r>
              <a:t>west --version</a:t>
            </a:r>
          </a:p>
          <a:p xmlns:a="http://schemas.openxmlformats.org/drawingml/2006/main">
            <a:r>
              <a:t>west topdir</a:t>
            </a:r>
          </a:p>
          <a:p xmlns:a="http://schemas.openxmlformats.org/drawingml/2006/main">
            <a:r>
              <a:t>west sdk list</a:t>
            </a:r>
          </a:p>
          <a:p xmlns:a="http://schemas.openxmlformats.org/drawingml/2006/main">
            <a:r>
              <a:t>cmake --version</a:t>
            </a:r>
          </a:p>
          <a:p xmlns:a="http://schemas.openxmlformats.org/drawingml/2006/main">
            <a:r>
              <a:t>dtc --version</a:t>
            </a:r>
          </a:p>
          <a:p xmlns:a="http://schemas.openxmlformats.org/drawingml/2006/main">
            <a:r>
              <a:t>完整操作单元：../commands/P001_Linux/1.6-01.txt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8579fe697d0e47d2"/></Relationships>
</file>

<file path=ppt/beginner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563908b798e84df0"/></Relationships>
</file>

<file path=ppt/beginner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9d161eb542974bb9"/></Relationships>
</file>

<file path=ppt/beginner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9e6adfc7218d447a"/></Relationships>
</file>

<file path=ppt/beginner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f8840b7acb33443f"/></Relationships>
</file>

<file path=ppt/beginner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0de098d704104c8e"/></Relationships>
</file>

<file path=ppt/beginner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66A425-E5D0-4862-8973-B688B495B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6371D3-963A-49EB-AB98-57596007B8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beginner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A5B0EEF-0CA6-416C-B274-E68E3CC5B1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beginner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751647-9351-4B3D-8800-A689E3FF2E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33A65B-7BC6-49A6-B6D8-B8A9C44315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A62548-4A59-402D-BA77-BE7432FC90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FC9D9D-B4C5-4F6F-9D3B-F8727F1523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7F48C7B-B8E6-465B-AB22-85A5D7AE2B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5967FE-7644-4263-B40B-AF58F272A8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729022-BBD4-4AF3-9624-5231AD265F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beginner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7a38c71967bc4248"/><Relationship Type="http://schemas.openxmlformats.org/officeDocument/2006/relationships/slideLayout" Target="../slideLayouts/slideLayout1.xml" Id="R8af3b2e54d96481d"/><Relationship Type="http://schemas.openxmlformats.org/officeDocument/2006/relationships/slideLayout" Target="../slideLayouts/slideLayout2.xml" Id="Rf24eab339ace4aa6"/><Relationship Type="http://schemas.openxmlformats.org/officeDocument/2006/relationships/slideLayout" Target="../slideLayouts/slideLayout3.xml" Id="R74d3a97d7c8a4ce6"/><Relationship Type="http://schemas.openxmlformats.org/officeDocument/2006/relationships/slideLayout" Target="../slideLayouts/slideLayout4.xml" Id="Rd317a21710f14450"/><Relationship Type="http://schemas.openxmlformats.org/officeDocument/2006/relationships/slideLayout" Target="../slideLayouts/slideLayout5.xml" Id="Rfec1fe6075dd4f9d"/><Relationship Type="http://schemas.openxmlformats.org/officeDocument/2006/relationships/slideLayout" Target="../slideLayouts/slideLayout6.xml" Id="R2612f509866842a5"/></Relationships>
</file>

<file path=ppt/beginner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8af3b2e54d96481d"/>
    <p:sldLayoutId xmlns:r="http://schemas.openxmlformats.org/officeDocument/2006/relationships" id="2147483657" r:id="Rf24eab339ace4aa6"/>
    <p:sldLayoutId xmlns:r="http://schemas.openxmlformats.org/officeDocument/2006/relationships" id="2147483658" r:id="R74d3a97d7c8a4ce6"/>
    <p:sldLayoutId xmlns:r="http://schemas.openxmlformats.org/officeDocument/2006/relationships" id="2147483659" r:id="Rd317a21710f14450"/>
    <p:sldLayoutId xmlns:r="http://schemas.openxmlformats.org/officeDocument/2006/relationships" id="2147483660" r:id="Rfec1fe6075dd4f9d"/>
    <p:sldLayoutId xmlns:r="http://schemas.openxmlformats.org/officeDocument/2006/relationships" id="2147483661" r:id="R2612f509866842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beginner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88076493b067414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guide3.xml.rels><?xml version='1.0' encoding='UTF-8' standalone='yes'?>
<Relationships xmlns="http://schemas.openxmlformats.org/package/2006/relationships"><Relationship Type="http://schemas.openxmlformats.org/officeDocument/2006/relationships/slide" Target="../slides/guide3.xml" Id="Ra2993484781b4bbd"/><Relationship Type="http://schemas.openxmlformats.org/officeDocument/2006/relationships/notesMaster" Target="../notesMasters/notesMaster1.xml" Id="R001d0265e9c6427a"/></Relationships>
</file>

<file path=ppt/notesSlides/_rels/guide4.xml.rels><?xml version='1.0' encoding='UTF-8' standalone='yes'?>
<Relationships xmlns="http://schemas.openxmlformats.org/package/2006/relationships"><Relationship Type="http://schemas.openxmlformats.org/officeDocument/2006/relationships/slide" Target="../slides/guide4.xml" Id="Ra2993484781b4bbd"/><Relationship Type="http://schemas.openxmlformats.org/officeDocument/2006/relationships/notesMaster" Target="../notesMasters/notesMaster1.xml" Id="R001d0265e9c6427a"/></Relationships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9569f4dab39d4492"/><Relationship Type="http://schemas.openxmlformats.org/officeDocument/2006/relationships/notesMaster" Target="/ppt/notesMasters/notesMaster1.xml" Id="R7dbfd70d03cf4dd1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e6c7a8b6fde44f00"/><Relationship Type="http://schemas.openxmlformats.org/officeDocument/2006/relationships/notesMaster" Target="/ppt/notesMasters/notesMaster1.xml" Id="R403f4bc6a8e74f36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ba1de49eee1544b7"/><Relationship Type="http://schemas.openxmlformats.org/officeDocument/2006/relationships/notesMaster" Target="/ppt/notesMasters/notesMaster1.xml" Id="R05fca1fd95514b99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48bed446274a4e62"/><Relationship Type="http://schemas.openxmlformats.org/officeDocument/2006/relationships/notesMaster" Target="/ppt/notesMasters/notesMaster1.xml" Id="Rc7c1bc5cfba749b5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cea830dd06794cdc"/><Relationship Type="http://schemas.openxmlformats.org/officeDocument/2006/relationships/notesMaster" Target="/ppt/notesMasters/notesMaster1.xml" Id="R44b2d00a31cb4cd6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2f34813dc37d4bed"/><Relationship Type="http://schemas.openxmlformats.org/officeDocument/2006/relationships/notesMaster" Target="/ppt/notesMasters/notesMaster1.xml" Id="R5925e0dca71d4457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a40381303a584188"/><Relationship Type="http://schemas.openxmlformats.org/officeDocument/2006/relationships/notesMaster" Target="/ppt/notesMasters/notesMaster1.xml" Id="Rfecfb8520b1c4b07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c03508a5db8f4de4"/><Relationship Type="http://schemas.openxmlformats.org/officeDocument/2006/relationships/notesMaster" Target="/ppt/notesMasters/notesMaster1.xml" Id="Racd88ad7805d4492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gu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P001 Linux 开篇与 1.4。</ns0:t>
            </ns0:r>
          </ns0:p>
          <ns1:p xmlns:ns1="http://schemas.openxmlformats.org/drawingml/2006/main">
            <ns1:r>
              <ns1:t>从 Ubuntu 22.04 出发，先为 hello_world + mps2/an386 准备环境；换到 HC32 时再补所需芯片支持，应用保持可比较。</ns1:t>
            </ns1:r>
          </ns1:p>
          <ns2:p xmlns:ns2="http://schemas.openxmlformats.org/drawingml/2006/main">
            <ns2:r>
              <ns2:t>hello_world 应用由 CMakeLists.txt、prj.conf 与 main.c 组成；mps2/an386 是 Arm MPS2 FPGA 平台的 Cortex-M4F 目标。同板换应用或同应用换板时，使用各自的构建目录。</ns2:t>
            </ns2:r>
          </ns2:p>
          <ns3:p xmlns:ns3="http://schemas.openxmlformats.org/drawingml/2006/main">
            <ns3:r>
              <ns3:t>主机工具在 Linux 执行，ARM 工具链生成目标指令。~/zephyrproject 是 west 工作区，zephyr 子目录才是主源码，.venv 放在工作区父层。</ns3:t>
            </ns3:r>
          </ns3:p>
          <ns4:p xmlns:ns4="http://schemas.openxmlformats.org/drawingml/2006/main">
            <ns4:r>
              <ns4:t>MPS2 的板、SoC 与架构/驱动已在主仓；CMSIS Core 按当前清单取得。本轮不先下载华大 HAL。</ns4:t>
            </ns4:r>
          </ns4:p>
          <ns5:p xmlns:ns5="http://schemas.openxmlformats.org/drawingml/2006/main">
            <ns5:r>
              <ns5:t>P001 Linux 开篇与 1.4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P001 Linux 1.4。</ns0:t>
            </ns0:r>
          </ns0:p>
          <ns1:p xmlns:ns1="http://schemas.openxmlformats.org/drawingml/2006/main">
            <ns1:r>
              <ns1:t>AN386 的 Cortex-M4 配置需要 CMSIS Core；west list cmsis_6 显示当前版本锁定的仓库、提交与落点，west update cmsis_6 才执行获取。</ns1:t>
            </ns1:r>
          </ns1:p>
          <ns2:p xmlns:ns2="http://schemas.openxmlformats.org/drawingml/2006/main">
            <ns2:r>
              <ns2:t>MPS2 的硬件支持由 Zephyr 内置的板、SoC、架构和驱动承担。Arm Keil 另外提供 BSP/Pack，但这条 Zephyr 构建路线不把它作为输入。</ns2:t>
            </ns2:r>
          </ns2:p>
          <ns3:p xmlns:ns3="http://schemas.openxmlformats.org/drawingml/2006/main">
            <ns3:r>
              <ns3:t>清单不是 BOARD 的自动依赖解析结果。换板或增加功能时，沿设备节点、驱动与 CMake 条件继续查；全量下载并不能替代这次判断。</ns3:t>
            </ns3:r>
          </ns3:p>
          <ns4:p xmlns:ns4="http://schemas.openxmlformats.org/drawingml/2006/main">
            <ns4:r>
              <ns4:t>P001 Linux 1.4；P005 5.3.5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本分支独立于 Windows 环境，采用官方 ~/zephyrproject/zephyr 工作区布局。正文明确该路线按官方文档核对，尚未实际在 Linux 安装及编译。</a:t>
            </a:r>
          </a:p>
          <a:p xmlns:a="http://schemas.openxmlformats.org/drawingml/2006/main">
            <a:r>
              <a:t>依据：https://docs.zephyrproject.org/latest/develop/getting_started/index.html</a:t>
            </a:r>
          </a:p>
          <a:p xmlns:a="http://schemas.openxmlformats.org/drawingml/2006/main">
            <a:r>
              <a:t>本地源码：doc/develop/getting_started/index.rst（使用所选源码版本）。</a:t>
            </a:r>
          </a:p>
          <a:p xmlns:a="http://schemas.openxmlformats.org/drawingml/2006/main">
            <a:r>
              <a:t>资料分工：PPT用于视频讲解与复习，完整操作步骤、观察结果、版本条件与恢复说明见同名P001_官方环境安装与源码准备_Linux.md。本教程明确使用Ubuntu 22.04 LTS。默认包版本不足时，按正文使用Kitware官方Jammy源补齐CMake、Python官方源码安装3.12.10。当前Zephyr快速开始的24.04示例只作上游依据，不改变教程系统目标。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阶段图源文件：assets/stages/linux.mmd。Linux 是独立安装环境。Ubuntu apt 清单不直接适用于其他 Linux 发行版；其他发行版查官方 installation_linux.html。</a:t>
            </a:r>
          </a:p>
          <a:p xmlns:a="http://schemas.openxmlformats.org/drawingml/2006/main">
            <a:r>
              <a:t>依据：https://docs.zephyrproject.org/latest/develop/getting_started/index.html</a:t>
            </a:r>
          </a:p>
          <a:p xmlns:a="http://schemas.openxmlformats.org/drawingml/2006/main">
            <a:r>
              <a:t>本地源码：doc/develop/getting_started/index.rst（使用所选源码版本）。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阶段②。终端：Ubuntu Bash，任意目录。包列表与官方原文一致，只对换行位置作排版调整。apt upgrade 会更新系统软件。ARM64 主机可能需去掉 gcc-multilib/g++-multilib。Linux 使用发行版 Python，Windows .exe 安装器不适用。</a:t>
            </a:r>
          </a:p>
          <a:p xmlns:a="http://schemas.openxmlformats.org/drawingml/2006/main">
            <a:r>
              <a:t>依据：https://docs.zephyrproject.org/latest/develop/getting_started/index.html</a:t>
            </a:r>
          </a:p>
          <a:p xmlns:a="http://schemas.openxmlformats.org/drawingml/2006/main">
            <a:r>
              <a:t>本地源码：doc/develop/getting_started/index.rst（使用所选源码版本）。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阶段③。终端：Linux Bash，任意目录，首次创建独立工作区。已有 .venv 只激活检查，不覆盖。预期 sys.platform=linux，解释器在工作区 .venv/bin。官方步骤没有在 pip install west 固定补丁号；记录实际版本。Windows 教程固定3.12.10/west1.5.0不等于Linux官方要求。</a:t>
            </a:r>
          </a:p>
          <a:p xmlns:a="http://schemas.openxmlformats.org/drawingml/2006/main">
            <a:r>
              <a:t>依据：https://docs.zephyrproject.org/latest/develop/getting_started/index.html</a:t>
            </a:r>
          </a:p>
          <a:p xmlns:a="http://schemas.openxmlformats.org/drawingml/2006/main">
            <a:r>
              <a:t>本地源码：doc/develop/getting_started/index.rst（使用所选源码版本）。</a:t>
            </a:r>
          </a:p>
          <a:p xmlns:a="http://schemas.openxmlformats.org/drawingml/2006/main">
            <a:r>
              <a:t>基础解释器来自正文1.2.3的~/.local/opt/python312安装前缀。必须先检查版本和标准库。已有3.10虚拟环境先按正文备份再重建，不能直接覆盖。新建后预期Python 3.12.10，sys.platform为linux，sys.executable位于工作区.venv/bin。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阶段④。新工作区使用官方 west init/update，前页 .venv 已激活。已有 west 工作区先检查 west topdir，不重复初始化。不设 --mr 会随上游默认分支变化；固定版本要先选真实标签/提交并按 --help 指定。west update取得官方manifest模块，不实现文档仓库同步。</a:t>
            </a:r>
          </a:p>
          <a:p xmlns:a="http://schemas.openxmlformats.org/drawingml/2006/main">
            <a:r>
              <a:t>依据：https://docs.zephyrproject.org/latest/develop/getting_started/index.html</a:t>
            </a:r>
          </a:p>
          <a:p xmlns:a="http://schemas.openxmlformats.org/drawingml/2006/main">
            <a:r>
              <a:t>本地源码：doc/develop/getting_started/index.rst（使用所选源码版本）。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阶段⑤。west packages读取当前源码及已下载模块要求，安装可能更改west版本。zephyr-export注册当前源码的CMake包。SDK安装用官方west sdk入口，按源码要求与实际主机选包。安装位置或架构选项以该源码 --help 为准。手工下载的Linux流程另查SDK官方说明，不使用Windows setup.cmd。</a:t>
            </a:r>
          </a:p>
          <a:p xmlns:a="http://schemas.openxmlformats.org/drawingml/2006/main">
            <a:r>
              <a:t>依据：https://docs.zephyrproject.org/latest/develop/getting_started/index.html</a:t>
            </a:r>
          </a:p>
          <a:p xmlns:a="http://schemas.openxmlformats.org/drawingml/2006/main">
            <a:r>
              <a:t>本地源码：doc/develop/getting_started/index.rst（使用所选源码版本）。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阶段⑥。Linux Bash。验证解释器来自本工作区、pip依赖无冲突、SDK可查询，再进入已有板编译。工具检查、固件编译、实板运行是不同验收层次。安装流程尚未在本机Linux实测，不把原文核对标作执行成功。</a:t>
            </a:r>
          </a:p>
          <a:p xmlns:a="http://schemas.openxmlformats.org/drawingml/2006/main">
            <a:r>
              <a:t>依据：https://docs.zephyrproject.org/latest/develop/getting_started/index.html</a:t>
            </a:r>
          </a:p>
          <a:p xmlns:a="http://schemas.openxmlformats.org/drawingml/2006/main">
            <a:r>
              <a:t>本地源码：doc/develop/getting_started/index.rst（使用所选源码版本）。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每次更新后重新查安装依据，不把本次apt包列表视为固定常量。P003讲解原理、已有mps2/an386和新增练习板及HC32接入，Windows路径/SDK不能照抄为Linux。Linux实际实验前需适配本机路径，并分别记录环境、编译、实板结果。完整命令和来源见linux/P01正文。</a:t>
            </a:r>
          </a:p>
          <a:p xmlns:a="http://schemas.openxmlformats.org/drawingml/2006/main">
            <a:r>
              <a:t>依据：https://docs.zephyrproject.org/latest/develop/getting_started/index.html</a:t>
            </a:r>
          </a:p>
          <a:p xmlns:a="http://schemas.openxmlformats.org/drawingml/2006/main">
            <a:r>
              <a:t>本地源码：doc/develop/getting_started/index.rst（使用所选源码版本）。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Zephyr 的 Linux Host Dependencies 指向 Kitware 更新 CMake。Kitware 提供 Ubuntu Jammy 软件源；该源属于发布方额外软件源。版本来自所选 Zephyr，不由教程凭空固定。来源：https://apt.kitware.com/ 和 https://docs.zephyrproject.org/latest/develop/getting_started/installation_linux.html#cmake 。</a:t>
            </a:r>
          </a:p>
          <a:p xmlns:a="http://schemas.openxmlformats.org/drawingml/2006/main">
            <a:r>
              <a:t>完整操作：P001_官方环境安装与源码准备_Linux.md，1.2—1.3。命令在 Ubuntu 22.04 Bash 执行。本轮仅核对文档、命令语法与版面，未在 Linux 主机安装验证。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 wget、解压与 apt 依赖命令见正文1.2.3。configure、make均成功后才执行安装。--prefix是Python构建选项，HOME是已有的用户主目录变量，并非Zephyr变量。make altinstall在用户目录安装带版本号的解释器，不需要sudo。3.12.10是教程复现版本，不代表最新安全补丁，也非Zephyr指定的唯一补丁号。来源：https://docs.python.org/3.12/using/unix.html#building-python 。</a:t>
            </a:r>
          </a:p>
          <a:p xmlns:a="http://schemas.openxmlformats.org/drawingml/2006/main">
            <a:r>
              <a:t>完整操作：P001_官方环境安装与源码准备_Linux.md，1.2—1.3。命令在 Ubuntu 22.04 Bash 执行。本轮仅核对文档、命令语法与版面，未在 Linux 主机安装验证。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继续使用正文1.2.3安装在~/.local/opt/python312的解释器作为检查对象。缺少_ssl或_ctypes时先检查开发包、configure与make输出，补齐后重新配置构建，不要先创建venv。Python官方源码构建依赖：https://devguide.python.org/getting-started/setup-building/#install-dependencies 。</a:t>
            </a:r>
          </a:p>
          <a:p xmlns:a="http://schemas.openxmlformats.org/drawingml/2006/main">
            <a:r>
              <a:t>完整操作：P001_官方环境安装与源码准备_Linux.md，1.2—1.3。命令在 Ubuntu 22.04 Bash 执行。本轮仅核对文档、命令语法与版面，未在 Linux 主机安装验证。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pythonentry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slides/pythonentry_slide1.xml" Id="Rc6752de31c544b37"/><Relationship Type="http://schemas.openxmlformats.org/officeDocument/2006/relationships/notesMaster" Target="../../notesMasters/notesMaster1.xml" Id="Rdc4bbd7270794cf9"/></Relationships>
</file>

<file path=ppt/pythonentry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slides/pythonentry_slide2.xml" Id="R7bb8cb6f5bd542a8"/><Relationship Type="http://schemas.openxmlformats.org/officeDocument/2006/relationships/notesMaster" Target="../../notesMasters/notesMaster1.xml" Id="R174d4decfd814ee7"/></Relationships>
</file>

<file path=ppt/pythonentry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slides/pythonentry_slide3.xml" Id="R54e333479f104ffd"/><Relationship Type="http://schemas.openxmlformats.org/officeDocument/2006/relationships/notesMaster" Target="../../notesMasters/notesMaster1.xml" Id="R4485ba396be9433f"/></Relationships>
</file>

<file path=ppt/pythonentry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slides/pythonentry_slide4.xml" Id="R9d4b56d300ae4a5f"/><Relationship Type="http://schemas.openxmlformats.org/officeDocument/2006/relationships/notesMaster" Target="../../notesMasters/notesMaster1.xml" Id="R1a07803b257b4494"/></Relationships>
</file>

<file path=ppt/pythonentry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../slides/pythonentry_slide5.xml" Id="R04d1c55fcfcf4105"/><Relationship Type="http://schemas.openxmlformats.org/officeDocument/2006/relationships/notesMaster" Target="../../notesMasters/notesMaster1.xml" Id="R4fa54b5736f34f73"/></Relationships>
</file>

<file path=ppt/pythonentry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对应正文：P001_Linux，1.0.1 · 区分源码、已安装工具和项目环境</a:t>
            </a:r>
          </a:p>
          <a:p xmlns:a="http://schemas.openxmlformats.org/drawingml/2006/main">
            <a:r>
              <a:t>https://docs.python.org/3.12/using/unix.html#building-python</a:t>
            </a:r>
          </a:p>
          <a:p xmlns:a="http://schemas.openxmlformats.org/drawingml/2006/main">
            <a:r>
              <a:t>https://docs.python.org/3.12/library/venv.html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pythonentry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对应正文：P001_Linux，1.2.3 · Ubuntu 22.04 Bash；任意目录</a:t>
            </a:r>
          </a:p>
          <a:p xmlns:a="http://schemas.openxmlformats.org/drawingml/2006/main">
            <a:r>
              <a:t>https://docs.python.org/3.12/using/unix.html#building-python</a:t>
            </a:r>
          </a:p>
          <a:p xmlns:a="http://schemas.openxmlformats.org/drawingml/2006/main">
            <a:r>
              <a:t>https://docs.python.org/3.12/library/venv.html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pythonentry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对应正文：P001_Linux，1.2.3 · Ubuntu 22.04 Bash</a:t>
            </a:r>
          </a:p>
          <a:p xmlns:a="http://schemas.openxmlformats.org/drawingml/2006/main">
            <a:r>
              <a:t>https://docs.python.org/3.12/using/unix.html#building-python</a:t>
            </a:r>
          </a:p>
          <a:p xmlns:a="http://schemas.openxmlformats.org/drawingml/2006/main">
            <a:r>
              <a:t>https://docs.python.org/3.12/library/venv.html</a:t>
            </a:r>
          </a:p>
          <a:p xmlns:a="http://schemas.openxmlformats.org/drawingml/2006/main">
            <a:r>
              <a:t>完整操作单元：../commands/P001_Linux/1.2.3-02.txt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pythonentry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对应正文：P001_Linux，1.2.3 · 安装完成后</a:t>
            </a:r>
          </a:p>
          <a:p xmlns:a="http://schemas.openxmlformats.org/drawingml/2006/main">
            <a:r>
              <a:t>https://docs.python.org/3.12/using/unix.html#building-python</a:t>
            </a:r>
          </a:p>
          <a:p xmlns:a="http://schemas.openxmlformats.org/drawingml/2006/main">
            <a:r>
              <a:t>https://docs.python.org/3.12/library/venv.html</a:t>
            </a:r>
          </a:p>
          <a:p xmlns:a="http://schemas.openxmlformats.org/drawingml/2006/main">
            <a:r>
              <a:t>完整操作单元：../commands/P001_Linux/1.2.3-03.txt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pythonentry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对应正文：P001_Linux，1.3 · 首次创建；已有环境只激活</a:t>
            </a:r>
          </a:p>
          <a:p xmlns:a="http://schemas.openxmlformats.org/drawingml/2006/main">
            <a:r>
              <a:t>https://docs.python.org/3.12/using/unix.html#building-python</a:t>
            </a:r>
          </a:p>
          <a:p xmlns:a="http://schemas.openxmlformats.org/drawingml/2006/main">
            <a:r>
              <a:t>https://docs.python.org/3.12/library/venv.html</a:t>
            </a:r>
          </a:p>
          <a:p xmlns:a="http://schemas.openxmlformats.org/drawingml/2006/main">
            <a:r>
              <a:t>完整操作单元：../commands/P001_Linux/1.3-01.txt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pythonentry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2fe0a6bc45424c65"/></Relationships>
</file>

<file path=ppt/pythonentry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b605b38e630b4a24"/></Relationships>
</file>

<file path=ppt/pythonentry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fe12e58506fc4591"/></Relationships>
</file>

<file path=ppt/pythonentry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8589a4ee3f2d4edf"/></Relationships>
</file>

<file path=ppt/pythonentry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78d120a3429d4a95"/></Relationships>
</file>

<file path=ppt/pythonentry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d1923fbd118f4f9f"/></Relationships>
</file>

<file path=ppt/pythonentry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73D734-6BAD-4F6F-BE1F-036EF1E0A2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370F30-B8F5-4424-8B1C-49E61A7382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pythonentry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E1B2C10-73C6-4B39-916C-975FE1FF79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pythonentry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71DB89-76AC-4678-BFE9-E0A33B898E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578FED-4402-4723-9073-08F2B46437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pythonentry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D040D0-223C-4C1F-AB65-AC8CA93D2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3B90E9-35DE-4061-9914-F880D62486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53E881-C4DD-4212-A95A-E866372B5B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pythonentry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4BE818-5532-4BC8-96A1-5905F7BF26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31617C-C177-479D-BEE1-1A90C276B2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pythonentry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pythonentry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3af3b01eb0e54c02"/><Relationship Type="http://schemas.openxmlformats.org/officeDocument/2006/relationships/slideLayout" Target="../slideLayouts/slideLayout1.xml" Id="Rb1b1880c823643a7"/><Relationship Type="http://schemas.openxmlformats.org/officeDocument/2006/relationships/slideLayout" Target="../slideLayouts/slideLayout2.xml" Id="Rde488597f5d84e70"/><Relationship Type="http://schemas.openxmlformats.org/officeDocument/2006/relationships/slideLayout" Target="../slideLayouts/slideLayout3.xml" Id="Rfbc9cc963ffe4926"/><Relationship Type="http://schemas.openxmlformats.org/officeDocument/2006/relationships/slideLayout" Target="../slideLayouts/slideLayout4.xml" Id="R52102e1ed1d04779"/><Relationship Type="http://schemas.openxmlformats.org/officeDocument/2006/relationships/slideLayout" Target="../slideLayouts/slideLayout5.xml" Id="Ra03becbc24744ad4"/><Relationship Type="http://schemas.openxmlformats.org/officeDocument/2006/relationships/slideLayout" Target="../slideLayouts/slideLayout6.xml" Id="R276f4129013f4048"/></Relationships>
</file>

<file path=ppt/pythonentry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b1b1880c823643a7"/>
    <p:sldLayoutId xmlns:r="http://schemas.openxmlformats.org/officeDocument/2006/relationships" id="2147483664" r:id="Rde488597f5d84e70"/>
    <p:sldLayoutId xmlns:r="http://schemas.openxmlformats.org/officeDocument/2006/relationships" id="2147483665" r:id="Rfbc9cc963ffe4926"/>
    <p:sldLayoutId xmlns:r="http://schemas.openxmlformats.org/officeDocument/2006/relationships" id="2147483666" r:id="R52102e1ed1d04779"/>
    <p:sldLayoutId xmlns:r="http://schemas.openxmlformats.org/officeDocument/2006/relationships" id="2147483667" r:id="Ra03becbc24744ad4"/>
    <p:sldLayoutId xmlns:r="http://schemas.openxmlformats.org/officeDocument/2006/relationships" id="2147483668" r:id="R276f4129013f40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pythonentry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dkscope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1.xml" Id="R7cfdffc74a1446a7"/><Relationship Type="http://schemas.openxmlformats.org/officeDocument/2006/relationships/notesMaster" Target="../../notesMasters/notesMaster1.xml" Id="R8906306815744655"/></Relationships>
</file>

<file path=ppt/sdkscope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2.xml" Id="Rca07aae06cee46ea"/><Relationship Type="http://schemas.openxmlformats.org/officeDocument/2006/relationships/notesMaster" Target="../../notesMasters/notesMaster1.xml" Id="Rae594a503268430d"/></Relationships>
</file>

<file path=ppt/sdkscope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3.xml" Id="R83542169f61244db"/><Relationship Type="http://schemas.openxmlformats.org/officeDocument/2006/relationships/notesMaster" Target="../../notesMasters/notesMaster1.xml" Id="R5eb8f94aff834067"/></Relationships>
</file>

<file path=ppt/sdkscope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对应正文：P001_Linux，1.5 · 工具安装与用户级记录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对应正文：P001_Linux，1.5 · 与 west 安装二选一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>完整操作单元：../commands/P001_Linux/1.5-02.txt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对应正文：P001_Linux，1.5.1 · Ubuntu 22.04，主机包必须选 Linux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41a0d245871a4423"/></Relationships>
</file>

<file path=ppt/sdkscope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c725c45a8d664cb1"/></Relationships>
</file>

<file path=ppt/sdkscope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d06a3ac9c39e4b0a"/></Relationships>
</file>

<file path=ppt/sdkscope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509e2bfba4664a95"/></Relationships>
</file>

<file path=ppt/sdkscope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d1324ab6e7ca4461"/></Relationships>
</file>

<file path=ppt/sdkscope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c76fe5ef55094811"/></Relationships>
</file>

<file path=ppt/sdkscope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51C193-E6FA-4958-AE85-E903D465F8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1205E4-CAF3-4BE3-9AD0-F2687D068C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dkscope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A343CF5-8F60-46AE-A81C-4C0BFB5FC9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dkscope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1493EB-EFB5-40BD-98E8-4D3D1C1AFB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20285E-2FB9-44E1-8401-4ED1FA5D40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dkscope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24A1FB-1207-4A9B-9CC1-BC5AC426CF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525005-DF12-432B-8209-5C0D7B79C1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6D5AD7-0290-410F-BA10-77D7C5C32B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dkscope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19AB83-3D64-49BB-924D-2CD949BAA1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2B3E97-5FB5-4A42-89DC-0A54EE34A7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dkscope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dkscope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09718b5360984cfa"/><Relationship Type="http://schemas.openxmlformats.org/officeDocument/2006/relationships/slideLayout" Target="../slideLayouts/slideLayout1.xml" Id="R860c2420cd474b71"/><Relationship Type="http://schemas.openxmlformats.org/officeDocument/2006/relationships/slideLayout" Target="../slideLayouts/slideLayout2.xml" Id="R279121c03e6940f4"/><Relationship Type="http://schemas.openxmlformats.org/officeDocument/2006/relationships/slideLayout" Target="../slideLayouts/slideLayout3.xml" Id="R91445aaba27f41c3"/><Relationship Type="http://schemas.openxmlformats.org/officeDocument/2006/relationships/slideLayout" Target="../slideLayouts/slideLayout4.xml" Id="Rd0dcfd6bf6ff43f9"/><Relationship Type="http://schemas.openxmlformats.org/officeDocument/2006/relationships/slideLayout" Target="../slideLayouts/slideLayout5.xml" Id="R1843414846a942c1"/><Relationship Type="http://schemas.openxmlformats.org/officeDocument/2006/relationships/slideLayout" Target="../slideLayouts/slideLayout6.xml" Id="R868a216ce6574109"/></Relationships>
</file>

<file path=ppt/sdkscope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860c2420cd474b71"/>
    <p:sldLayoutId xmlns:r="http://schemas.openxmlformats.org/officeDocument/2006/relationships" id="2147483671" r:id="R279121c03e6940f4"/>
    <p:sldLayoutId xmlns:r="http://schemas.openxmlformats.org/officeDocument/2006/relationships" id="2147483672" r:id="R91445aaba27f41c3"/>
    <p:sldLayoutId xmlns:r="http://schemas.openxmlformats.org/officeDocument/2006/relationships" id="2147483673" r:id="Rd0dcfd6bf6ff43f9"/>
    <p:sldLayoutId xmlns:r="http://schemas.openxmlformats.org/officeDocument/2006/relationships" id="2147483674" r:id="R1843414846a942c1"/>
    <p:sldLayoutId xmlns:r="http://schemas.openxmlformats.org/officeDocument/2006/relationships" id="2147483675" r:id="R868a216ce65741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dkscope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lizhaojunCoverLayout.xml.rels><?xml version='1.0' encoding='utf-8' standalone='yes'?>
<Relationships xmlns="http://schemas.openxmlformats.org/package/2006/relationships"><Relationship Type="http://schemas.openxmlformats.org/officeDocument/2006/relationships/slideMaster" Target="/ppt/slideMasters/lizhaojunCoverMaster.xml" Id="Rf25247faaacc4d12"/></Relationship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76f837e705b04c7a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072f440b5304355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38ac6cb0f1a54dc2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1c6e568919c4108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5142386e89c42d3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25247faaacc4d12"/></Relationships>
</file>

<file path=ppt/slideLayouts/lizhaojunCoverLayout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60407C-3E15-496A-B3B3-7340221B0D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6F25FA-538D-47EA-8F9F-766DE751A8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D1900A-E984-49EC-BACF-28A8F69B77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20AC5E-02F5-4B81-94D6-832922034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B957C8-3696-4BE0-8406-91827D224B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4B91E3-2D92-4A88-98BC-4AB9BC8CD6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BA8E2C-59B2-45BB-A383-EA611BE3CE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3A8D33-EC78-4B59-83F6-7C999599D3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3A6E5F-A9B6-428E-817C-BB836A77B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4E19B6-2514-4033-B77A-AD27CF449A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lizhaojunCoverMaster.xml.rels><?xml version='1.0' encoding='utf-8' standalone='yes'?>
<Relationships xmlns="http://schemas.openxmlformats.org/package/2006/relationships"><Relationship Type="http://schemas.openxmlformats.org/officeDocument/2006/relationships/theme" Target="/ppt/theme/lizhaojunCoverTheme.xml" Id="R8f1515c6e24a4140"/><Relationship Id="rIdCoverLayout" Type="http://schemas.openxmlformats.org/officeDocument/2006/relationships/slideLayout" Target="/ppt/slideLayouts/lizhaojunCoverLayout.xml"/><Relationship Id="rIdCoverBackground" Type="http://schemas.openxmlformats.org/officeDocument/2006/relationships/image" Target="/ppt/media/linux-chip-cover.png"/></Relationships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8f1515c6e24a4140"/><Relationship Type="http://schemas.openxmlformats.org/officeDocument/2006/relationships/slideLayout" Target="/ppt/slideLayouts/slideLayout1.xml" Id="R9f5c137d6cde44cc"/><Relationship Type="http://schemas.openxmlformats.org/officeDocument/2006/relationships/slideLayout" Target="/ppt/slideLayouts/slideLayout2.xml" Id="R0a6c41d7edb34871"/><Relationship Type="http://schemas.openxmlformats.org/officeDocument/2006/relationships/slideLayout" Target="/ppt/slideLayouts/slideLayout3.xml" Id="Rb24b2a4f96a04d75"/><Relationship Type="http://schemas.openxmlformats.org/officeDocument/2006/relationships/slideLayout" Target="/ppt/slideLayouts/slideLayout4.xml" Id="R63a8dcb719254a1c"/><Relationship Type="http://schemas.openxmlformats.org/officeDocument/2006/relationships/slideLayout" Target="/ppt/slideLayouts/slideLayout5.xml" Id="Re875f736abba411e"/><Relationship Type="http://schemas.openxmlformats.org/officeDocument/2006/relationships/slideLayout" Target="/ppt/slideLayouts/slideLayout6.xml" Id="R74a8dc3ab33148dc"/></Relationships>
</file>

<file path=ppt/slideMasters/lizhaojunCoverMaster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4"/>
          <p:cNvPicPr>
            <a:picLocks noChangeAspect="1"/>
          </p:cNvPicPr>
          <p:nvPr/>
        </p:nvPicPr>
        <p:blipFill>
          <a:blip r:embed="rIdCoverBackground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ns1="http://schemas.openxmlformats.org/officeDocument/2006/relationships" id="2147483676" ns1:id="rIdCoverLayout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5c137d6cde44cc"/>
    <p:sldLayoutId xmlns:r="http://schemas.openxmlformats.org/officeDocument/2006/relationships" id="2147483650" r:id="R0a6c41d7edb34871"/>
    <p:sldLayoutId xmlns:r="http://schemas.openxmlformats.org/officeDocument/2006/relationships" id="2147483651" r:id="Rb24b2a4f96a04d75"/>
    <p:sldLayoutId xmlns:r="http://schemas.openxmlformats.org/officeDocument/2006/relationships" id="2147483652" r:id="R63a8dcb719254a1c"/>
    <p:sldLayoutId xmlns:r="http://schemas.openxmlformats.org/officeDocument/2006/relationships" id="2147483653" r:id="Re875f736abba411e"/>
    <p:sldLayoutId xmlns:r="http://schemas.openxmlformats.org/officeDocument/2006/relationships" id="2147483654" r:id="R74a8dc3ab33148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beginner_slide1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814606f535e7478c"/><Relationship Type="http://schemas.openxmlformats.org/officeDocument/2006/relationships/image" Target="../beginner/media/image.png" Id="R242f74e969a2461f"/><Relationship Type="http://schemas.openxmlformats.org/officeDocument/2006/relationships/notesSlide" Target="../beginner/notesSlides/notesSlide1.xml" Id="R7703724fd94440d7"/></Relationships>
</file>

<file path=ppt/slides/_rels/beginner_slide2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8779d8065acd469a"/><Relationship Type="http://schemas.openxmlformats.org/officeDocument/2006/relationships/notesSlide" Target="../beginner/notesSlides/notesSlide2.xml" Id="R0e832c0e2e374cf9"/></Relationships>
</file>

<file path=ppt/slides/_rels/beginner_slide3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ced904b4ab540f9"/><Relationship Type="http://schemas.openxmlformats.org/officeDocument/2006/relationships/notesSlide" Target="../beginner/notesSlides/notesSlide3.xml" Id="R125e481cf4c04ef9"/><Relationship Id="rIdCommandText" Type="http://schemas.openxmlformats.org/officeDocument/2006/relationships/hyperlink" Target="../commands/P001_Linux/1.1-01.txt" TargetMode="External"/></Relationships>
</file>

<file path=ppt/slides/_rels/beginner_slide4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5b1e382792e44ad9"/><Relationship Type="http://schemas.openxmlformats.org/officeDocument/2006/relationships/notesSlide" Target="../beginner/notesSlides/notesSlide4.xml" Id="R70916f3d629c4f58"/><Relationship Id="rIdCommandText" Type="http://schemas.openxmlformats.org/officeDocument/2006/relationships/hyperlink" Target="../commands/P001_Linux/1.2.1-01.txt" TargetMode="External"/></Relationships>
</file>

<file path=ppt/slides/_rels/beginner_slide5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d7f3225594c8444b"/><Relationship Type="http://schemas.openxmlformats.org/officeDocument/2006/relationships/notesSlide" Target="../beginner/notesSlides/notesSlide5.xml" Id="Ra16f91c434ed4c7c"/><Relationship Id="rIdCommandText" Type="http://schemas.openxmlformats.org/officeDocument/2006/relationships/hyperlink" Target="../commands/P001_Linux/1.2.2-01.txt" TargetMode="External"/></Relationships>
</file>

<file path=ppt/slides/_rels/beginner_slide6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45c1e16694d4bb4"/><Relationship Type="http://schemas.openxmlformats.org/officeDocument/2006/relationships/notesSlide" Target="../beginner/notesSlides/notesSlide6.xml" Id="R6f497c8c73814141"/><Relationship Id="rIdCommandText" Type="http://schemas.openxmlformats.org/officeDocument/2006/relationships/hyperlink" Target="../commands/P001_Linux/1.2.2-02.txt" TargetMode="External"/></Relationships>
</file>

<file path=ppt/slides/_rels/beginner_slide7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532baebda3ec40e9"/><Relationship Type="http://schemas.openxmlformats.org/officeDocument/2006/relationships/notesSlide" Target="../beginner/notesSlides/notesSlide7.xml" Id="R27b037d53b564523"/></Relationships>
</file>

<file path=ppt/slides/_rels/beginner_slide8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c6fc95ea06364f47"/><Relationship Type="http://schemas.openxmlformats.org/officeDocument/2006/relationships/notesSlide" Target="../beginner/notesSlides/notesSlide8.xml" Id="R50a06c1c2ab3483a"/><Relationship Id="rIdCommandText" Type="http://schemas.openxmlformats.org/officeDocument/2006/relationships/hyperlink" Target="../commands/P001_Linux/1.2.3-01.txt" TargetMode="External"/></Relationships>
</file>

<file path=ppt/slides/_rels/beginner_slide9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7b0ca0f57ed94733"/><Relationship Type="http://schemas.openxmlformats.org/officeDocument/2006/relationships/notesSlide" Target="../beginner/notesSlides/notesSlide9.xml" Id="Rfc2ce6b313334e6a"/><Relationship Id="rIdCommandText" Type="http://schemas.openxmlformats.org/officeDocument/2006/relationships/hyperlink" Target="../commands/P001_Linux/1.2.3-02.txt" TargetMode="External"/></Relationships>
</file>

<file path=ppt/slides/_rels/beginner_slide10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858267e61d974212"/><Relationship Type="http://schemas.openxmlformats.org/officeDocument/2006/relationships/notesSlide" Target="../beginner/notesSlides/notesSlide10.xml" Id="R04ed4aabc33e45ca"/><Relationship Id="rIdCommandText" Type="http://schemas.openxmlformats.org/officeDocument/2006/relationships/hyperlink" Target="../commands/P001_Linux/1.2.3-03.txt" TargetMode="External"/></Relationships>
</file>

<file path=ppt/slides/_rels/beginner_slide11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bf0e5ad29b7f4b2e"/><Relationship Type="http://schemas.openxmlformats.org/officeDocument/2006/relationships/notesSlide" Target="../beginner/notesSlides/notesSlide11.xml" Id="Rfd06f7657da745bb"/><Relationship Id="rIdCommandText" Type="http://schemas.openxmlformats.org/officeDocument/2006/relationships/hyperlink" Target="../commands/P001_Linux/1.3-01.txt" TargetMode="External"/></Relationships>
</file>

<file path=ppt/slides/_rels/beginner_slide12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9e60cd6d07a448ba"/><Relationship Type="http://schemas.openxmlformats.org/officeDocument/2006/relationships/notesSlide" Target="../beginner/notesSlides/notesSlide12.xml" Id="Rdb21baa7616949a0"/></Relationships>
</file>

<file path=ppt/slides/_rels/beginner_slide13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7f2fd612d1b74c73"/><Relationship Type="http://schemas.openxmlformats.org/officeDocument/2006/relationships/notesSlide" Target="../beginner/notesSlides/notesSlide13.xml" Id="R8d5c76ddf398400c"/><Relationship Id="rIdCommandText" Type="http://schemas.openxmlformats.org/officeDocument/2006/relationships/hyperlink" Target="../commands/P001_Linux/1.4-01.txt" TargetMode="External"/></Relationships>
</file>

<file path=ppt/slides/_rels/beginner_slide14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c7003139c74a48c3"/><Relationship Type="http://schemas.openxmlformats.org/officeDocument/2006/relationships/notesSlide" Target="../beginner/notesSlides/notesSlide14.xml" Id="Rcab3d06f7d9645a6"/><Relationship Id="rIdCommandText" Type="http://schemas.openxmlformats.org/officeDocument/2006/relationships/hyperlink" Target="../commands/P001_Linux/1.4-02.txt" TargetMode="External"/></Relationships>
</file>

<file path=ppt/slides/_rels/beginner_slide15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63b8803a16884655"/><Relationship Type="http://schemas.openxmlformats.org/officeDocument/2006/relationships/notesSlide" Target="../beginner/notesSlides/notesSlide15.xml" Id="R59097c2ed5224efa"/></Relationships>
</file>

<file path=ppt/slides/_rels/beginner_slide16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7ea8a0514e334bc7"/><Relationship Type="http://schemas.openxmlformats.org/officeDocument/2006/relationships/notesSlide" Target="../beginner/notesSlides/notesSlide16.xml" Id="R09273c0246914b21"/><Relationship Id="rIdCommandText" Type="http://schemas.openxmlformats.org/officeDocument/2006/relationships/hyperlink" Target="../commands/P001_Linux/1.5-01.txt" TargetMode="External"/></Relationships>
</file>

<file path=ppt/slides/_rels/beginner_slide17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399a4b00c6af4037"/><Relationship Type="http://schemas.openxmlformats.org/officeDocument/2006/relationships/notesSlide" Target="../beginner/notesSlides/notesSlide17.xml" Id="Rf788484cb24a4793"/></Relationships>
</file>

<file path=ppt/slides/_rels/beginner_slide18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fb6c488f540b4057"/><Relationship Type="http://schemas.openxmlformats.org/officeDocument/2006/relationships/notesSlide" Target="../beginner/notesSlides/notesSlide18.xml" Id="Rde909c26c2304b8e"/><Relationship Id="rIdCommandText" Type="http://schemas.openxmlformats.org/officeDocument/2006/relationships/hyperlink" Target="../commands/P001_Linux/1.5-02.txt" TargetMode="External"/></Relationships>
</file>

<file path=ppt/slides/_rels/beginner_slide19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b3eaa81cf25a4a74"/><Relationship Type="http://schemas.openxmlformats.org/officeDocument/2006/relationships/notesSlide" Target="../beginner/notesSlides/notesSlide19.xml" Id="R6b8eea39fa584bf8"/><Relationship Id="rIdCommandText" Type="http://schemas.openxmlformats.org/officeDocument/2006/relationships/hyperlink" Target="../commands/P001_Linux/1.6-01.txt" TargetMode="External"/></Relationships>
</file>

<file path=ppt/slides/_rels/guide3.xml.rels><?xml version='1.0' encoding='UTF-8' standalone='yes'?>
<Relationships xmlns="http://schemas.openxmlformats.org/package/2006/relationships"><Relationship Id="rIdLayout" Type="http://schemas.openxmlformats.org/officeDocument/2006/relationships/slideLayout" Target="../beginner/slideLayouts/slideLayout6.xml"/><Relationship Id="rIdNotes" Type="http://schemas.openxmlformats.org/officeDocument/2006/relationships/notesSlide" Target="../notesSlides/guide3.xml"/><Relationship Id="rIdReading" Type="http://schemas.openxmlformats.org/officeDocument/2006/relationships/hyperlink" Target="../P001_&#23448;&#26041;&#29615;&#22659;&#23433;&#35013;&#19982;&#28304;&#30721;&#20934;&#22791;_Linux.md" TargetMode="External"/></Relationships>
</file>

<file path=ppt/slides/_rels/guide4.xml.rels><?xml version='1.0' encoding='UTF-8' standalone='yes'?>
<Relationships xmlns="http://schemas.openxmlformats.org/package/2006/relationships"><Relationship Id="rIdLayout" Type="http://schemas.openxmlformats.org/officeDocument/2006/relationships/slideLayout" Target="../beginner/slideLayouts/slideLayout6.xml"/><Relationship Id="rIdNotes" Type="http://schemas.openxmlformats.org/officeDocument/2006/relationships/notesSlide" Target="../notesSlides/guide4.xml"/><Relationship Id="rIdReading" Type="http://schemas.openxmlformats.org/officeDocument/2006/relationships/hyperlink" Target="../P001_&#23448;&#26041;&#29615;&#22659;&#23433;&#35013;&#19982;&#28304;&#30721;&#20934;&#22791;_Linux.md" TargetMode="External"/></Relationships>
</file>

<file path=ppt/slides/_rels/pythonentry_slide1.xml.rels><?xml version='1.0' encoding='utf-8' standalone='yes'?>
<Relationships xmlns="http://schemas.openxmlformats.org/package/2006/relationships"><Relationship Type="http://schemas.openxmlformats.org/officeDocument/2006/relationships/slideLayout" Target="../pythonentry/slideLayouts/slideLayout6.xml" Id="R8176975fe00a4366"/><Relationship Type="http://schemas.openxmlformats.org/officeDocument/2006/relationships/notesSlide" Target="../pythonentry/notesSlides/notesSlide1.xml" Id="R931a0dcfd81c41f4"/></Relationships>
</file>

<file path=ppt/slides/_rels/pythonentry_slide2.xml.rels><?xml version='1.0' encoding='utf-8' standalone='yes'?>
<Relationships xmlns="http://schemas.openxmlformats.org/package/2006/relationships"><Relationship Type="http://schemas.openxmlformats.org/officeDocument/2006/relationships/slideLayout" Target="../pythonentry/slideLayouts/slideLayout6.xml" Id="R50ebc700d01f4b52"/><Relationship Type="http://schemas.openxmlformats.org/officeDocument/2006/relationships/notesSlide" Target="../pythonentry/notesSlides/notesSlide2.xml" Id="R3ce4d1d979ef4ea3"/></Relationships>
</file>

<file path=ppt/slides/_rels/pythonentry_slide3.xml.rels><?xml version='1.0' encoding='utf-8' standalone='yes'?>
<Relationships xmlns="http://schemas.openxmlformats.org/package/2006/relationships"><Relationship Type="http://schemas.openxmlformats.org/officeDocument/2006/relationships/slideLayout" Target="../pythonentry/slideLayouts/slideLayout6.xml" Id="R40c7876c36144206"/><Relationship Type="http://schemas.openxmlformats.org/officeDocument/2006/relationships/notesSlide" Target="../pythonentry/notesSlides/notesSlide3.xml" Id="R2d53e0cc72a641e8"/><Relationship Id="rIdCommandText" Type="http://schemas.openxmlformats.org/officeDocument/2006/relationships/hyperlink" Target="../commands/P001_Linux/1.2.3-02.txt" TargetMode="External"/></Relationships>
</file>

<file path=ppt/slides/_rels/pythonentry_slide4.xml.rels><?xml version='1.0' encoding='utf-8' standalone='yes'?>
<Relationships xmlns="http://schemas.openxmlformats.org/package/2006/relationships"><Relationship Type="http://schemas.openxmlformats.org/officeDocument/2006/relationships/slideLayout" Target="../pythonentry/slideLayouts/slideLayout6.xml" Id="R1c9ee68584a34947"/><Relationship Type="http://schemas.openxmlformats.org/officeDocument/2006/relationships/notesSlide" Target="../pythonentry/notesSlides/notesSlide4.xml" Id="R4f43d7caf7ae44bb"/><Relationship Id="rIdCommandText" Type="http://schemas.openxmlformats.org/officeDocument/2006/relationships/hyperlink" Target="../commands/P001_Linux/1.2.3-03.txt" TargetMode="External"/></Relationships>
</file>

<file path=ppt/slides/_rels/pythonentry_slide5.xml.rels><?xml version='1.0' encoding='utf-8' standalone='yes'?>
<Relationships xmlns="http://schemas.openxmlformats.org/package/2006/relationships"><Relationship Type="http://schemas.openxmlformats.org/officeDocument/2006/relationships/slideLayout" Target="../pythonentry/slideLayouts/slideLayout6.xml" Id="R7c9a339f670345ac"/><Relationship Type="http://schemas.openxmlformats.org/officeDocument/2006/relationships/notesSlide" Target="../pythonentry/notesSlides/notesSlide5.xml" Id="R2b97c8ac1152431d"/><Relationship Id="rIdCommandText" Type="http://schemas.openxmlformats.org/officeDocument/2006/relationships/hyperlink" Target="../commands/P001_Linux/1.3-01.txt" TargetMode="External"/></Relationships>
</file>

<file path=ppt/slides/_rels/sdkscope_slide1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d03a3498f10e4997"/><Relationship Type="http://schemas.openxmlformats.org/officeDocument/2006/relationships/notesSlide" Target="../sdkscope/notesSlides/notesSlide1.xml" Id="R189d077407b34afb"/></Relationships>
</file>

<file path=ppt/slides/_rels/sdkscope_slide2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9570095c979642cb"/><Relationship Type="http://schemas.openxmlformats.org/officeDocument/2006/relationships/notesSlide" Target="../sdkscope/notesSlides/notesSlide2.xml" Id="R54dd9ed339984ad3"/><Relationship Id="rIdCommandText" Type="http://schemas.openxmlformats.org/officeDocument/2006/relationships/hyperlink" Target="../commands/P001_Linux/1.5-02.txt" TargetMode="External"/></Relationships>
</file>

<file path=ppt/slides/_rels/sdkscope_slide3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3b37dc34ee2d4e49"/><Relationship Type="http://schemas.openxmlformats.org/officeDocument/2006/relationships/image" Target="../sdkscope/media/image.png" Id="Rcbb4fcced4ba48d0"/><Relationship Type="http://schemas.openxmlformats.org/officeDocument/2006/relationships/notesSlide" Target="../sdkscope/notesSlides/notesSlide3.xml" Id="R0c10b6f4eafb4edc"/></Relationships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lizhaojunCoverLayout.xml" Id="R32e6fa32c9484760"/><Relationship Type="http://schemas.openxmlformats.org/officeDocument/2006/relationships/notesSlide" Target="/ppt/notesSlides/notesSlide1.xml" Id="R2ba7bdd989964e35"/><Relationship Id="rIdLinuxChipCover" Type="http://schemas.openxmlformats.org/officeDocument/2006/relationships/image" Target="../media/linux-chip-cover.png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e63f0f049c94cfa"/><Relationship Type="http://schemas.openxmlformats.org/officeDocument/2006/relationships/image" Target="/ppt/media/image.png" Id="Rec9ee660f4e746d2"/><Relationship Type="http://schemas.openxmlformats.org/officeDocument/2006/relationships/notesSlide" Target="/ppt/notesSlides/notesSlide2.xml" Id="R94fa695461a14985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4c30ee7f28e4f7f"/><Relationship Type="http://schemas.openxmlformats.org/officeDocument/2006/relationships/notesSlide" Target="/ppt/notesSlides/notesSlide3.xml" Id="R1333e2c763324b6e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015d9186f8e4651"/><Relationship Type="http://schemas.openxmlformats.org/officeDocument/2006/relationships/notesSlide" Target="/ppt/notesSlides/notesSlide4.xml" Id="Rb54cea3385014f81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39e89a42f424bc2"/><Relationship Type="http://schemas.openxmlformats.org/officeDocument/2006/relationships/notesSlide" Target="/ppt/notesSlides/notesSlide5.xml" Id="R7c1fdf3a9ccf4a54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27e53bf6ae942b8"/><Relationship Type="http://schemas.openxmlformats.org/officeDocument/2006/relationships/notesSlide" Target="/ppt/notesSlides/notesSlide6.xml" Id="Rd1b6382d1d404070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47ad7b030b3428a"/><Relationship Type="http://schemas.openxmlformats.org/officeDocument/2006/relationships/notesSlide" Target="/ppt/notesSlides/notesSlide7.xml" Id="R944bbcdcfc144cf3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d81a60a178f4d9b"/><Relationship Type="http://schemas.openxmlformats.org/officeDocument/2006/relationships/notesSlide" Target="/ppt/notesSlides/notesSlide8.xml" Id="R953a29ba2b5446b0"/></Relationships>
</file>

<file path=ppt/slides/_rels/slide9.xml.rels><?xml version='1.0' encoding='utf-8' standalone='yes'?>
<Relationships xmlns="http://schemas.openxmlformats.org/package/2006/relationships"><Relationship Id="R3e93cb3f192042d4" Type="http://schemas.openxmlformats.org/officeDocument/2006/relationships/slideLayout" Target="../slideLayouts/slideLayout6.xml"/><Relationship Id="Recc8bb718a5c432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d06cc9044dee42b7" Type="http://schemas.openxmlformats.org/officeDocument/2006/relationships/slideLayout" Target="../slideLayouts/slideLayout6.xml"/><Relationship Id="R78c1fcfcaa8d420c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52a0be59a1aa4c00" Type="http://schemas.openxmlformats.org/officeDocument/2006/relationships/slideLayout" Target="../slideLayouts/slideLayout6.xml"/><Relationship Id="R137bf16b0e294530" Type="http://schemas.openxmlformats.org/officeDocument/2006/relationships/notesSlide" Target="../notesSlides/notesSlide11.xml"/></Relationships>
</file>

<file path=ppt/slides/beginner_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CAC531B-5D09-4B86-A414-027125E8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Ubuntu 22.04 的完整准备路线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E0D8D62-A8EB-4423-8C73-6E0BF45F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先准备 hello_world + mps2/an386 的输入，再进入工程与构建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CB335D3-7FB8-4D81-91D9-A0CF8FED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系统仍为 Ubuntu 22.04。源码要求的工具版本较新时，补工具即可。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apt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装主机依赖；官方 Python 源码构建独立解释器。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建工作区并按清单取 CMSIS_6；SDK 提供 ARM 编译工具。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C2ACE-E578-47E4-A88B-8D9239E252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f74e969a2461f"/>
          <a:stretch xmlns:a="http://schemas.openxmlformats.org/drawingml/2006/main"/>
        </p:blipFill>
        <p:spPr>
          <a:xfrm xmlns:a="http://schemas.openxmlformats.org/drawingml/2006/main">
            <a:off x="2516188" y="4810125"/>
            <a:ext cx="7159625" cy="1047750"/>
          </a:xfrm>
          <a:prstGeom xmlns:a="http://schemas.openxmlformats.org/drawingml/2006/main" prst="rect">
            <a:avLst/>
          </a:prstGeom>
        </p:spPr>
      </p:pic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0DC45A6-5B60-44B7-BA24-042E85B7694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</a:p>
        </p:txBody>
      </p:sp>
      <p:sp>
        <p:nvSpPr>
          <p:cNvPr id="10" name="Semantic color legend">
            <a:extLst xmlns:a="http://schemas.openxmlformats.org/drawingml/2006/main">
              <a:ext uri="{FF2B5EF4-FFF2-40B4-BE49-F238E27FC236}">
                <a16:creationId xmlns:a16="http://schemas.microsoft.com/office/drawing/2014/main" id="{39154CEE-9E0E-4815-8A42-342F4998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t>阅读标色： </a:t>
            </a:r>
            <a:r>
              <a:rPr>
                <a:solidFill>
                  <a:srgbClr val="B84E00"/>
                </a:solidFill>
              </a:rPr>
              <a:t>变量 / 参数</a:t>
            </a:r>
            <a:r>
              <a:t>     </a:t>
            </a:r>
            <a:r>
              <a:rPr>
                <a:solidFill>
                  <a:srgbClr val="0070C0"/>
                </a:solidFill>
              </a:rPr>
              <a:t>文件 / 路径</a:t>
            </a:r>
            <a:r>
              <a:t>     </a:t>
            </a:r>
            <a:r>
              <a:rPr>
                <a:solidFill>
                  <a:srgbClr val="087B3D"/>
                </a:solidFill>
              </a:rPr>
              <a:t>接口函数</a:t>
            </a:r>
            <a:r>
              <a:t>     </a:t>
            </a:r>
            <a:r>
              <a:rPr>
                <a:solidFill>
                  <a:srgbClr val="A02B93"/>
                </a:solidFill>
              </a:rPr>
              <a:t>终端命令</a:t>
            </a:r>
          </a:p>
        </p:txBody>
      </p:sp>
    </p:spTree>
    <p:extLst>
      <p:ext uri="{BB962C8B-B14F-4D97-AF65-F5344CB8AC3E}">
        <p14:creationId xmlns:p14="http://schemas.microsoft.com/office/powerpoint/2010/main" val="1484995453"/>
      </p:ext>
    </p:extLst>
  </p:cSld>
</p:sld>
</file>

<file path=ppt/slides/beginner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193B223-9ADD-4545-9562-A49B8ECD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文件出现的先后顺序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909BC39-219E-4921-955D-971192DB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1.0.1 · 不把生成文件当官方原件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C8DE3-1148-4B93-B306-94B0932BDF10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由谁产生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/etc/os-release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Ubuntu 系统自带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kitware.list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按官方源步骤由读者创建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Python-3.12.10 / python312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官方下载归档 / make altinstall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.venv / .west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venv / west init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/ modules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 取得的主源码与外部项目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2D07618-B2A8-44D6-B93B-406E8367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CDA8AB9-4D24-4D1C-8097-0581182E00B9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871549923"/>
      </p:ext>
    </p:extLst>
  </p:cSld>
</p:sld>
</file>

<file path=ppt/slides/beginner_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5010B0B-A764-4ABD-BF70-E3BF2916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先确认系统和电脑架构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356A620-AD37-4AAF-820F-C2FD0360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1.1_系统和官方依据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A7C204D6-C4F7-4BEF-8A7F-A7B92DC4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终端：Linux Bash；任意目录。只读检查。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/etc/os-release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uname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-m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D793DFB0-10B2-4B76-80DA-F2CFC041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本章基线：Ubuntu 22.04 / x86_64；Arm 开发板不决定主机包架构。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DEFBEEF5-4E0F-4F1C-AB93-0B6C8EFC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176A2CE-B367-4B48-A3FF-56B6D511385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1695764763"/>
      </p:ext>
    </p:extLst>
  </p:cSld>
</p:sld>
</file>

<file path=ppt/slides/beginner_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472E8F7-D85F-4390-B417-C4CD6402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安装主机基础依赖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593ED50-7037-448E-B993-C2A72C50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1.2.1_安装基础工具并检查版本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4598FC4-279A-4505-B047-FE460798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终端：Ubuntu 22.04 Bash；任意目录。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apt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update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apt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install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--no-install-recommends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cmake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ninja-build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gperf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ccache dfu-util device-tree-compiler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wget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python3-dev python3-venv python3-tk \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xz-utils file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make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gcc gcc-multilib g++-multilib libsdl2-dev libmagic1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cmake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python3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dtc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-a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cmake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ninja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python3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dtc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gperf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31791FB7-F369-41E6-85D2-509FA779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这些由 Ubuntu APT 管理。版本不足时按后两步补齐，不更换系统版本。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9B1F73FC-BF03-4330-8C29-73C15B4A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完整命令：P001_Linux/1.2.1-01.txt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E41E833-018E-4B7D-8655-D480C3E50B9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796943346"/>
      </p:ext>
    </p:extLst>
  </p:cSld>
</p:sld>
</file>

<file path=ppt/slides/beginner_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64D52EC-ACA6-4240-A41A-A0B66ECB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不足时：取得 Kitware 密钥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B9B9205-E7B7-4F8D-95B8-1167F653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1.2.2_从 Kitware 官方 Jammy 源安装 CMake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B2DFA0F4-F271-49A5-AD2E-1517856E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终端：Ubuntu 22.04 Bash；任意目录。只适用于 jammy。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apt-get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update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apt-get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install ca-certificates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gpg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wget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test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-f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/usr/share/doc/kitware-archive-keyring/copyright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||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wget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-O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https://apt.kitware.com/keys/kitware-archive-latest.asc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|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gpg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--dearmor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 |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tee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/usr/share/keyrings/kitware-archive-keyring.gpg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&gt;/dev/null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A07A710B-D86B-4131-830E-476C6618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仅 Ubuntu Jammy；密钥用于核验该软件源，不能跳过校验。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1028EDA-ED40-40CF-8DFC-C0FD00AC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完整命令：P001_Linux/1.2.2-01.txt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D06ED10-B65E-4A29-817E-70427CD455E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109475480"/>
      </p:ext>
    </p:extLst>
  </p:cSld>
</p:sld>
</file>

<file path=ppt/slides/beginner_slide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050CA53-896C-44FD-BE94-2BB62BEE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添加 Jammy 源并安装 CMake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C940650-4E40-478E-911D-215D5533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1.2.2_从 Kitware 官方 Jammy 源安装 CMake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23991FD1-2449-4163-AAE0-0EE6EFE6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signed-by 将软件源绑定到上一页的密钥文件，jammy 对应 Ubuntu 22.04。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kitware.list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是新建源配置；先刷新索引，再用正式 keyring 包接管临时密钥。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最后安装 CMake，并用 </a:t>
            </a:r>
            <a:r>
              <a:rPr sz="21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apt-cache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policy 核对包来源。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打开下方“完整命令”，复制本操作单元。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文件已含目录/终端注释；按正文先检查前提，再粘贴执行。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2BC8A2C2-7ABD-401A-9130-B1D248DE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完整命令：P001_Linux/1.2.2-02.txt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2E3BAA3-5B4A-4F63-93AE-DE43DC45F87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368502393"/>
      </p:ext>
    </p:extLst>
  </p:cSld>
</p:sld>
</file>

<file path=ppt/slides/beginner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0CBF02A-C0E1-41D8-86DC-625D1DA8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先在 Python 官网选 Linux 源码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F7B49C1-7948-49B4-9DCE-267B14E5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1.2.3 · 浏览器下载依据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EF0E4B0-665A-432A-9C09-61A01EE6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 Python 3.12.10 发行页，在 Files 中选择 Gzipped source tarball。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Ubuntu 不使用 Windows 的 amd64.exe。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源码包需要编译；下一页的开发包让 SSL、压缩和 ctypes 等模块可用。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python312 是教程选择的用户安装目录，不替换 /usr/bin/python3。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A88454-174A-41A8-B63B-4235A4F5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E4FCC08-B3BC-45F9-9047-5ED3530FFDD8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388494344"/>
      </p:ext>
    </p:extLst>
  </p:cSld>
</p:sld>
</file>

<file path=ppt/slides/beginner_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DA68546-D4E0-46B8-BB52-0715072C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安装构建 Python 所需的开发库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AE6C128-DBE9-4154-97F3-8E18B431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1.2.3_从 Python 官方源码安装 3.12.10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07FE45ED-798A-48F0-A5A3-3FEADC53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终端：Ubuntu 22.04 Bash；任意目录。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apt-get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install build-essential pkg-config libssl-dev zlib1g-dev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libbz2-dev libreadline-dev libsqlite3-dev libffi-dev liblzma-dev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libgdbm-dev libgdbm-compat-dev libncurses-dev tk-dev uuid-dev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27825996-35E4-4E88-BC84-7A6B835F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仅有 gcc 不足以得到可用的 HTTPS/pip 环境。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BDC2D4D7-450D-4E73-8DCA-A9AD7BBA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完整命令：P001_Linux/1.2.3-01.txt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D099CD3-AF09-43FB-97A2-0340FD7C068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793641050"/>
      </p:ext>
    </p:extLst>
  </p:cSld>
</p:sld>
</file>

<file path=ppt/slides/beginner_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4A29504-EF0F-4362-A2B0-194660FC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取得源码，编译并安装 Python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E272FFB-32B0-42A2-82F7-8166D88E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1.2.3_从 Python 官方源码安装 3.12.10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665E9DF9-2EC5-4AF0-AF42-494E1FC3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终端：Ubuntu 22.04 Bash；先进入 Python 下载目录。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mkdir -p ~/zephyr-tools/src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~/zephyr-tools/src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wget https://www.python.org/ftp/python/3.12.10/Python-3.12.10.tgz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tar -xzf Python-3.12.10.tgz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Python-3.12.10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./configure --prefix="$HOME/.local/opt/python312" --with-ensurepip=install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make -j2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make altinstall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659046F6-29A7-48E6-B115-CC85BBCD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每一步成功后继续。解压产生源码目录，make altinstall 产生安装目录。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9E76F713-1F84-42A3-B3E5-C5AD72A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完整命令：P001_Linux/1.2.3-02.txt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DF023D-5CDD-4D3E-9A3A-8691BAC4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83D42D3-4D41-460C-9B03-823D09391651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349842777"/>
      </p:ext>
    </p:extLst>
  </p:cSld>
</p:sld>
</file>

<file path=ppt/slides/beginner_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7EEE30D-9439-483C-B5FF-4FCD4560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确认解释器与标准库都可用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0A3D7E0-FA11-4CBF-A178-54A55D48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1.2.3_从 Python 官方源码安装 3.12.10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3EDA1E3B-67FB-453B-B39B-2486AF44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终端：Ubuntu 22.04 Bash；任意目录。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解释器位置来自本节 --prefix，用它检查版本和必要模块。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~/.local/opt/python312/bin/python3.12 --version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~/.local/opt/python312/bin/python3.12 -c \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'import ssl, sqlite3, bz2, lzma, ctypes, venv; print(ssl.OPENSSL_VERSION)'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~/.local/opt/python312/bin/python3.12 -m pip --version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3484AD0B-7C7B-4610-AF57-989FA76E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应显示 3.12.10 且导入无异常。系统 python3 仍为 3.10 可以正常共存。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312E7742-4108-4670-BED3-583FFDEF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完整命令：P001_Linux/1.2.3-03.txt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69CE90C-D0F0-42C6-A5D7-9F3F5328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239170-2D5B-4537-9D85-7001145FD95D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522260553"/>
      </p:ext>
    </p:extLst>
  </p:cSld>
</p:sld>
</file>

<file path=ppt/slides/beginner_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5C00514-3CB9-4B11-A625-6FB0E003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创建工作区专用 venv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CE5FD79-D8EC-489A-9245-F64D3209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1.3_创建 Linux 虚拟环境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7E9F6B4-E78D-47C9-B3DB-69F777DD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终端：Linux Bash；任意目录。路径沿用官方示例。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使用 1.2.3 安装的解释器，创建 Zephyr 工作区的独立环境。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~/.local/opt/python312/bin/python3.12 -m venv ~/zephyrproject/.venv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source ~/zephyrproject/.venv/bin/activate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--version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-c 'import sys; print(sys.executable); print(sys.platform)'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-m pip install west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 --version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236C5284-4675-4580-B9E9-6ECC901E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venv 由指定的 3.12 解释器创建；activate 只改变当前终端的查找顺序。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BCCF37E4-35C4-4839-9327-35269EBF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完整命令：P001_Linux/1.3-01.txt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251D90D6-5ACD-4E26-9413-7C7121AF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D1EDEE6-1952-4E4F-A1CC-C4C8DE682EF6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1771619779"/>
      </p:ext>
    </p:extLst>
  </p:cSld>
</p:sld>
</file>

<file path=ppt/slides/beginner_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2BC212A-16C5-43C0-AC45-6E512F17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工作区和源码根不是一层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5A5265D-FD7D-4C29-96C0-3FC630CD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1.4 · 官方工作区布局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CAA6C83-F999-45B1-B7F8-02091CB3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~/zephyrproject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是工作区根，里面有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、zephyr 与 modules。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~/zephyrproject/zephyr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才是含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VERSION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、boards、samples 的主源码。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init 建立管理目录并获取主仓库；</a:t>
            </a:r>
            <a:r>
              <a:rPr sz="21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update 按清单取得外部项目。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已有工作区只恢复环境，不反复 init。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FAE35E0-17BD-495A-BBC9-CDECF97193D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2109184277"/>
      </p:ext>
    </p:extLst>
  </p:cSld>
</p:sld>
</file>

<file path=ppt/slides/beginner_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5962201-A6E8-4DCB-924E-B43AA946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先取得主仓库，确认要使用的清单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3492093-75DF-448A-AB9A-6C445B32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1.4_取得官方源码和模块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E6E2DF4E-6D93-4EAC-9B38-67FC0C4B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83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Linux Bash；venv 已激活；仅新建工作区时执行 init。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init -m https://github.com/zephyrproject-rtos/zephyr ~/zephyrproject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~/zephyrproject/zephyr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rev-parse HEAD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cat VERSION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cat SDK_VERSION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9084B489-5C2D-4AD3-B368-F03F41D8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下载后记录实际提交，再用该源码的安装指南复查工具要求。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216A476B-8B79-4BB5-98DA-A8CC30BE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完整命令：P001_Linux/1.4-01.txt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5711E7F-05FE-40E3-B28F-9AAD13C01D5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1378654603"/>
      </p:ext>
    </p:extLst>
  </p:cSld>
</p:sld>
</file>

<file path=ppt/slides/beginner_slide1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0C9706C-D7DD-4C0E-9BE0-865C93BB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按当前清单下载并核对 CMSIS_6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79D40BD-3CD5-47BE-A31F-2A3EC995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1.4_取得官方源码和模块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B1035E9F-5B15-456C-9F15-CF219031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Ubuntu 22.04 Bash；官方工作区已建立，venv 已激活。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~/zephyrproject/zephyr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topdir &amp;&amp;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list cmsis_6 -f '{url} {revision} {abspath}' &amp;&amp;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update cmsis_6 &amp;&amp;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test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-f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../modules/hal/cmsis_6/CMSIS/Core/Include/core_cm4.h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&amp;&amp;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cat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../modules/hal/cmsis_6/zephyr/module.yml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B887794-35F3-455E-AABF-31C9A71D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版本与路径由清单决定；应取得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module.yml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和 Core 头文件，不再下载第二份覆盖。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47073865-33EB-4C78-9B63-2D74F262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完整命令：P001_Linux/1.4-02.txt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08FC0BD-75D4-4BBE-9262-36588A61BD9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808799294"/>
      </p:ext>
    </p:extLst>
  </p:cSld>
</p:sld>
</file>

<file path=ppt/slides/beginner_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5A331C8-3F8E-4E62-8F3D-83B0CF5D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安装和工程发现分开看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B5A139D-EA46-490D-AD4A-27643FFA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1.5 · SDK / 工具链 / 包登记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0D8A1F68-CF12-4D39-9258-7EED6D58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GNU 包预带多种目标工具链；Minimal 需再装所需目标。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与 AN386 使用 arm-zephyr-eabi，不是 AArch64。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安装取得工具；setup 的登记帮助 CMake 找到 SDK。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zephyr-export 登记的是 Zephyr 源码包，不能替代 SDK 安装。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D97AB24-018E-4011-94C0-58DBA6F6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26089B7-8C35-4A3F-807B-B0B7D0C26619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429184502"/>
      </p:ext>
    </p:extLst>
  </p:cSld>
</p:sld>
</file>

<file path=ppt/slides/beginner_slide1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4ABC55E-CC12-49E1-A143-6A4AF20B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使用当前源码提供的 SDK 安装命令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FC84EEA-2C73-4789-B27F-68C33F9C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1.5_安装源码要求的 Python 包和 SDK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45007E9-E05A-4AAF-A021-033C9DD4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终端：Linux Bash；位置：~/zephyrproject/zephyr；.venv 已激活。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packages pip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--install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zephyr-export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sdk install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--help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sdk install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--gnu-toolchains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arm-zephyr-eabi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2F02277-F7E5-46C6-878C-3E3599A4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先看 </a:t>
            </a:r>
            <a:r>
              <a:rPr sz="187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--help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支持的选项。本章只安装 ARM GNU；默认无列表会安装更多目标。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EBFFE111-DB9C-4289-93DF-7C3305EA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完整命令：P001_Linux/1.5-01.txt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BB458D9-694D-4D0E-9C55-8F2F4FF6DF3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</a:p>
        </p:txBody>
      </p:sp>
    </p:spTree>
    <p:extLst>
      <p:ext uri="{BB962C8B-B14F-4D97-AF65-F5344CB8AC3E}">
        <p14:creationId xmlns:p14="http://schemas.microsoft.com/office/powerpoint/2010/main" val="963893793"/>
      </p:ext>
    </p:extLst>
  </p:cSld>
</p:sld>
</file>

<file path=ppt/slides/beginner_slide1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EE5B26F-6907-4B30-9746-49E70B20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手动路线：在 SDK 发行页选择 Linux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632DB19-CB6B-4649-A711-09584A96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1.5 · 与 west 自动安装二选一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10E623F-65CB-418A-9248-652A1AEF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先读取源码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SDK_VERSION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，再进入同版 SDK Releases。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Downloads → SDK Bundle → Linux → x86-64，选 GNU 或 Minimal。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同时下载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sha256.sum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，比对同名归档的摘要。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解压后进入含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sdk_version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setup.sh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的内层，不新建这些官方文件。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75460A6-C564-4B45-8EB3-25A8B7D80A3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</a:p>
        </p:txBody>
      </p:sp>
    </p:spTree>
    <p:extLst>
      <p:ext uri="{BB962C8B-B14F-4D97-AF65-F5344CB8AC3E}">
        <p14:creationId xmlns:p14="http://schemas.microsoft.com/office/powerpoint/2010/main" val="118065231"/>
      </p:ext>
    </p:extLst>
  </p:cSld>
</p:sld>
</file>

<file path=ppt/slides/beginner_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B2F7E3B-8DAC-41FA-84D0-5B8C8F75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手动路线：从 Minimal 补 ARM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75575B6-DDB1-4D61-A102-D2FBED8B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1.5_安装源码要求的 Python 包和 SDK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6DD45C4D-928E-495D-B9D9-CFD90376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Ubuntu 22.04 Bash；手动分支，浏览器已经下载并核对同版 SHA-256。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~/Downloads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SDK 根由解压生成；已有同名安装时先停止并核对。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tar -xf zephyr-sdk-1.0.1_linux-x86_64_minimal.tar.xz -C "$HOME"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~/zephyr-sdk-1.0.1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setup.sh 来自官方包；-t 安装 ARM，-c 登记 SDK 的 CMake 包。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./setup.sh -t arm-zephyr-eabi -c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./gnu/arm-zephyr-eabi/bin/arm-zephyr-eabi-gcc --version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E59F4CA-93A7-4260-973A-318EC484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setup.sh 来自官方归档；-t 安装工具链，-c 登记位置。此块与 west 安装二选一。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73E82AE9-CA05-4404-AD48-B19D040E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完整命令：P001_Linux/1.5-02.txt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C99713-C31F-441A-8D54-9CE03E2D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B69B38C-51A8-4F2F-93F0-B03A2CC263B6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764995623"/>
      </p:ext>
    </p:extLst>
  </p:cSld>
</p:sld>
</file>

<file path=ppt/slides/beginner_slide1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3D77F5A-74A2-4AA8-8788-8B1B20F4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新终端恢复与验收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64C1909-3A30-462B-985B-3914B14F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1.6_验收与恢复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D1700DEE-A01C-4C40-8225-F227B95D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终端：Linux Bash；重新打开终端后的恢复与只读检查。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~/zephyrproject/.venv/bin/activate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~/zephyrproject/zephyr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-c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'import sys; </a:t>
            </a:r>
            <a:r>
              <a:rPr sz="1725" b="0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(sys.executable); </a:t>
            </a:r>
            <a:r>
              <a:rPr sz="1725" b="0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(sys.platform)'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-m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pip check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topdir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sdk list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cmake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dtc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D618718-52F5-445D-9FF0-786B78C6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核对解释器路径、pip 依赖和 SDK。此资料尚未在 Ubuntu 主机实跑，不宣称 Linux 构建通过。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97683E11-2F11-42A8-99EF-97FF3385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完整命令：P001_Linux/1.6-01.txt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62F9C17-42B8-4493-A363-2C9E0F4BE9F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224555087"/>
      </p:ext>
    </p:extLst>
  </p:cSld>
</p:sld>
</file>

<file path=ppt/slides/gu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Linux 路线仍围绕同一个应用与目标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P001 Linux 开篇与 1.4 · 从当前任务理解工程组织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从 Ubuntu 22.04 出发，先为 hello_world + mps2/an386 准备环境；换到 HC32 时再补所需芯片支持，应用保持可比较。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5580"/>
            <a:ext cx="10972800" cy="1169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hello_world 应用由 </a:t>
            </a:r>
            <a:r>
              <a:rPr>
                <a:solidFill>
                  <a:srgbClr val="0070C0"/>
                </a:solidFill>
                <a:ea typeface="Microsoft YaHei"/>
              </a:rPr>
              <a:t>CMakeLists.txt</a:t>
            </a:r>
            <a:r>
              <a:t>、</a:t>
            </a:r>
            <a:r>
              <a:rPr>
                <a:solidFill>
                  <a:srgbClr val="0070C0"/>
                </a:solidFill>
                <a:ea typeface="Microsoft YaHei"/>
              </a:rPr>
              <a:t>prj.conf</a:t>
            </a:r>
            <a:r>
              <a:t> 与 </a:t>
            </a:r>
            <a:r>
              <a:rPr>
                <a:solidFill>
                  <a:srgbClr val="0070C0"/>
                </a:solidFill>
                <a:ea typeface="Microsoft YaHei"/>
              </a:rPr>
              <a:t>main.c</a:t>
            </a:r>
            <a:r>
              <a:t> 组成；mps2/an386 是 Arm MPS2 FPGA 平台的 Cortex-M4F 目标。同板换应用或同应用换板时，使用各自的构建目录。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主机工具在 Linux 执行，ARM 工具链生成目标指令。~/zephyrproject 是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工作区，zephyr 子目录才是主源码，.venv 放在工作区父层。</a:t>
            </a:r>
          </a:p>
        </p:txBody>
      </p:sp>
      <p:sp>
        <p:nvSpPr>
          <p:cNvPr id="7" name="Body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063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的板、SoC 与架构/驱动已在主仓；CMSIS Core 按当前清单取得。本轮不先下载华大 HAL。</a:t>
            </a:r>
          </a:p>
        </p:txBody>
      </p:sp>
      <p:sp>
        <p:nvSpPr>
          <p:cNvPr id="8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P001 Linux 开篇与 1.4</a:t>
            </a:r>
          </a:p>
        </p:txBody>
      </p:sp>
      <p:sp>
        <p:nvSpPr>
          <p:cNvPr id="9" name="Page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E6E508B-B8F8-468F-9C31-11C6E755B5F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</a:p>
        </p:txBody>
      </p:sp>
    </p:spTree>
  </p:cSld>
</p:sld>
</file>

<file path=ppt/slides/gu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看到外部项目清单，还要判断当前目标用什么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P001 Linux 1.4 · 从当前任务理解工程组织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AN386 的 Cortex-M4 配置需要 CMSIS Core；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list cmsis_6 显示当前版本锁定的仓库、提交与落点，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update cmsis_6 才执行获取。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558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的硬件支持由 Zephyr 内置的板、SoC、架构和驱动承担。Arm Keil 另外提供 BSP/Pack，但这条 Zephyr 构建路线不把它作为输入。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951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清单不是 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的自动依赖解析结果。换板或增加功能时，沿设备节点、驱动与 CMake 条件继续查；全量下载并不能替代这次判断。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P001 Linux 1.4</a:t>
            </a:r>
          </a:p>
        </p:txBody>
      </p:sp>
      <p:sp>
        <p:nvSpPr>
          <p:cNvPr id="8" name="Page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EBA1216-0E7A-4019-9E51-747BFC129F1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</a:p>
        </p:txBody>
      </p:sp>
    </p:spTree>
  </p:cSld>
</p:sld>
</file>

<file path=ppt/slides/pythonentry_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D64554F-7878-4905-9884-CE487AEA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文件出现的先后顺序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2050A1C-FC91-4D8D-B110-769E1678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1.0.1 · 区分源码、已安装工具和项目环境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68CAA-A094-4106-8D79-B8BFD5D96FC7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位置或命令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由谁产生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/etc/os-release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Ubuntu 系统自带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kitware.list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按官方源步骤创建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Python-3.12.10 / </a:t>
                      </a: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python3.12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解压后的源码 / 已安装的版本命令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.venv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.west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venv / </a:t>
                      </a: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init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/ modules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取得的主源码与外部项目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3993F0E-8CC0-4840-9CB2-F370482BFCE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1579862501"/>
      </p:ext>
    </p:extLst>
  </p:cSld>
</p:sld>
</file>

<file path=ppt/slides/pythonentry_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1253A44-2275-422D-9BF0-BA024CE5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先检查已安装的 Python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F8DD8AE-F949-4AFA-8756-103FA4FC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1.2.3 · Ubuntu 22.04 Bash；任意目录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A288AB3A-41AE-457E-959A-25AB8753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Ubuntu 22.04 Bash；先检查，缺少所需版本才继续安装。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python3.12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AE75BEBD-56E9-446C-8380-CF0DBB1A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已有 3.12.10 就进入第 12 页，已有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则激活继续。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缺少时在 Python 3.12.10 发行页选 Gzipped source tarball。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源码安装后使用 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python3.12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，不要求复现作者的安装位置。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868F6C3-9AC3-40A1-8A37-4EDA27352A5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1018718744"/>
      </p:ext>
    </p:extLst>
  </p:cSld>
</p:sld>
</file>

<file path=ppt/slides/pythonentry_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4700B96-A1A5-4AC2-AF0A-8CA5D8C2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缺少时从官方源码安装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0276B59-9977-4496-AF09-29A171E5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1.2.3 · Ubuntu 22.04 Bash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DBD8C846-81E6-4A54-BCBA-AC5148A3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终端：Ubuntu 22.04 Bash；先进入 Python 下载目录。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mkdir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-p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~/zephyr-tools/src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~/zephyr-tools/src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wget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https://www.python.org/ftp/python/3.12.10/Python-3.12.10.tgz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tar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-xzf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Python-3.12.10.tgz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Python-3.12.10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./configure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--with-ensurepip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=install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make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-j2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make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altinstall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C1592A11-9098-4B6D-A8F2-AC7423B5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源码目录只保存构建输入。altinstall 提供 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python3.12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，保留系统 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python3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1C3E7BB3-D1EF-4D0C-9EC6-26060685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完整命令：P001_Linux/1.2.3-02.txt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2574708-590C-456B-88FB-29FC0E61B4C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590736771"/>
      </p:ext>
    </p:extLst>
  </p:cSld>
</p:sld>
</file>

<file path=ppt/slides/pythonentry_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29B51F8-62D7-4F0A-A7A3-0C89F993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按版本检查安装结果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17D441E-231A-42EA-8CFC-13FCE7E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1.2.3 · 安装完成后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06F37FD8-674E-45CF-B9A1-17A1938F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终端：Ubuntu 22.04 Bash；任意目录。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使用已安装的带版本命令；不按教程自定义目录查找 Python。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python3.12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python3.12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-c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'import ssl, sqlite3, bz2, lzma, ctypes, venv; </a:t>
            </a:r>
            <a:r>
              <a:rPr sz="1875" b="0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(ssl.OPENSSL_VERSION)'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python3.12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-m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pip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3443C4DE-85B3-4662-B545-164ED71F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应显示 3.12.10 且模块导入成功。系统 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python3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仍为 3.10 可以共存。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AAB2FB58-C562-4F45-8C8C-C7795806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完整命令：P001_Linux/1.2.3-03.txt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55739DE-3DD4-4FC1-A845-DE3DF1C087D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1344027294"/>
      </p:ext>
    </p:extLst>
  </p:cSld>
</p:sld>
</file>

<file path=ppt/slides/pythonentry_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D089B79-05B5-4447-B900-B91E8C91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用 python3.12 创建项目环境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E4CE77A-8169-4775-9593-911DB086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1.3 · 首次创建；已有环境只激活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6D439941-A8BB-40A6-A5C8-30149A29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83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终端：Linux Bash；任意目录。路径沿用官方示例。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使用 1.2.3 安装的解释器，创建 Zephyr 工作区的独立环境。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python3.12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-m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venv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~/zephyrproject/.venv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source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~/zephyrproject/.venv/bin/activate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-c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'import sys; </a:t>
            </a:r>
            <a:r>
              <a:rPr sz="1875" b="0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(sys.executable); </a:t>
            </a:r>
            <a:r>
              <a:rPr sz="1875" b="0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(sys.platform)'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-m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pip install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F957B18E-3C5A-44BF-9F5E-98EC21CF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创建时选择版本，激活后统一 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python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隔离项目包；无需每次写基础解释器的完整路径。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36D26775-CDDE-4734-97B4-6AE2CA9B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完整命令：P001_Linux/1.3-01.txt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D859A62-EC2B-4D28-A1A5-03356FF4CC8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2144633624"/>
      </p:ext>
    </p:extLst>
  </p:cSld>
</p:sld>
</file>

<file path=ppt/slides/sdkscope_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AFF2C19-BCEF-47EC-91E7-1530B8B6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Linux 的 SDK 地址保存给哪个用户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3F8EEDC-9EF8-4FAC-A357-9D45BC2E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1.5 · 工具安装与用户级记录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251BEFD-8412-4A6C-9889-4F49EFF5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setup.sh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-c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 SDK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目录写入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~/.cmake/packages/Zephyr-sdk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同一个 Linux 用户的多个 CMake 工程可查，跨终端与重启保留。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export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只设置当前 Bash，</a:t>
            </a:r>
            <a:r>
              <a:rPr sz="217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选择保存进各自构建缓存。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不自动设置 SDK；工程长期输入可用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CMakeUserPresets.json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CA4AFED-9F18-4F37-B04D-FC89BE7134F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1855539345"/>
      </p:ext>
    </p:extLst>
  </p:cSld>
</p:sld>
</file>

<file path=ppt/slides/sdkscope_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33D1238-4FF3-457E-AEC3-F3AC4F7F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def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手动路线：安装工具并保存用户包地址</ns0:t>
            </ns0:r>
          </ns0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43B9102-EC5E-4C1C-9A7E-3C86D555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1.5 · 与 west 安装二选一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85413611-2CEC-41E6-A64F-D4D09DCC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646173"/>
                </ns0:solidFill>
                <ns0:latin typeface="Consolas"/>
                <ns0:ea typeface="Consolas"/>
                <ns0:cs typeface="Consolas"/>
              </ns0:rPr>
              <ns0:t># Ubuntu 22.04 Bash；手动分支，浏览器已经下载并核对同版 SHA-256。</ns0:t>
            </ns0:r>
          </ns0:p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A02B93"/>
                </ns0:solidFill>
                <ns0:latin typeface="Consolas"/>
                <ns0:ea typeface="Consolas"/>
                <ns0:cs typeface="Consolas"/>
              </ns0:rPr>
              <ns0:t>cd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 xml:space="preserve"> </ns0:t>
            </ns0:r>
            <ns0:r>
              <ns0:rPr sz="1875" b="0">
                <ns0:solidFill>
                  <ns0:srgbClr val="0070C0"/>
                </ns0:solidFill>
                <ns0:latin typeface="Consolas"/>
                <ns0:ea typeface="Consolas"/>
                <ns0:cs typeface="Consolas"/>
              </ns0:rPr>
              <ns0:t>~/Downloads</ns0:t>
            </ns0:r>
          </ns0:p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646173"/>
                </ns0:solidFill>
                <ns0:latin typeface="Consolas"/>
                <ns0:ea typeface="Consolas"/>
                <ns0:cs typeface="Consolas"/>
              </ns0:rPr>
              <ns0:t># SDK 根由解压生成；已有同名安装时先停止并核对。</ns0:t>
            </ns0:r>
          </ns0:p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A02B93"/>
                </ns0:solidFill>
                <ns0:latin typeface="Consolas"/>
                <ns0:ea typeface="Consolas"/>
                <ns0:cs typeface="Consolas"/>
              </ns0:rPr>
              <ns0:t>tar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 xml:space="preserve"> </ns0:t>
            </ns0:r>
            <ns0:r>
              <ns0:rPr sz="1875" b="0">
                <ns0:solidFill>
                  <ns0:srgbClr val="B84E00"/>
                </ns0:solidFill>
                <ns0:latin typeface="Consolas"/>
                <ns0:ea typeface="Consolas"/>
                <ns0:cs typeface="Consolas"/>
              </ns0:rPr>
              <ns0:t>-xf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 xml:space="preserve"> </ns0:t>
            </ns0:r>
            <ns0:r>
              <ns0:rPr sz="1875" b="0">
                <ns0:solidFill>
                  <ns0:srgbClr val="0070C0"/>
                </ns0:solidFill>
                <ns0:latin typeface="Consolas"/>
                <ns0:ea typeface="Consolas"/>
                <ns0:cs typeface="Consolas"/>
              </ns0:rPr>
              <ns0:t>zephyr-sdk-1.0.1_linux-x86_64_minimal.tar.xz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 xml:space="preserve"> </ns0:t>
            </ns0:r>
            <ns0:r>
              <ns0:rPr sz="1875" b="0">
                <ns0:solidFill>
                  <ns0:srgbClr val="B84E00"/>
                </ns0:solidFill>
                <ns0:latin typeface="Consolas"/>
                <ns0:ea typeface="Consolas"/>
                <ns0:cs typeface="Consolas"/>
              </ns0:rPr>
              <ns0:t>-C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 xml:space="preserve"> "</ns0:t>
            </ns0:r>
            <ns0:r>
              <ns0:rPr sz="1875" b="0">
                <ns0:solidFill>
                  <ns0:srgbClr val="B84E00"/>
                </ns0:solidFill>
                <ns0:latin typeface="Consolas"/>
                <ns0:ea typeface="Consolas"/>
                <ns0:cs typeface="Consolas"/>
              </ns0:rPr>
              <ns0:t>$HOME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>"</ns0:t>
            </ns0:r>
          </ns0:p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A02B93"/>
                </ns0:solidFill>
                <ns0:latin typeface="Consolas"/>
                <ns0:ea typeface="Consolas"/>
                <ns0:cs typeface="Consolas"/>
              </ns0:rPr>
              <ns0:t>cd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 xml:space="preserve"> </ns0:t>
            </ns0:r>
            <ns0:r>
              <ns0:rPr sz="1875" b="0">
                <ns0:solidFill>
                  <ns0:srgbClr val="0070C0"/>
                </ns0:solidFill>
                <ns0:latin typeface="Consolas"/>
                <ns0:ea typeface="Consolas"/>
                <ns0:cs typeface="Consolas"/>
              </ns0:rPr>
              <ns0:t>~/zephyr-sdk-1.0.1</ns0:t>
            </ns0:r>
          </ns0:p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646173"/>
                </ns0:solidFill>
                <ns0:latin typeface="Consolas"/>
                <ns0:ea typeface="Consolas"/>
                <ns0:cs typeface="Consolas"/>
              </ns0:rPr>
              <ns0:t># 官方 setup.sh：-t 安装 ARM；-h 初始化主机工具；-c 保存用户包地址。</ns0:t>
            </ns0:r>
          </ns0:p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0070C0"/>
                </ns0:solidFill>
                <ns0:latin typeface="Consolas"/>
                <ns0:ea typeface="Consolas"/>
                <ns0:cs typeface="Consolas"/>
              </ns0:rPr>
              <ns0:t>./setup.sh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 xml:space="preserve"> </ns0:t>
            </ns0:r>
            <ns0:r>
              <ns0:rPr sz="1875" b="0">
                <ns0:solidFill>
                  <ns0:srgbClr val="B84E00"/>
                </ns0:solidFill>
                <ns0:latin typeface="Consolas"/>
                <ns0:ea typeface="Consolas"/>
                <ns0:cs typeface="Consolas"/>
              </ns0:rPr>
              <ns0:t>-t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 xml:space="preserve"> arm-zephyr-eabi </ns0:t>
            </ns0:r>
            <ns0:r>
              <ns0:rPr sz="1875" b="0">
                <ns0:solidFill>
                  <ns0:srgbClr val="B84E00"/>
                </ns0:solidFill>
                <ns0:latin typeface="Consolas"/>
                <ns0:ea typeface="Consolas"/>
                <ns0:cs typeface="Consolas"/>
              </ns0:rPr>
              <ns0:t>-h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 xml:space="preserve"> </ns0:t>
            </ns0:r>
            <ns0:r>
              <ns0:rPr sz="1875" b="0">
                <ns0:solidFill>
                  <ns0:srgbClr val="B84E00"/>
                </ns0:solidFill>
                <ns0:latin typeface="Consolas"/>
                <ns0:ea typeface="Consolas"/>
                <ns0:cs typeface="Consolas"/>
              </ns0:rPr>
              <ns0:t>-c</ns0:t>
            </ns0:r>
          </ns0:p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0070C0"/>
                </ns0:solidFill>
                <ns0:latin typeface="Consolas"/>
                <ns0:ea typeface="Consolas"/>
                <ns0:cs typeface="Consolas"/>
              </ns0:rPr>
              <ns0:t>./gnu/arm-zephyr-eabi/bin/arm-zephyr-eabi-gcc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 xml:space="preserve"> </ns0:t>
            </ns0:r>
            <ns0:r>
              <ns0:rPr sz="1875" b="0">
                <ns0:solidFill>
                  <ns0:srgbClr val="B84E00"/>
                </ns0:solidFill>
                <ns0:latin typeface="Consolas"/>
                <ns0:ea typeface="Consolas"/>
                <ns0:cs typeface="Consolas"/>
              </ns0:rPr>
              <ns0:t>--version</ns0:t>
            </ns0:r>
          </ns0:p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A02B93"/>
                </ns0:solidFill>
                <ns0:latin typeface="Consolas"/>
                <ns0:ea typeface="Consolas"/>
                <ns0:cs typeface="Consolas"/>
              </ns0:rPr>
              <ns0:t>test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 xml:space="preserve"> </ns0:t>
            </ns0:r>
            <ns0:r>
              <ns0:rPr sz="1875" b="0">
                <ns0:solidFill>
                  <ns0:srgbClr val="B84E00"/>
                </ns0:solidFill>
                <ns0:latin typeface="Consolas"/>
                <ns0:ea typeface="Consolas"/>
                <ns0:cs typeface="Consolas"/>
              </ns0:rPr>
              <ns0:t>-d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 xml:space="preserve"> </ns0:t>
            </ns0:r>
            <ns0:r>
              <ns0:rPr sz="1875" b="0">
                <ns0:solidFill>
                  <ns0:srgbClr val="0070C0"/>
                </ns0:solidFill>
                <ns0:latin typeface="Consolas"/>
                <ns0:ea typeface="Consolas"/>
                <ns0:cs typeface="Consolas"/>
              </ns0:rPr>
              <ns0:t>hosttools/sysroots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 xml:space="preserve"> &amp;&amp; </ns0:t>
            </ns0:r>
            <ns0:r>
              <ns0:rPr sz="1875" b="0">
                <ns0:solidFill>
                  <ns0:srgbClr val="A02B93"/>
                </ns0:solidFill>
                <ns0:latin typeface="Consolas"/>
                <ns0:ea typeface="Consolas"/>
                <ns0:cs typeface="Consolas"/>
              </ns0:rPr>
              <ns0:t>printf</ns0:t>
            </ns0:r>
            <ns0:r>
              <ns0:rPr sz="1875" b="0">
                <ns0:solidFill>
                  <ns0:srgbClr val="29263B"/>
                </ns0:solidFill>
                <ns0:latin typeface="Consolas"/>
                <ns0:ea typeface="Consolas"/>
                <ns0:cs typeface="Consolas"/>
              </ns0:rPr>
              <ns0:t xml:space="preserve"> 'Linux SDK 主机工具已展开。\n'</ns0:t>
            </ns0:r>
          </ns0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A771CF7-435A-4BE3-B567-F7A5549D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875" b="0">
                <ns0:solidFill>
                  <ns0:srgbClr val="B84E00"/>
                </ns0:solidFill>
                <ns0:latin typeface="Microsoft YaHei"/>
                <ns0:ea typeface="Microsoft YaHei"/>
                <ns0:cs typeface="Microsoft YaHei"/>
              </ns0:rPr>
              <ns0:t>-t</ns0:t>
            </ns0:r>
            <ns0:r>
              <ns0:rPr sz="18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 xml:space="preserve"> 安装 ARM；</ns0:t>
            </ns0:r>
            <ns0:r>
              <ns0:rPr sz="1875" b="0">
                <ns0:solidFill>
                  <ns0:srgbClr val="B84E00"/>
                </ns0:solidFill>
                <ns0:latin typeface="Microsoft YaHei"/>
                <ns0:ea typeface="Microsoft YaHei"/>
                <ns0:cs typeface="Microsoft YaHei"/>
              </ns0:rPr>
              <ns0:t>-h</ns0:t>
            </ns0:r>
            <ns0:r>
              <ns0:rPr sz="18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 xml:space="preserve"> 展开主机工具；</ns0:t>
            </ns0:r>
            <ns0:r>
              <ns0:rPr sz="1875" b="0">
                <ns0:solidFill>
                  <ns0:srgbClr val="B84E00"/>
                </ns0:solidFill>
                <ns0:latin typeface="Microsoft YaHei"/>
                <ns0:ea typeface="Microsoft YaHei"/>
                <ns0:cs typeface="Microsoft YaHei"/>
              </ns0:rPr>
              <ns0:t>-c</ns0:t>
            </ns0:r>
            <ns0:r>
              <ns0:rPr sz="18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 xml:space="preserve"> 保存用户包地址。</ns0:t>
            </ns0:r>
          </ns0:p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8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 xml:space="preserve">检查 </ns0:t>
            </ns0:r>
            <ns0:r>
              <ns0:rPr sz="1875" b="0">
                <ns0:solidFill>
                  <ns0:srgbClr val="0070C0"/>
                </ns0:solidFill>
                <ns0:latin typeface="Microsoft YaHei"/>
                <ns0:ea typeface="Microsoft YaHei"/>
                <ns0:cs typeface="Microsoft YaHei"/>
              </ns0:rPr>
              <ns0:t>hosttools/sysroots</ns0:t>
            </ns0:r>
            <ns0:r>
              <ns0:rPr sz="18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；找到目录不等于已运行 QEMU。</ns0:t>
            </ns0:r>
          </ns0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B315A73E-B7EB-4D17-B2DF-3714385E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完整命令：P001_Linux/1.5-02.txt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D7ED86A-FD4B-447B-AA9E-FB575A2C223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1990756684"/>
      </p:ext>
    </p:extLst>
  </p:cSld>
</p:sld>
</file>

<file path=ppt/slides/sdkscope_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1704D5A-A966-47DC-8E7C-DF825884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GNU 与 Minimal 最终使用同一工程接口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AC8998A-3ED7-4712-8E2A-A53A042C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1.5.1 · Ubuntu 22.04，主机包必须选 Linux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A20A279-675D-466A-99F9-E651D933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 xml:space="preserve">GNU 预带目标工具，Minimal 用 </ns0:t>
            </ns0:r>
            <ns0:r>
              <ns0:rPr sz="2175" b="0">
                <ns0:solidFill>
                  <ns0:srgbClr val="0070C0"/>
                </ns0:solidFill>
                <ns0:latin typeface="Microsoft YaHei"/>
                <ns0:ea typeface="Microsoft YaHei"/>
                <ns0:cs typeface="Microsoft YaHei"/>
              </ns0:rPr>
              <ns0:t>setup.sh</ns0:t>
            </ns0:r>
            <ns0:r>
              <ns0: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 xml:space="preserve"> </ns0:t>
            </ns0:r>
            <ns0:r>
              <ns0:rPr sz="2175" b="0">
                <ns0:solidFill>
                  <ns0:srgbClr val="B84E00"/>
                </ns0:solidFill>
                <ns0:latin typeface="Microsoft YaHei"/>
                <ns0:ea typeface="Microsoft YaHei"/>
                <ns0:cs typeface="Microsoft YaHei"/>
              </ns0:rPr>
              <ns0:t>-t</ns0:t>
            </ns0:r>
            <ns0:r>
              <ns0: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 xml:space="preserve"> 补齐。</ns0:t>
            </ns0:r>
          </ns0:p>
          <ns0:p xmlns:ns0="http://schemas.openxmlformats.org/drawingml/2006/main">
            <ns0:pPr>
              <ns0:lnSpc>
                <ns0:spcPct val="120000"/>
              </ns0:lnSpc>
              <ns0:def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 xml:space="preserve">两种 Linux 包都须用 </ns0:t>
            </ns0:r>
            <ns0:r>
              <ns0:rPr sz="2175" b="0">
                <ns0:solidFill>
                  <ns0:srgbClr val="B84E00"/>
                </ns0:solidFill>
                <ns0:latin typeface="Microsoft YaHei"/>
                <ns0:ea typeface="Microsoft YaHei"/>
                <ns0:cs typeface="Microsoft YaHei"/>
              </ns0:rPr>
              <ns0:t>-h</ns0:t>
            </ns0:r>
            <ns0:r>
              <ns0: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 xml:space="preserve"> 初始化主机工具。</ns0:t>
            </ns0:r>
          </ns0:p>
          <ns0:p xmlns:ns0="http://schemas.openxmlformats.org/drawingml/2006/main">
            <ns0:pPr>
              <ns0:lnSpc>
                <ns0:spcPct val="120000"/>
              </ns0:lnSpc>
              <ns0:def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工程找到 SDK 根后，再由板配置选择 ARM。</ns0:t>
            </ns0:r>
          </ns0:p>
          <ns0:p xmlns:ns0="http://schemas.openxmlformats.org/drawingml/2006/main">
            <ns0:pPr>
              <ns0:lnSpc>
                <ns0:spcPct val="120000"/>
              </ns0:lnSpc>
              <ns0:def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新增芯片支持仍在 Zephyr 的 SoC、板与驱动中完成。</ns0:t>
            </ns0:r>
          </ns0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2C34F-8DA8-4A90-9EAA-82199CD633B8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64255" y="5048251"/>
            <a:ext cx="520043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A8EEB-35BD-4B22-8CB5-35B420E0BE3F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021678" y="5048251"/>
            <a:ext cx="520042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CDD12-2E7D-40FC-8D55-4055941C349C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998710" y="5048251"/>
            <a:ext cx="520043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989A2-4CF4-4303-B9C4-442780F050D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2928938" y="5329074"/>
            <a:ext cx="1294907" cy="260022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A27B1-F711-4A8A-891A-9B099E29F508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882134" y="4507406"/>
            <a:ext cx="1341711" cy="260022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solid"/>
            <a:tailEnd type="triangle" w="med" len="med"/>
          </a:ln>
        </p:spPr>
      </p:cxnSp>
      <p:sp>
        <p:nvSpPr>
          <p:cNvPr id="15" name="sdk-flow-node-1">
            <a:extLst xmlns:a="http://schemas.openxmlformats.org/drawingml/2006/main">
              <a:ext uri="{FF2B5EF4-FFF2-40B4-BE49-F238E27FC236}">
                <a16:creationId xmlns:a16="http://schemas.microsoft.com/office/drawing/2014/main" id="{DD384BAD-E5BC-4E2E-B159-35753555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591" y="4226582"/>
            <a:ext cx="1726543" cy="5616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0478">
            <a:solidFill>
              <a:srgbClr val="99999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GNU 预带工具</a:t>
            </a:r>
          </a:p>
        </p:txBody>
      </p:sp>
      <p:sp>
        <p:nvSpPr>
          <p:cNvPr id="16" name="sdk-flow-node-2">
            <a:extLst xmlns:a="http://schemas.openxmlformats.org/drawingml/2006/main">
              <a:ext uri="{FF2B5EF4-FFF2-40B4-BE49-F238E27FC236}">
                <a16:creationId xmlns:a16="http://schemas.microsoft.com/office/drawing/2014/main" id="{29F88076-EBF5-4E14-A1BC-4CFC4B0A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87" y="5308272"/>
            <a:ext cx="1820151" cy="5616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0478">
            <a:solidFill>
              <a:srgbClr val="99999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Minimal 补工具</a:t>
            </a:r>
          </a:p>
        </p:txBody>
      </p:sp>
      <p:sp>
        <p:nvSpPr>
          <p:cNvPr id="17" name="sdk-flow-node-3">
            <a:extLst xmlns:a="http://schemas.openxmlformats.org/drawingml/2006/main">
              <a:ext uri="{FF2B5EF4-FFF2-40B4-BE49-F238E27FC236}">
                <a16:creationId xmlns:a16="http://schemas.microsoft.com/office/drawing/2014/main" id="{BD4A089F-825F-4BCF-BF75-0EB22D18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981" y="4767427"/>
            <a:ext cx="1549729" cy="5616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0478">
            <a:solidFill>
              <a:srgbClr val="99999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 SDK 根</a:t>
            </a:r>
          </a:p>
        </p:txBody>
      </p:sp>
      <p:sp>
        <p:nvSpPr>
          <p:cNvPr id="18" name="sdk-flow-node-4">
            <a:extLst xmlns:a="http://schemas.openxmlformats.org/drawingml/2006/main">
              <a:ext uri="{FF2B5EF4-FFF2-40B4-BE49-F238E27FC236}">
                <a16:creationId xmlns:a16="http://schemas.microsoft.com/office/drawing/2014/main" id="{F1D7A0CE-763D-4F7B-8025-06B0AFC4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753" y="4767427"/>
            <a:ext cx="1502925" cy="5616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0478">
            <a:solidFill>
              <a:srgbClr val="99999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工程选 SDK</a:t>
            </a:r>
          </a:p>
        </p:txBody>
      </p:sp>
      <p:sp>
        <p:nvSpPr>
          <p:cNvPr id="19" name="sdk-flow-node-5">
            <a:extLst xmlns:a="http://schemas.openxmlformats.org/drawingml/2006/main">
              <a:ext uri="{FF2B5EF4-FFF2-40B4-BE49-F238E27FC236}">
                <a16:creationId xmlns:a16="http://schemas.microsoft.com/office/drawing/2014/main" id="{1BA70B35-3207-4B41-ADD3-92509118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1720" y="4767427"/>
            <a:ext cx="1622535" cy="5616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0478">
            <a:solidFill>
              <a:srgbClr val="99999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板配置选目标</a:t>
            </a:r>
          </a:p>
        </p:txBody>
      </p:sp>
      <p:sp>
        <p:nvSpPr>
          <p:cNvPr id="20" name="sdk-flow-node-6">
            <a:extLst xmlns:a="http://schemas.openxmlformats.org/drawingml/2006/main">
              <a:ext uri="{FF2B5EF4-FFF2-40B4-BE49-F238E27FC236}">
                <a16:creationId xmlns:a16="http://schemas.microsoft.com/office/drawing/2014/main" id="{5971D46E-5CAD-4B57-915D-AE055007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4298" y="4767427"/>
            <a:ext cx="1398916" cy="5616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0478">
            <a:solidFill>
              <a:srgbClr val="99999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P008 编译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FB9059A-93EE-481B-9CD9-EEA1979500C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1422324633"/>
      </p:ext>
    </p:extLst>
  </p:cSld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>
      <p:bgPr>
        <a:solidFill>
          <a:srgbClr val="17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1952625"/>
            <a:ext cx="752475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Zephyr 官方环境</a:t>
            </a:r>
          </a:p>
          <a:p>
            <a:pPr>
              <a:buNone/>
              <a:def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安装与源码准备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4057650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25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Linux · Ubuntu 22.04 LTS 实操教程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91440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0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P001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DE156-BE3B-4554-B437-7545F7B4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环境准备阶段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34BF5-45BB-41BE-8C39-3E09656A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环境检查完成后，才进入已有板编译与新增板实验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CFF2C-A8A5-4D07-91C9-C78BDD72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fld id="{4294b02a-68c1-4fba-b4ca-5779635d2b3d}" type="slidenum">
              <a: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2</a:t>
            </a:fld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2A9F8-1263-4E69-AA1C-EBB5C73F78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ee660f4e746d2"/>
          <a:stretch xmlns:a="http://schemas.openxmlformats.org/drawingml/2006/main"/>
        </p:blipFill>
        <p:spPr>
          <a:xfrm xmlns:a="http://schemas.openxmlformats.org/drawingml/2006/main">
            <a:off x="609600" y="2332673"/>
            <a:ext cx="10972800" cy="66865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C760-A6C0-47FA-9FCB-91AEC63D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系统身份：cat /etc/os-release ；主机架构：uname -m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D9732-9C89-400B-8D15-52957493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版本依据：源码根 doc/develop/getting_started/index.rst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5CE31-0928-4DBD-A891-52E4C263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当前下限：CMake 3.28.0、Python 3.12、dtc 1.4.6</a:t>
            </a:r>
          </a:p>
        </p:txBody>
      </p:sp>
    </p:spTree>
    <p:extLst>
      <p:ext uri="{BB962C8B-B14F-4D97-AF65-F5344CB8AC3E}">
        <p14:creationId xmlns:p14="http://schemas.microsoft.com/office/powerpoint/2010/main" val="651781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91C1D-A110-46E8-832E-61C63AAE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Ubuntu 22.04 基础依赖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0CE60-80BE-4036-8069-07A0AD58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sudo apt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EAD9A-66D0-4709-B065-121C8A0E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# 基础依赖之后还要补齐 CMake 与 Python 版本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2C254-04D2-4CCD-B942-FF47343C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sudo apt install --no-install-recommends git cmake ninja-build gperf \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EC979-DF44-4CD7-9953-16327C32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  ccache dfu-util device-tree-compiler wget python3-dev python3-venv \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37FD8-3CC1-40B5-9E23-582A8C42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  python3-tk xz-utils file make gcc gcc-multilib g++-multilib \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C5379-7735-4FB6-907D-009AE50A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  libsdl2-dev libmagic1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9CF68-7EBE-479E-9340-62258EA1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cmake --version; python3 --version; dtc --version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1C570-AC0A-4C3A-8B50-D64A161C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ARM64 主机按官方说明省去不可用的两个 multilib 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EE397-770C-411F-87F5-255BA28B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fld id="{fd418f20-f3a0-48c0-bdcf-f44da888020a}" type="slidenum">
              <a: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3</a:t>
            </a:fld>
          </a:p>
        </p:txBody>
      </p:sp>
      <p:sp xmlns:a="http://schemas.openxmlformats.org/drawingml/2006/main">
        <p:nvSpPr>
          <p:cNvPr id="500" name="Phase and terminal"/>
          <p:cNvSpPr txBox="1"/>
          <p:nvPr/>
        </p:nvSpPr>
        <p:spPr>
          <a:xfrm>
            <a:off x="609600" y="1047750"/>
            <a:ext cx="10972800" cy="333375"/>
          </a:xfrm>
          <a:prstGeom prst="rect">
            <a:avLst/>
          </a:prstGeom>
          <a:noFill/>
        </p:spPr>
        <p:txBody>
          <a:bodyPr/>
          <a:lstStyle/>
          <a:p>
            <a:r>
              <a:rPr sz="1400">
                <a:solidFill>
                  <a:srgbClr val="6544B0"/>
                </a:solidFill>
                <a:latin typeface="Noto Sans SC"/>
                <a:ea typeface="Noto Sans SC"/>
              </a:rPr>
              <a:t>阶段② 主机依赖；终端：Ubuntu Bash；位置：任意目录</a:t>
            </a:r>
          </a:p>
        </p:txBody>
      </p:sp>
    </p:spTree>
    <p:extLst>
      <p:ext uri="{BB962C8B-B14F-4D97-AF65-F5344CB8AC3E}">
        <p14:creationId xmlns:p14="http://schemas.microsoft.com/office/powerpoint/2010/main" val="1928803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280E4-FBAF-486E-A9D0-3953AF2D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Linux 的独立 Python 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55CBF-44E5-4DB2-81A3-92EEA126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~/.local/opt/python312/bin/python3.12 -m venv ~/zephyrproject/.venv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2867E-BF62-470B-B406-4A4D6E3A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source ~/zephyrproject/.venv/bin/activate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CE844-7A74-44A8-A48B-5AC91DE5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python --version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3B03B-AB76-43CE-94AA-E02DB28F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python -c 'import sys; print(sys.executable); print(sys.platform)'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8754A-6808-44A2-B50A-A0ACF830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python -m pip install west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D6F40-D658-4A79-9D0B-E3A1BAD0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west --version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80681-6D4F-45F2-A480-EBF4D857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解释器来自正文 1.2.3；Linux venv 使用 bin/activate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08345-EE64-47FA-96E9-C815E00D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fld id="{38c43550-8794-44f3-a3ed-2f2dfd4b799f}" type="slidenum">
              <a: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7</a:t>
            </a:fld>
          </a:p>
        </p:txBody>
      </p:sp>
      <p:sp xmlns:a="http://schemas.openxmlformats.org/drawingml/2006/main">
        <p:nvSpPr>
          <p:cNvPr id="500" name="Phase and terminal"/>
          <p:cNvSpPr txBox="1"/>
          <p:nvPr/>
        </p:nvSpPr>
        <p:spPr>
          <a:xfrm>
            <a:off x="609600" y="1047750"/>
            <a:ext cx="10972800" cy="333375"/>
          </a:xfrm>
          <a:prstGeom prst="rect">
            <a:avLst/>
          </a:prstGeom>
          <a:noFill/>
        </p:spPr>
        <p:txBody>
          <a:bodyPr/>
          <a:lstStyle/>
          <a:p>
            <a:r>
              <a:rPr sz="1400">
                <a:solidFill>
                  <a:srgbClr val="6544B0"/>
                </a:solidFill>
                <a:latin typeface="Noto Sans SC"/>
                <a:ea typeface="Noto Sans SC"/>
              </a:rPr>
              <a:t>阶段③ venv；终端：Linux Bash；位置：任意目录</a:t>
            </a:r>
          </a:p>
        </p:txBody>
      </p:sp>
    </p:spTree>
    <p:extLst>
      <p:ext uri="{BB962C8B-B14F-4D97-AF65-F5344CB8AC3E}">
        <p14:creationId xmlns:p14="http://schemas.microsoft.com/office/powerpoint/2010/main" val="13806991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09AFF-C0DA-436B-99DA-B2347BBF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官方源码与模块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A7BB7-2AE3-4C33-898B-F5C062F2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west init -m https://github.com/zephyrproject-rtos/zephyr ~/zephyrproject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44B0B-E322-44A7-9BB2-35F44756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cd ~/zephyrproject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E59B8-B44C-4851-901C-FEA8D32F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west update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91F10-0B4D-4ACF-BD07-8A55D34E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cd zephyr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9E852-C483-4895-B485-6EEED510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git rev-parse HEAD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823C9-0FB4-4072-89B0-C5CFC559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cat 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0CE05-DCF3-4E8F-8695-7C8F5ADC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cat SDK_VERSION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1CA2A-C81B-4C3A-B436-D1DAF1C9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当前位置到最后为 ~/zephyrproject/zephyr；下载后重新核对本地指南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BF033-D362-4F6C-8E87-8AA560A1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fld id="{a556c1ba-c7f4-44aa-999c-3328a73e7456}" type="slidenum">
              <a: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8</a:t>
            </a:fld>
          </a:p>
        </p:txBody>
      </p:sp>
      <p:sp xmlns:a="http://schemas.openxmlformats.org/drawingml/2006/main">
        <p:nvSpPr>
          <p:cNvPr id="500" name="Phase and terminal"/>
          <p:cNvSpPr txBox="1"/>
          <p:nvPr/>
        </p:nvSpPr>
        <p:spPr>
          <a:xfrm>
            <a:off x="609600" y="1047750"/>
            <a:ext cx="10972800" cy="333375"/>
          </a:xfrm>
          <a:prstGeom prst="rect">
            <a:avLst/>
          </a:prstGeom>
          <a:noFill/>
        </p:spPr>
        <p:txBody>
          <a:bodyPr/>
          <a:lstStyle/>
          <a:p>
            <a:r>
              <a:rPr sz="1400">
                <a:solidFill>
                  <a:srgbClr val="6544B0"/>
                </a:solidFill>
                <a:latin typeface="Noto Sans SC"/>
                <a:ea typeface="Noto Sans SC"/>
              </a:rPr>
              <a:t>阶段④ 源码与模块；终端：Linux Bash；沿用已激活的 venv</a:t>
            </a:r>
          </a:p>
        </p:txBody>
      </p:sp>
    </p:spTree>
    <p:extLst>
      <p:ext uri="{BB962C8B-B14F-4D97-AF65-F5344CB8AC3E}">
        <p14:creationId xmlns:p14="http://schemas.microsoft.com/office/powerpoint/2010/main" val="295435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245E5-8B09-4E55-B47C-7B19A890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源码依赖与官方 SDK 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B7F9B-8271-4E1D-BABC-8E657D2F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# 位置：~/zephyrproject/zephyr；Linux Bash；venv 已激活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9B4F4-6BF7-4118-867C-6380DC52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west packages pip --install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B4986-23C4-4345-BBCB-90E0D041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west zephyr-export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C6967-7D5F-426C-99DC-9A759786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west sdk install --help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F40B6-589F-4EDD-AF8D-EE5A379A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west sdk install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B378B-827D-4E1C-8847-38F61225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west --version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6BAF2-39E6-49C4-A5D3-A5BDF4A9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west sdk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E2BC9-BB06-434D-9A2F-9C8891B8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Linux SDK 包与主机架构匹配；目标架构再按开发板选择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D4B75-37BC-4793-8FA6-394FD8B8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fld id="{0e4e0d83-45ac-46d4-9ccb-5a249b5e6149}" type="slidenum">
              <a: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9</a:t>
            </a:fld>
          </a:p>
        </p:txBody>
      </p:sp>
      <p:sp xmlns:a="http://schemas.openxmlformats.org/drawingml/2006/main">
        <p:nvSpPr>
          <p:cNvPr id="500" name="Phase and terminal"/>
          <p:cNvSpPr txBox="1"/>
          <p:nvPr/>
        </p:nvSpPr>
        <p:spPr>
          <a:xfrm>
            <a:off x="609600" y="1047750"/>
            <a:ext cx="10972800" cy="333375"/>
          </a:xfrm>
          <a:prstGeom prst="rect">
            <a:avLst/>
          </a:prstGeom>
          <a:noFill/>
        </p:spPr>
        <p:txBody>
          <a:bodyPr/>
          <a:lstStyle/>
          <a:p>
            <a:r>
              <a:rPr sz="1400">
                <a:solidFill>
                  <a:srgbClr val="6544B0"/>
                </a:solidFill>
                <a:latin typeface="Noto Sans SC"/>
                <a:ea typeface="Noto Sans SC"/>
              </a:rPr>
              <a:t>阶段⑤ 项目依赖；终端：Linux Bash；位置：Zephyr 源码根</a:t>
            </a:r>
          </a:p>
        </p:txBody>
      </p:sp>
    </p:spTree>
    <p:extLst>
      <p:ext uri="{BB962C8B-B14F-4D97-AF65-F5344CB8AC3E}">
        <p14:creationId xmlns:p14="http://schemas.microsoft.com/office/powerpoint/2010/main" val="1005678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B296E-3AFB-4EA4-8686-348ECA7A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新终端的环境恢复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F25F9-2494-468C-8E33-A73CFAC7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source ~/zephyrproject/.venv/bin/activate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DE108-C099-4A6A-8694-8E4168B4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cd ~/zephyrproject/zephyr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FF8D8-8CD9-4540-88CD-95B53614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python -c 'import sys; print(sys.executable); print(sys.platform)'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CDD0F-6E89-403E-AC29-0C74FE10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python -m pip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2E7F6-7D81-496E-8094-E730E7F8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west topdir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70A2C-4E55-4496-B2D7-5058F5AD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west sdk 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211CD-8D5B-45B3-AFF2-98E493A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cmake --version; dtc --version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005E6-0D25-437A-82B9-735BBF05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环境可用不等于固件已编译；当前材料尚未在 Linux 实测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320C7-4660-45C8-A46D-0D62574D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fld id="{c757d9ef-2145-46e3-8bd5-9e362a0caccd}" type="slidenum">
              <a: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10</a:t>
            </a:fld>
          </a:p>
        </p:txBody>
      </p:sp>
      <p:sp xmlns:a="http://schemas.openxmlformats.org/drawingml/2006/main">
        <p:nvSpPr>
          <p:cNvPr id="500" name="Phase and terminal"/>
          <p:cNvSpPr txBox="1"/>
          <p:nvPr/>
        </p:nvSpPr>
        <p:spPr>
          <a:xfrm>
            <a:off x="609600" y="1047750"/>
            <a:ext cx="10972800" cy="333375"/>
          </a:xfrm>
          <a:prstGeom prst="rect">
            <a:avLst/>
          </a:prstGeom>
          <a:noFill/>
        </p:spPr>
        <p:txBody>
          <a:bodyPr/>
          <a:lstStyle/>
          <a:p>
            <a:r>
              <a:rPr sz="1400">
                <a:solidFill>
                  <a:srgbClr val="6544B0"/>
                </a:solidFill>
                <a:latin typeface="Noto Sans SC"/>
                <a:ea typeface="Noto Sans SC"/>
              </a:rPr>
              <a:t>阶段⑥ 恢复与验收；终端：Linux Bash；先激活再进入源码根</a:t>
            </a:r>
          </a:p>
        </p:txBody>
      </p:sp>
    </p:spTree>
    <p:extLst>
      <p:ext uri="{BB962C8B-B14F-4D97-AF65-F5344CB8AC3E}">
        <p14:creationId xmlns:p14="http://schemas.microsoft.com/office/powerpoint/2010/main" val="3084158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2102C-0F31-4B6A-9FB7-2DA79442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更新后重新核对的依据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9727E-A835-4BED-AB6C-832353B9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主机工具：doc/develop/getting_started/index.rst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D3426-F1AC-453C-B5E8-DD48C15C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SDK：SDK_VERSION 与官方 SDK 安装说明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B7A8E-B3EF-455F-88B3-439526B0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Python 包：当前源码和模块的 requirements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4BB4F-5345-4A64-A712-295FC135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模块版本：west.yml 及其导入清单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7CD4A-ED6F-4BA3-8EC8-5C6A0C98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记录源码提交、实际工具路径和版本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4AA81-1CE2-4722-832F-EDFFD203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P012 共用编译知识；现有详细命令标注为 Windows 实验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69022-3379-4DA1-9015-436E298E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不引入教程自定义环境变量；按每页标明的目录执行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D747E-3DBC-4875-A3CE-F14335BA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fld id="{e83d6f39-0764-4b14-b420-535e473a49a1}" type="slidenum">
              <a: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5959974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E180B-A761-4A3F-8865-DB3FA516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Ubuntu 22.04 的工具版本补齐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A6C14-7DDD-4AD8-A9C6-7B14AA93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阶段② 主机依赖 · 正文 1.1、1.2.1—1.2.2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41930-AB40-42DA-9A28-9B6B4B69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教程系统：Ubuntu 22.04 LTS / Jammy，保持本机系统版本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80690-A789-4D24-8BAF-C9469433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当前源码要求：CMake ≥ 3.28.0，Python ≥ 3.12，dtc ≥ 1.4.6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35712-20FD-4F96-9C77-2F0E2CE1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默认包可能低于下限，先检查 cmake、python3 和 dtc 的版本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048BC-E33F-42A0-A895-5A94DCB7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CMake 来源：Kitware 官方 APT 仓库，选择 jammy 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A3C22-B7BD-496F-9AD1-D3A0B05B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正文依次说明：签名密钥、软件源、keyring 包和 CMake 安装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5C758-58FC-4BC5-85ED-085047BB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安装后：cmake --version 与 apt-cache policy cmake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FEB98-D63B-4B96-8940-EDF1B4CD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当前 Zephyr 快速开始示例为 24.04，本教程补充 22.04 适配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A4B2D-F9D3-407B-B4D5-B613133F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完整签名密钥与 apt 命令见正文，按顺序执行并检查每一步结果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C1A67-1CCE-490D-897D-0168C0C3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fld id="{c03fc2f5-7910-4f46-8653-f89aee4913c4}" type="slidenum">
              <a: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17073499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207DF-8F8F-4826-8A08-FBC2DED0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Python 3.12.10 的 Linux 安装过程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47941-DD42-44B8-907C-3284FE3D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阶段② 主机依赖 · 正文 1.2.3 · 当前目录为 Python 源码目录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24432-156C-4721-BD76-AD92166F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# 先按正文安装构建依赖并下载 Python-3.12.10.tgz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6D1FD-F0A3-4AB0-A0E8-59F2C1C8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# 官方来源：www.python.org/downloads/release/python-31210/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65583-82EC-462D-A972-DC7C4B29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cd ~/zephyr-tools/src/Python-3.12.10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B0A04-EF51-411F-9627-9EB89AFE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./configure --prefix="$HOME/.local/opt/python312" \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B4EE9-555C-404C-8768-702DEC87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  --with-ensurepip=install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FE4D6-1387-4AE0-B265-0C051C64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make -j2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BF7B6-2CDF-4EE0-9BE9-753DD71F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make altinstall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5881F-D46F-4979-8F33-AE4D52CA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源码与安装目录为教程约定；保留 Ubuntu 系统 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53D83-84F2-4AEC-84E3-8EC64C17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fld id="{53b07e99-d62a-4003-9e51-aef159b0d100}" type="slidenum">
              <a: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7267236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DD83B-F8A4-42DB-94D0-922137E4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Python 安装后的检查与 venv 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61F2B-09BC-4937-B4E6-D69DB86C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阶段② 完成条件 · 正文 1.2.3、1.3 · Ubuntu Bash 任意目录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EE706-9630-497F-B5B9-A499A629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~/.local/opt/python312/bin/python3.12 --version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CECBB-D954-4909-B46F-F8E5C7A2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~/.local/opt/python312/bin/python3.12 -c \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83E7E-DB78-4A8B-BC47-C865E0EA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  'import ssl, sqlite3, bz2, lzma, ctypes, venv'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4F668-E53A-464C-B143-12A4EA1E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~/.local/opt/python312/bin/python3.12 -m pip --version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7A676-5DBB-42F4-8D75-EE51FD63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# 预期 Python 3.12.10，模块导入无异常，pip 属于此解释器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52A33-7092-4FD8-9EAF-59C95ADA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# 下一页用此解释器创建工作区 .venv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9829F-3CC9-49E7-9325-04DB3D46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7F8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07F8A"/>
                </a:solidFill>
                <a:latin typeface="Consolas"/>
                <a:ea typeface="Consolas"/>
                <a:cs typeface="Consolas"/>
              </a:rPr>
              <a:t># 已有 3.10 venv：按正文备份并重建，激活不会升级版本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D8AFE-C852-458B-B7ED-0AA4B8BD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解释器路径来自前页 --prefix；python3 仍指向系统版本是正常现象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8FC0F-DAA0-454E-8730-FAC94218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fld id="{41535077-e5e8-480c-9d2f-6fc9d217c344}" type="slidenum">
              <a:rPr sz="1275" b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591758555"/>
      </p:ext>
    </p:extLst>
  </p:cSld>
</p:sld>
</file>

<file path=ppt/theme/lizhaojunCoverTheme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23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2026-10-05T02:50:36.8030000Z</dcterms:created>
  <dcterms:modified xsi:type="dcterms:W3CDTF">2026-10-05T02:50:36.8030000Z</dcterms:modified>
</coreProperties>
</file>