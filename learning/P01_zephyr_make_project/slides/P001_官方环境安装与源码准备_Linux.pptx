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beginner_slide1.xml" ContentType="application/vnd.openxmlformats-officedocument.presentationml.slide+xml"/>
  <Override PartName="/ppt/beginner/slideLayouts/slideLayout6.xml" ContentType="application/vnd.openxmlformats-officedocument.presentationml.slideLayout+xml"/>
  <Override PartName="/ppt/beginner/slideMasters/slideMaster1.xml" ContentType="application/vnd.openxmlformats-officedocument.presentationml.slideMaster+xml"/>
  <Override PartName="/ppt/beginner/slideMasters/theme/theme2.xml" ContentType="application/vnd.openxmlformats-officedocument.theme+xml"/>
  <Override PartName="/ppt/beginner/slideLayouts/slideLayout1.xml" ContentType="application/vnd.openxmlformats-officedocument.presentationml.slideLayout+xml"/>
  <Override PartName="/ppt/beginner/slideLayouts/slideLayout2.xml" ContentType="application/vnd.openxmlformats-officedocument.presentationml.slideLayout+xml"/>
  <Override PartName="/ppt/beginner/slideLayouts/slideLayout3.xml" ContentType="application/vnd.openxmlformats-officedocument.presentationml.slideLayout+xml"/>
  <Override PartName="/ppt/beginner/slideLayouts/slideLayout4.xml" ContentType="application/vnd.openxmlformats-officedocument.presentationml.slideLayout+xml"/>
  <Override PartName="/ppt/beginner/slideLayouts/slideLayout5.xml" ContentType="application/vnd.openxmlformats-officedocument.presentationml.slideLayout+xml"/>
  <Override PartName="/ppt/beginner/notesSlides/notesSlide1.xml" ContentType="application/vnd.openxmlformats-officedocument.presentationml.notesSlide+xml"/>
  <Override PartName="/ppt/slides/beginner_slide2.xml" ContentType="application/vnd.openxmlformats-officedocument.presentationml.slide+xml"/>
  <Override PartName="/ppt/beginner/notesSlides/notesSlide2.xml" ContentType="application/vnd.openxmlformats-officedocument.presentationml.notesSlide+xml"/>
  <Override PartName="/ppt/slides/beginner_slide3.xml" ContentType="application/vnd.openxmlformats-officedocument.presentationml.slide+xml"/>
  <Override PartName="/ppt/beginner/notesSlides/notesSlide3.xml" ContentType="application/vnd.openxmlformats-officedocument.presentationml.notesSlide+xml"/>
  <Override PartName="/ppt/slides/beginner_slide4.xml" ContentType="application/vnd.openxmlformats-officedocument.presentationml.slide+xml"/>
  <Override PartName="/ppt/beginner/notesSlides/notesSlide4.xml" ContentType="application/vnd.openxmlformats-officedocument.presentationml.notesSlide+xml"/>
  <Override PartName="/ppt/slides/beginner_slide5.xml" ContentType="application/vnd.openxmlformats-officedocument.presentationml.slide+xml"/>
  <Override PartName="/ppt/beginner/notesSlides/notesSlide5.xml" ContentType="application/vnd.openxmlformats-officedocument.presentationml.notesSlide+xml"/>
  <Override PartName="/ppt/slides/beginner_slide6.xml" ContentType="application/vnd.openxmlformats-officedocument.presentationml.slide+xml"/>
  <Override PartName="/ppt/beginner/notesSlides/notesSlide6.xml" ContentType="application/vnd.openxmlformats-officedocument.presentationml.notesSlide+xml"/>
  <Override PartName="/ppt/slides/beginner_slide7.xml" ContentType="application/vnd.openxmlformats-officedocument.presentationml.slide+xml"/>
  <Override PartName="/ppt/beginner/notesSlides/notesSlide7.xml" ContentType="application/vnd.openxmlformats-officedocument.presentationml.notesSlide+xml"/>
  <Override PartName="/ppt/slides/beginner_slide8.xml" ContentType="application/vnd.openxmlformats-officedocument.presentationml.slide+xml"/>
  <Override PartName="/ppt/beginner/notesSlides/notesSlide8.xml" ContentType="application/vnd.openxmlformats-officedocument.presentationml.notesSlide+xml"/>
  <Override PartName="/ppt/slides/beginner_slide9.xml" ContentType="application/vnd.openxmlformats-officedocument.presentationml.slide+xml"/>
  <Override PartName="/ppt/beginner/notesSlides/notesSlide9.xml" ContentType="application/vnd.openxmlformats-officedocument.presentationml.notesSlide+xml"/>
  <Override PartName="/ppt/slides/beginner_slide10.xml" ContentType="application/vnd.openxmlformats-officedocument.presentationml.slide+xml"/>
  <Override PartName="/ppt/beginner/notesSlides/notesSlide10.xml" ContentType="application/vnd.openxmlformats-officedocument.presentationml.notesSlide+xml"/>
  <Override PartName="/ppt/slides/beginner_slide11.xml" ContentType="application/vnd.openxmlformats-officedocument.presentationml.slide+xml"/>
  <Override PartName="/ppt/beginner/notesSlides/notesSlide11.xml" ContentType="application/vnd.openxmlformats-officedocument.presentationml.notesSlide+xml"/>
  <Override PartName="/ppt/slides/beginner_slide12.xml" ContentType="application/vnd.openxmlformats-officedocument.presentationml.slide+xml"/>
  <Override PartName="/ppt/beginner/notesSlides/notesSlide12.xml" ContentType="application/vnd.openxmlformats-officedocument.presentationml.notesSlide+xml"/>
  <Override PartName="/ppt/slides/beginner_slide13.xml" ContentType="application/vnd.openxmlformats-officedocument.presentationml.slide+xml"/>
  <Override PartName="/ppt/beginner/notesSlides/notesSlide13.xml" ContentType="application/vnd.openxmlformats-officedocument.presentationml.notesSlide+xml"/>
  <Override PartName="/ppt/slides/beginner_slide14.xml" ContentType="application/vnd.openxmlformats-officedocument.presentationml.slide+xml"/>
  <Override PartName="/ppt/beginner/notesSlides/notesSlide14.xml" ContentType="application/vnd.openxmlformats-officedocument.presentationml.notesSlide+xml"/>
  <Override PartName="/ppt/slides/beginner_slide15.xml" ContentType="application/vnd.openxmlformats-officedocument.presentationml.slide+xml"/>
  <Override PartName="/ppt/beginner/notesSlides/notesSlide15.xml" ContentType="application/vnd.openxmlformats-officedocument.presentationml.notesSlide+xml"/>
  <Override PartName="/ppt/slides/beginner_slide16.xml" ContentType="application/vnd.openxmlformats-officedocument.presentationml.slide+xml"/>
  <Override PartName="/ppt/beginner/notesSlides/notesSlide16.xml" ContentType="application/vnd.openxmlformats-officedocument.presentationml.notesSlide+xml"/>
  <Override PartName="/ppt/slides/beginner_slide17.xml" ContentType="application/vnd.openxmlformats-officedocument.presentationml.slide+xml"/>
  <Override PartName="/ppt/beginner/notesSlides/notesSlide17.xml" ContentType="application/vnd.openxmlformats-officedocument.presentationml.notesSlide+xml"/>
  <Override PartName="/ppt/slides/beginner_slide18.xml" ContentType="application/vnd.openxmlformats-officedocument.presentationml.slide+xml"/>
  <Override PartName="/ppt/beginner/notesSlides/notesSlide18.xml" ContentType="application/vnd.openxmlformats-officedocument.presentationml.notesSlide+xml"/>
  <Override PartName="/ppt/slides/beginner_slide19.xml" ContentType="application/vnd.openxmlformats-officedocument.presentationml.slide+xml"/>
  <Override PartName="/ppt/beginner/notesSlides/notesSlide19.xml" ContentType="application/vnd.openxmlformats-officedocument.presentationml.notesSlide+xml"/>
  <Override PartName="/ppt/slides/pythonentry_slide1.xml" ContentType="application/vnd.openxmlformats-officedocument.presentationml.slide+xml"/>
  <Override PartName="/ppt/pythonentry/slideLayouts/slideLayout6.xml" ContentType="application/vnd.openxmlformats-officedocument.presentationml.slideLayout+xml"/>
  <Override PartName="/ppt/pythonentry/slideMasters/slideMaster1.xml" ContentType="application/vnd.openxmlformats-officedocument.presentationml.slideMaster+xml"/>
  <Override PartName="/ppt/pythonentry/slideMasters/theme/theme2.xml" ContentType="application/vnd.openxmlformats-officedocument.theme+xml"/>
  <Override PartName="/ppt/pythonentry/slideLayouts/slideLayout1.xml" ContentType="application/vnd.openxmlformats-officedocument.presentationml.slideLayout+xml"/>
  <Override PartName="/ppt/pythonentry/slideLayouts/slideLayout2.xml" ContentType="application/vnd.openxmlformats-officedocument.presentationml.slideLayout+xml"/>
  <Override PartName="/ppt/pythonentry/slideLayouts/slideLayout3.xml" ContentType="application/vnd.openxmlformats-officedocument.presentationml.slideLayout+xml"/>
  <Override PartName="/ppt/pythonentry/slideLayouts/slideLayout4.xml" ContentType="application/vnd.openxmlformats-officedocument.presentationml.slideLayout+xml"/>
  <Override PartName="/ppt/pythonentry/slideLayouts/slideLayout5.xml" ContentType="application/vnd.openxmlformats-officedocument.presentationml.slideLayout+xml"/>
  <Override PartName="/ppt/pythonentry/notesSlides/notesSlide1.xml" ContentType="application/vnd.openxmlformats-officedocument.presentationml.notesSlide+xml"/>
  <Override PartName="/ppt/slides/pythonentry_slide2.xml" ContentType="application/vnd.openxmlformats-officedocument.presentationml.slide+xml"/>
  <Override PartName="/ppt/pythonentry/notesSlides/notesSlide2.xml" ContentType="application/vnd.openxmlformats-officedocument.presentationml.notesSlide+xml"/>
  <Override PartName="/ppt/slides/pythonentry_slide3.xml" ContentType="application/vnd.openxmlformats-officedocument.presentationml.slide+xml"/>
  <Override PartName="/ppt/pythonentry/notesSlides/notesSlide3.xml" ContentType="application/vnd.openxmlformats-officedocument.presentationml.notesSlide+xml"/>
  <Override PartName="/ppt/slides/pythonentry_slide4.xml" ContentType="application/vnd.openxmlformats-officedocument.presentationml.slide+xml"/>
  <Override PartName="/ppt/pythonentry/notesSlides/notesSlide4.xml" ContentType="application/vnd.openxmlformats-officedocument.presentationml.notesSlide+xml"/>
  <Override PartName="/ppt/slides/pythonentry_slide5.xml" ContentType="application/vnd.openxmlformats-officedocument.presentationml.slide+xml"/>
  <Override PartName="/ppt/pythonentry/notesSlides/notesSlide5.xml" ContentType="application/vnd.openxmlformats-officedocument.presentationml.notesSlide+xml"/>
  <Override PartName="/ppt/slides/sdkscope_slide1.xml" ContentType="application/vnd.openxmlformats-officedocument.presentationml.slide+xml"/>
  <Override PartName="/ppt/sdkscope/slideLayouts/slideLayout6.xml" ContentType="application/vnd.openxmlformats-officedocument.presentationml.slideLayout+xml"/>
  <Override PartName="/ppt/sdkscope/slideMasters/slideMaster1.xml" ContentType="application/vnd.openxmlformats-officedocument.presentationml.slideMaster+xml"/>
  <Override PartName="/ppt/sdkscope/slideMasters/theme/theme2.xml" ContentType="application/vnd.openxmlformats-officedocument.theme+xml"/>
  <Override PartName="/ppt/sdkscope/slideLayouts/slideLayout1.xml" ContentType="application/vnd.openxmlformats-officedocument.presentationml.slideLayout+xml"/>
  <Override PartName="/ppt/sdkscope/slideLayouts/slideLayout2.xml" ContentType="application/vnd.openxmlformats-officedocument.presentationml.slideLayout+xml"/>
  <Override PartName="/ppt/sdkscope/slideLayouts/slideLayout3.xml" ContentType="application/vnd.openxmlformats-officedocument.presentationml.slideLayout+xml"/>
  <Override PartName="/ppt/sdkscope/slideLayouts/slideLayout4.xml" ContentType="application/vnd.openxmlformats-officedocument.presentationml.slideLayout+xml"/>
  <Override PartName="/ppt/sdkscope/slideLayouts/slideLayout5.xml" ContentType="application/vnd.openxmlformats-officedocument.presentationml.slideLayout+xml"/>
  <Override PartName="/ppt/sdkscope/notesSlides/notesSlide1.xml" ContentType="application/vnd.openxmlformats-officedocument.presentationml.notesSlide+xml"/>
  <Override PartName="/ppt/slides/sdkscope_slide3.xml" ContentType="application/vnd.openxmlformats-officedocument.presentationml.slide+xml"/>
  <Override PartName="/ppt/sdkscope/notesSlides/notesSlide3.xml" ContentType="application/vnd.openxmlformats-officedocument.presentationml.notesSlide+xml"/>
  <Override PartName="/ppt/slides/sdkscope_slide2.xml" ContentType="application/vnd.openxmlformats-officedocument.presentationml.slide+xml"/>
  <Override PartName="/ppt/sdkscope/notesSlides/notesSlide2.xml" ContentType="application/vnd.openxmlformats-officedocument.presentationml.notesSlide+xml"/>
  <Override PartName="/ppt/theme/lizhaojunCoverTheme.xml" ContentType="application/vnd.openxmlformats-officedocument.theme+xml"/>
  <Override PartName="/ppt/slideMasters/lizhaojunCoverMaster.xml" ContentType="application/vnd.openxmlformats-officedocument.presentationml.slideMaster+xml"/>
  <Override PartName="/ppt/slideLayouts/lizhaojunCoverLayout.xml" ContentType="application/vnd.openxmlformats-officedocument.presentationml.slideLayout+xml"/>
</Types>
</file>

<file path=_rels/.rels><?xml version='1.0' encoding='utf-8' standalone='yes'?>
<Relationships xmlns="http://schemas.openxmlformats.org/package/2006/relationships"><Relationship Type="http://schemas.openxmlformats.org/package/2006/relationships/metadata/core-properties" Target="/docProps/core.xml" Id="R687407b228bc4231"/><Relationship Type="http://schemas.openxmlformats.org/officeDocument/2006/relationships/extended-properties" Target="/docProps/app.xml" Id="R66caa793e8ff477b"/><Relationship Type="http://schemas.openxmlformats.org/officeDocument/2006/relationships/officeDocument" Target="/ppt/presentation.xml" Id="R153fa8ba52344517"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c5bb6446ed654fb2"/>
    <p:sldMasterId id="2147483655" r:id="rIdBeginnerMaster2147483655"/>
    <p:sldMasterId id="2147483662" r:id="rIdPythonEntryMaster2147483662"/>
    <p:sldMasterId id="2147483669" r:id="rIdSdkScopeMaster2147483669"/>
    <p:sldMasterId id="2147483677" r:id="rIdLizhaojunCover"/>
  </p:sldMasterIdLst>
  <p:notesMasterIdLst>
    <p:notesMasterId xmlns:r="http://schemas.openxmlformats.org/officeDocument/2006/relationships" r:id="R9b9f2624dfec4b0a"/>
  </p:notesMasterIdLst>
  <p:sldIdLst>
    <p:sldId id="256" r:id="rIdSdkScopePage1"/>
    <p:sldId id="257" r:id="rIdSdkScopePage2"/>
    <p:sldId id="258" r:id="rIdSdkScopePage3"/>
    <p:sldId id="259" r:id="rIdSdkScopePage4"/>
    <p:sldId id="260" r:id="rIdSdkScopePage5"/>
    <p:sldId id="261" r:id="rIdSdkScopePage6"/>
    <p:sldId id="262" r:id="rIdSdkScopePage7"/>
    <p:sldId id="263" r:id="rIdSdkScopePage8"/>
    <p:sldId id="264" r:id="rIdSdkScopePage9"/>
    <p:sldId id="265" r:id="rIdSdkScopePage10"/>
    <p:sldId id="266" r:id="rIdSdkScopePage11"/>
    <p:sldId id="267" r:id="rIdSdkScopePage12"/>
    <p:sldId id="268" r:id="rIdSdkScopePage13"/>
    <p:sldId id="269" r:id="rIdSdkScopePage14"/>
    <p:sldId id="270" r:id="rIdSdkScopePage15"/>
    <p:sldId id="271" r:id="rIdSdkScopePage16"/>
    <p:sldId id="272" r:id="rIdSdkScopePage17"/>
    <p:sldId id="273" r:id="rIdSdkScopePage18"/>
    <p:sldId id="274" r:id="rIdSdkScopePage19"/>
    <p:sldId id="275" r:id="rIdSdkScopePage20"/>
    <p:sldId id="276" r:id="rIdSdkScopePage2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91ec4c563a994d80"/><Relationship Type="http://schemas.openxmlformats.org/officeDocument/2006/relationships/slideMaster" Target="/ppt/slideMasters/slideMaster1.xml" Id="Rc5bb6446ed654fb2"/><Relationship Type="http://schemas.openxmlformats.org/officeDocument/2006/relationships/notesMaster" Target="/ppt/notesMasters/notesMaster1.xml" Id="R9b9f2624dfec4b0a"/><Relationship Type="http://schemas.openxmlformats.org/officeDocument/2006/relationships/presProps" Target="/ppt/presProps.xml" Id="R22e3f799b39a4149"/><Relationship Type="http://schemas.openxmlformats.org/officeDocument/2006/relationships/tableStyles" Target="/ppt/tableStyles.xml" Id="Rd30f802f18cb4055"/><Relationship Id="rIdBeginnerMaster2147483655" Type="http://schemas.openxmlformats.org/officeDocument/2006/relationships/slideMaster" Target="beginner/slideMasters/slideMaster1.xml"/><Relationship Id="rIdPythonEntryMaster2147483662" Type="http://schemas.openxmlformats.org/officeDocument/2006/relationships/slideMaster" Target="pythonentry/slideMasters/slideMaster1.xml"/><Relationship Id="rIdSdkScopeMaster2147483669" Type="http://schemas.openxmlformats.org/officeDocument/2006/relationships/slideMaster" Target="sdkscope/slideMasters/slideMaster1.xml"/><Relationship Id="rIdSdkScopePage1" Type="http://schemas.openxmlformats.org/officeDocument/2006/relationships/slide" Target="slides/slide1.xml"/><Relationship Id="rIdSdkScopePage2" Type="http://schemas.openxmlformats.org/officeDocument/2006/relationships/slide" Target="slides/beginner_slide1.xml"/><Relationship Id="rIdSdkScopePage3" Type="http://schemas.openxmlformats.org/officeDocument/2006/relationships/slide" Target="slides/pythonentry_slide1.xml"/><Relationship Id="rIdSdkScopePage4" Type="http://schemas.openxmlformats.org/officeDocument/2006/relationships/slide" Target="slides/beginner_slide3.xml"/><Relationship Id="rIdSdkScopePage5" Type="http://schemas.openxmlformats.org/officeDocument/2006/relationships/slide" Target="slides/beginner_slide4.xml"/><Relationship Id="rIdSdkScopePage6" Type="http://schemas.openxmlformats.org/officeDocument/2006/relationships/slide" Target="slides/beginner_slide5.xml"/><Relationship Id="rIdSdkScopePage7" Type="http://schemas.openxmlformats.org/officeDocument/2006/relationships/slide" Target="slides/beginner_slide6.xml"/><Relationship Id="rIdSdkScopePage8" Type="http://schemas.openxmlformats.org/officeDocument/2006/relationships/slide" Target="slides/pythonentry_slide2.xml"/><Relationship Id="rIdSdkScopePage9" Type="http://schemas.openxmlformats.org/officeDocument/2006/relationships/slide" Target="slides/beginner_slide8.xml"/><Relationship Id="rIdSdkScopePage10" Type="http://schemas.openxmlformats.org/officeDocument/2006/relationships/slide" Target="slides/pythonentry_slide3.xml"/><Relationship Id="rIdSdkScopePage11" Type="http://schemas.openxmlformats.org/officeDocument/2006/relationships/slide" Target="slides/pythonentry_slide4.xml"/><Relationship Id="rIdSdkScopePage12" Type="http://schemas.openxmlformats.org/officeDocument/2006/relationships/slide" Target="slides/pythonentry_slide5.xml"/><Relationship Id="rIdSdkScopePage13" Type="http://schemas.openxmlformats.org/officeDocument/2006/relationships/slide" Target="slides/beginner_slide12.xml"/><Relationship Id="rIdSdkScopePage14" Type="http://schemas.openxmlformats.org/officeDocument/2006/relationships/slide" Target="slides/beginner_slide13.xml"/><Relationship Id="rIdSdkScopePage15" Type="http://schemas.openxmlformats.org/officeDocument/2006/relationships/slide" Target="slides/beginner_slide14.xml"/><Relationship Id="rIdSdkScopePage16" Type="http://schemas.openxmlformats.org/officeDocument/2006/relationships/slide" Target="slides/sdkscope_slide1.xml"/><Relationship Id="rIdSdkScopePage17" Type="http://schemas.openxmlformats.org/officeDocument/2006/relationships/slide" Target="slides/sdkscope_slide3.xml"/><Relationship Id="rIdSdkScopePage18" Type="http://schemas.openxmlformats.org/officeDocument/2006/relationships/slide" Target="slides/beginner_slide16.xml"/><Relationship Id="rIdSdkScopePage19" Type="http://schemas.openxmlformats.org/officeDocument/2006/relationships/slide" Target="slides/beginner_slide17.xml"/><Relationship Id="rIdSdkScopePage20" Type="http://schemas.openxmlformats.org/officeDocument/2006/relationships/slide" Target="slides/sdkscope_slide2.xml"/><Relationship Id="rIdSdkScopePage21" Type="http://schemas.openxmlformats.org/officeDocument/2006/relationships/slide" Target="slides/beginner_slide19.xml"/><Relationship Id="rIdLizhaojunCover" Type="http://schemas.openxmlformats.org/officeDocument/2006/relationships/slideMaster" Target="/ppt/slideMasters/lizhaojunCoverMaster.xml"/></Relationships>
</file>

<file path=ppt/beginner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.xml" Id="Ra2993484781b4bbd"/><Relationship Type="http://schemas.openxmlformats.org/officeDocument/2006/relationships/notesMaster" Target="../../notesMasters/notesMaster1.xml" Id="R001d0265e9c6427a"/></Relationships>
</file>

<file path=ppt/beginner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.xml" Id="R92c4a9dc14f748d6"/><Relationship Type="http://schemas.openxmlformats.org/officeDocument/2006/relationships/notesMaster" Target="../../notesMasters/notesMaster1.xml" Id="R7e09a162a608464a"/></Relationships>
</file>

<file path=ppt/beginner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3.xml" Id="R42af272ac5f049c6"/><Relationship Type="http://schemas.openxmlformats.org/officeDocument/2006/relationships/notesMaster" Target="../../notesMasters/notesMaster1.xml" Id="R1ae4f1af393c470c"/></Relationships>
</file>

<file path=ppt/beginner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4.xml" Id="Re845d942f359437e"/><Relationship Type="http://schemas.openxmlformats.org/officeDocument/2006/relationships/notesMaster" Target="../../notesMasters/notesMaster1.xml" Id="R27b504c8e60c46b7"/></Relationships>
</file>

<file path=ppt/beginner/notesSlides/_rels/notesSlide5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5.xml" Id="R9e100a62d41e4a1d"/><Relationship Type="http://schemas.openxmlformats.org/officeDocument/2006/relationships/notesMaster" Target="../../notesMasters/notesMaster1.xml" Id="R281a337c989b4cec"/></Relationships>
</file>

<file path=ppt/beginner/notesSlides/_rels/notesSlide6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6.xml" Id="Rba7d47acbd6a4f1c"/><Relationship Type="http://schemas.openxmlformats.org/officeDocument/2006/relationships/notesMaster" Target="../../notesMasters/notesMaster1.xml" Id="R57426b18c0f74e6a"/></Relationships>
</file>

<file path=ppt/beginner/notesSlides/_rels/notesSlide7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7.xml" Id="R86a1c407aa9e4d2f"/><Relationship Type="http://schemas.openxmlformats.org/officeDocument/2006/relationships/notesMaster" Target="../../notesMasters/notesMaster1.xml" Id="R68a2696775aa4148"/></Relationships>
</file>

<file path=ppt/beginner/notesSlides/_rels/notesSlide8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8.xml" Id="R2f52c80d36154483"/><Relationship Type="http://schemas.openxmlformats.org/officeDocument/2006/relationships/notesMaster" Target="../../notesMasters/notesMaster1.xml" Id="Rc1fce4d24b634618"/></Relationships>
</file>

<file path=ppt/beginner/notesSlides/_rels/notesSlide9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9.xml" Id="R4adba19584414eed"/><Relationship Type="http://schemas.openxmlformats.org/officeDocument/2006/relationships/notesMaster" Target="../../notesMasters/notesMaster1.xml" Id="R0750db4ee1a54f61"/></Relationships>
</file>

<file path=ppt/beginner/notesSlides/_rels/notesSlide10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0.xml" Id="Ra4b72bc0b7ae4178"/><Relationship Type="http://schemas.openxmlformats.org/officeDocument/2006/relationships/notesMaster" Target="../../notesMasters/notesMaster1.xml" Id="R4ceb5a6f661c406d"/></Relationships>
</file>

<file path=ppt/beginner/notesSlides/_rels/notesSlide11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1.xml" Id="Rc352479b3b004f9b"/><Relationship Type="http://schemas.openxmlformats.org/officeDocument/2006/relationships/notesMaster" Target="../../notesMasters/notesMaster1.xml" Id="Rc90140c2bdaa404d"/></Relationships>
</file>

<file path=ppt/beginner/notesSlides/_rels/notesSlide12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2.xml" Id="R3299f7b436c641ca"/><Relationship Type="http://schemas.openxmlformats.org/officeDocument/2006/relationships/notesMaster" Target="../../notesMasters/notesMaster1.xml" Id="R72d787a5b20646ea"/></Relationships>
</file>

<file path=ppt/beginner/notesSlides/_rels/notesSlide13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3.xml" Id="Rf25a1a9ebd694761"/><Relationship Type="http://schemas.openxmlformats.org/officeDocument/2006/relationships/notesMaster" Target="../../notesMasters/notesMaster1.xml" Id="R4c44810f1dc449f7"/></Relationships>
</file>

<file path=ppt/beginner/notesSlides/_rels/notesSlide14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4.xml" Id="R3fef4f4057544006"/><Relationship Type="http://schemas.openxmlformats.org/officeDocument/2006/relationships/notesMaster" Target="../../notesMasters/notesMaster1.xml" Id="R85573775b3e447b0"/></Relationships>
</file>

<file path=ppt/beginner/notesSlides/_rels/notesSlide15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5.xml" Id="Re722784220ae4f36"/><Relationship Type="http://schemas.openxmlformats.org/officeDocument/2006/relationships/notesMaster" Target="../../notesMasters/notesMaster1.xml" Id="Rccd923ca8f0545c2"/></Relationships>
</file>

<file path=ppt/beginner/notesSlides/_rels/notesSlide16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6.xml" Id="Re24aebae010d435c"/><Relationship Type="http://schemas.openxmlformats.org/officeDocument/2006/relationships/notesMaster" Target="../../notesMasters/notesMaster1.xml" Id="R9aeddc68b7ec40b9"/></Relationships>
</file>

<file path=ppt/beginner/notesSlides/_rels/notesSlide17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7.xml" Id="Rad369e6ac70e44bd"/><Relationship Type="http://schemas.openxmlformats.org/officeDocument/2006/relationships/notesMaster" Target="../../notesMasters/notesMaster1.xml" Id="Rd6dd32651a354857"/></Relationships>
</file>

<file path=ppt/beginner/notesSlides/_rels/notesSlide18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8.xml" Id="R0f69d2fcea5c45c4"/><Relationship Type="http://schemas.openxmlformats.org/officeDocument/2006/relationships/notesMaster" Target="../../notesMasters/notesMaster1.xml" Id="R5e92215c166e4f61"/></Relationships>
</file>

<file path=ppt/beginner/notesSlides/_rels/notesSlide19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9.xml" Id="R954a260026c747c6"/><Relationship Type="http://schemas.openxmlformats.org/officeDocument/2006/relationships/notesMaster" Target="../../notesMasters/notesMaster1.xml" Id="R53365f47a8a14be4"/></Relationships>
</file>

<file path=ppt/beginner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对应正文：P001_Linux，本章只准备环境，编译仍由 P011 解释</a:t>
            </a:r>
          </a:p>
          <a:p xmlns:a="http://schemas.openxmlformats.org/drawingml/2006/main">
            <a:r>
              <a:t>系统仍为 Ubuntu 22.04。源码要求的工具版本较新时，补工具即可。</a:t>
            </a:r>
          </a:p>
          <a:p xmlns:a="http://schemas.openxmlformats.org/drawingml/2006/main">
            <a:r>
              <a:t>apt 装主机依赖；官方 Python 源码构建独立解释器。</a:t>
            </a:r>
          </a:p>
          <a:p xmlns:a="http://schemas.openxmlformats.org/drawingml/2006/main">
            <a:r>
              <a:t>west 建工作区、取模块；SDK 提供目标编译工具。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对应正文：P001_Linux，1.0.1 · 不把生成文件当官方原件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对应正文：P001_Linux，1.1_系统和官方依据</a:t>
            </a:r>
          </a:p>
          <a:p xmlns:a="http://schemas.openxmlformats.org/drawingml/2006/main">
            <a:r>
              <a:t># 终端：Linux Bash；任意目录。只读检查。</a:t>
            </a:r>
          </a:p>
          <a:p xmlns:a="http://schemas.openxmlformats.org/drawingml/2006/main">
            <a:r>
              <a:t>cat /etc/os-release</a:t>
            </a:r>
          </a:p>
          <a:p xmlns:a="http://schemas.openxmlformats.org/drawingml/2006/main">
            <a:r>
              <a:t>uname -m</a:t>
            </a:r>
          </a:p>
          <a:p xmlns:a="http://schemas.openxmlformats.org/drawingml/2006/main">
            <a:r>
              <a:t>完整操作单元：../commands/P001_Linux/1.1-01.txt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对应正文：P001_Linux，1.2.1_安装基础工具并检查版本</a:t>
            </a:r>
          </a:p>
          <a:p xmlns:a="http://schemas.openxmlformats.org/drawingml/2006/main">
            <a:r>
              <a:t># 终端：Ubuntu 22.04 Bash；任意目录。</a:t>
            </a:r>
          </a:p>
          <a:p xmlns:a="http://schemas.openxmlformats.org/drawingml/2006/main">
            <a:r>
              <a:t>sudo apt update</a:t>
            </a:r>
          </a:p>
          <a:p xmlns:a="http://schemas.openxmlformats.org/drawingml/2006/main">
            <a:r>
              <a:t>sudo apt install --no-install-recommends git cmake ninja-build gperf \</a:t>
            </a:r>
          </a:p>
          <a:p xmlns:a="http://schemas.openxmlformats.org/drawingml/2006/main">
            <a:r>
              <a:t>  ccache dfu-util device-tree-compiler wget python3-dev python3-venv python3-tk \</a:t>
            </a:r>
          </a:p>
          <a:p xmlns:a="http://schemas.openxmlformats.org/drawingml/2006/main">
            <a:r>
              <a:t>  xz-utils file make gcc gcc-multilib g++-multilib libsdl2-dev libmagic1</a:t>
            </a:r>
          </a:p>
          <a:p xmlns:a="http://schemas.openxmlformats.org/drawingml/2006/main">
            <a:r>
              <a:t>cmake --version</a:t>
            </a:r>
          </a:p>
          <a:p xmlns:a="http://schemas.openxmlformats.org/drawingml/2006/main">
            <a:r>
              <a:t>python3 --version</a:t>
            </a:r>
          </a:p>
          <a:p xmlns:a="http://schemas.openxmlformats.org/drawingml/2006/main">
            <a:r>
              <a:t>dtc --version</a:t>
            </a:r>
          </a:p>
          <a:p xmlns:a="http://schemas.openxmlformats.org/drawingml/2006/main">
            <a:r>
              <a:t>type -a cmake ninja python3 dtc gperf</a:t>
            </a:r>
          </a:p>
          <a:p xmlns:a="http://schemas.openxmlformats.org/drawingml/2006/main">
            <a:r>
              <a:t>完整操作单元：../commands/P001_Linux/1.2.1-01.txt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对应正文：P001_Linux，1.2.2_从 Kitware 官方 Jammy 源安装 CMake</a:t>
            </a:r>
          </a:p>
          <a:p xmlns:a="http://schemas.openxmlformats.org/drawingml/2006/main">
            <a:r>
              <a:t># 终端：Ubuntu 22.04 Bash；任意目录。只适用于 jammy。</a:t>
            </a:r>
          </a:p>
          <a:p xmlns:a="http://schemas.openxmlformats.org/drawingml/2006/main">
            <a:r>
              <a:t>sudo apt-get update</a:t>
            </a:r>
          </a:p>
          <a:p xmlns:a="http://schemas.openxmlformats.org/drawingml/2006/main">
            <a:r>
              <a:t>sudo apt-get install ca-certificates gpg wget</a:t>
            </a:r>
          </a:p>
          <a:p xmlns:a="http://schemas.openxmlformats.org/drawingml/2006/main">
            <a:r>
              <a:t>test -f /usr/share/doc/kitware-archive-keyring/copyright || \</a:t>
            </a:r>
          </a:p>
          <a:p xmlns:a="http://schemas.openxmlformats.org/drawingml/2006/main">
            <a:r>
              <a:t>  wget -O - https://apt.kitware.com/keys/kitware-archive-latest.asc | \</a:t>
            </a:r>
          </a:p>
          <a:p xmlns:a="http://schemas.openxmlformats.org/drawingml/2006/main">
            <a:r>
              <a:t>  gpg --dearmor - | sudo tee /usr/share/keyrings/kitware-archive-keyring.gpg &gt;/dev/null</a:t>
            </a:r>
          </a:p>
          <a:p xmlns:a="http://schemas.openxmlformats.org/drawingml/2006/main">
            <a:r>
              <a:t>完整操作单元：../commands/P001_Linux/1.2.2-01.txt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对应正文：P001_Linux，1.2.2_从 Kitware 官方 Jammy 源安装 CMake</a:t>
            </a:r>
          </a:p>
          <a:p xmlns:a="http://schemas.openxmlformats.org/drawingml/2006/main">
            <a:r>
              <a:t># 终端：Ubuntu 22.04 Bash；上一步密钥已取得。</a:t>
            </a:r>
          </a:p>
          <a:p xmlns:a="http://schemas.openxmlformats.org/drawingml/2006/main">
            <a:r>
              <a:t>echo 'deb [signed-by=/usr/share/keyrings/kitware-archive-keyring.gpg] https://apt.kitware.com/ubuntu/ jammy main' | \</a:t>
            </a:r>
          </a:p>
          <a:p xmlns:a="http://schemas.openxmlformats.org/drawingml/2006/main">
            <a:r>
              <a:t>  sudo tee /etc/apt/sources.list.d/kitware.list &gt;/dev/null</a:t>
            </a:r>
          </a:p>
          <a:p xmlns:a="http://schemas.openxmlformats.org/drawingml/2006/main">
            <a:r>
              <a:t>sudo apt-get update</a:t>
            </a:r>
          </a:p>
          <a:p xmlns:a="http://schemas.openxmlformats.org/drawingml/2006/main">
            <a:r>
              <a:t>test -f /usr/share/doc/kitware-archive-keyring/copyright || \</a:t>
            </a:r>
          </a:p>
          <a:p xmlns:a="http://schemas.openxmlformats.org/drawingml/2006/main">
            <a:r>
              <a:t>  sudo rm /usr/share/keyrings/kitware-archive-keyring.gpg</a:t>
            </a:r>
          </a:p>
          <a:p xmlns:a="http://schemas.openxmlformats.org/drawingml/2006/main">
            <a:r>
              <a:t>sudo apt-get install kitware-archive-keyring</a:t>
            </a:r>
          </a:p>
          <a:p xmlns:a="http://schemas.openxmlformats.org/drawingml/2006/main">
            <a:r>
              <a:t>sudo apt-get install cmake</a:t>
            </a:r>
          </a:p>
          <a:p xmlns:a="http://schemas.openxmlformats.org/drawingml/2006/main">
            <a:r>
              <a:t>cmake --version</a:t>
            </a:r>
          </a:p>
          <a:p xmlns:a="http://schemas.openxmlformats.org/drawingml/2006/main">
            <a:r>
              <a:t>apt-cache policy cmake</a:t>
            </a:r>
          </a:p>
          <a:p xmlns:a="http://schemas.openxmlformats.org/drawingml/2006/main">
            <a:r>
              <a:t>完整操作单元：../commands/P001_Linux/1.2.2-02.txt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对应正文：P001_Linux，1.2.3 · 浏览器下载依据</a:t>
            </a:r>
          </a:p>
          <a:p xmlns:a="http://schemas.openxmlformats.org/drawingml/2006/main">
            <a:r>
              <a:t>打开 Python 3.12.10 发行页，在 Files 中选择 Gzipped source tarball。</a:t>
            </a:r>
          </a:p>
          <a:p xmlns:a="http://schemas.openxmlformats.org/drawingml/2006/main">
            <a:r>
              <a:t>Ubuntu 不使用 Windows 的 amd64.exe。</a:t>
            </a:r>
          </a:p>
          <a:p xmlns:a="http://schemas.openxmlformats.org/drawingml/2006/main">
            <a:r>
              <a:t>源码包需要编译；下一页的开发包让 SSL、压缩和 ctypes 等模块可用。</a:t>
            </a:r>
          </a:p>
          <a:p xmlns:a="http://schemas.openxmlformats.org/drawingml/2006/main">
            <a:r>
              <a:t>python312 是教程选择的用户安装目录，不替换 /usr/bin/python3。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对应正文：P001_Linux，1.2.3_从 Python 官方源码安装 3.12.10</a:t>
            </a:r>
          </a:p>
          <a:p xmlns:a="http://schemas.openxmlformats.org/drawingml/2006/main">
            <a:r>
              <a:t># 终端：Ubuntu 22.04 Bash；任意目录。</a:t>
            </a:r>
          </a:p>
          <a:p xmlns:a="http://schemas.openxmlformats.org/drawingml/2006/main">
            <a:r>
              <a:t>sudo apt-get install build-essential pkg-config libssl-dev zlib1g-dev \</a:t>
            </a:r>
          </a:p>
          <a:p xmlns:a="http://schemas.openxmlformats.org/drawingml/2006/main">
            <a:r>
              <a:t>  libbz2-dev libreadline-dev libsqlite3-dev libffi-dev liblzma-dev \</a:t>
            </a:r>
          </a:p>
          <a:p xmlns:a="http://schemas.openxmlformats.org/drawingml/2006/main">
            <a:r>
              <a:t>  libgdbm-dev libgdbm-compat-dev libncurses-dev tk-dev uuid-dev</a:t>
            </a:r>
          </a:p>
          <a:p xmlns:a="http://schemas.openxmlformats.org/drawingml/2006/main">
            <a:r>
              <a:t>完整操作单元：../commands/P001_Linux/1.2.3-01.txt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对应正文：P001_Linux，1.2.3_从 Python 官方源码安装 3.12.10</a:t>
            </a:r>
          </a:p>
          <a:p xmlns:a="http://schemas.openxmlformats.org/drawingml/2006/main">
            <a:r>
              <a:t># 终端：Ubuntu 22.04 Bash；先进入 Python 下载目录。</a:t>
            </a:r>
          </a:p>
          <a:p xmlns:a="http://schemas.openxmlformats.org/drawingml/2006/main">
            <a:r>
              <a:t>mkdir -p ~/zephyr-tools/src</a:t>
            </a:r>
          </a:p>
          <a:p xmlns:a="http://schemas.openxmlformats.org/drawingml/2006/main">
            <a:r>
              <a:t>cd ~/zephyr-tools/src</a:t>
            </a:r>
          </a:p>
          <a:p xmlns:a="http://schemas.openxmlformats.org/drawingml/2006/main">
            <a:r>
              <a:t>wget https://www.python.org/ftp/python/3.12.10/Python-3.12.10.tgz</a:t>
            </a:r>
          </a:p>
          <a:p xmlns:a="http://schemas.openxmlformats.org/drawingml/2006/main">
            <a:r>
              <a:t>tar -xzf Python-3.12.10.tgz</a:t>
            </a:r>
          </a:p>
          <a:p xmlns:a="http://schemas.openxmlformats.org/drawingml/2006/main">
            <a:r>
              <a:t>cd Python-3.12.10</a:t>
            </a:r>
          </a:p>
          <a:p xmlns:a="http://schemas.openxmlformats.org/drawingml/2006/main">
            <a:r>
              <a:t>./configure --prefix="$HOME/.local/opt/python312" --with-ensurepip=install</a:t>
            </a:r>
          </a:p>
          <a:p xmlns:a="http://schemas.openxmlformats.org/drawingml/2006/main">
            <a:r>
              <a:t>make -j2</a:t>
            </a:r>
          </a:p>
          <a:p xmlns:a="http://schemas.openxmlformats.org/drawingml/2006/main">
            <a:r>
              <a:t>make altinstall</a:t>
            </a:r>
          </a:p>
          <a:p xmlns:a="http://schemas.openxmlformats.org/drawingml/2006/main">
            <a:r>
              <a:t>完整操作单元：../commands/P001_Linux/1.2.3-02.txt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对应正文：P001_Linux，1.2.3_从 Python 官方源码安装 3.12.10</a:t>
            </a:r>
          </a:p>
          <a:p xmlns:a="http://schemas.openxmlformats.org/drawingml/2006/main">
            <a:r>
              <a:t># 终端：Ubuntu 22.04 Bash；任意目录。</a:t>
            </a:r>
          </a:p>
          <a:p xmlns:a="http://schemas.openxmlformats.org/drawingml/2006/main">
            <a:r>
              <a:t># 解释器位置来自本节 --prefix，用它检查版本和必要模块。</a:t>
            </a:r>
          </a:p>
          <a:p xmlns:a="http://schemas.openxmlformats.org/drawingml/2006/main">
            <a:r>
              <a:t>~/.local/opt/python312/bin/python3.12 --version</a:t>
            </a:r>
          </a:p>
          <a:p xmlns:a="http://schemas.openxmlformats.org/drawingml/2006/main">
            <a:r>
              <a:t>~/.local/opt/python312/bin/python3.12 -c \</a:t>
            </a:r>
          </a:p>
          <a:p xmlns:a="http://schemas.openxmlformats.org/drawingml/2006/main">
            <a:r>
              <a:t>  'import ssl, sqlite3, bz2, lzma, ctypes, venv; print(ssl.OPENSSL_VERSION)'</a:t>
            </a:r>
          </a:p>
          <a:p xmlns:a="http://schemas.openxmlformats.org/drawingml/2006/main">
            <a:r>
              <a:t>~/.local/opt/python312/bin/python3.12 -m pip --version</a:t>
            </a:r>
          </a:p>
          <a:p xmlns:a="http://schemas.openxmlformats.org/drawingml/2006/main">
            <a:r>
              <a:t>完整操作单元：../commands/P001_Linux/1.2.3-03.txt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对应正文：P001_Linux，1.3_创建 Linux 虚拟环境</a:t>
            </a:r>
          </a:p>
          <a:p xmlns:a="http://schemas.openxmlformats.org/drawingml/2006/main">
            <a:r>
              <a:t># 终端：Linux Bash；任意目录。路径沿用官方示例。</a:t>
            </a:r>
          </a:p>
          <a:p xmlns:a="http://schemas.openxmlformats.org/drawingml/2006/main">
            <a:r>
              <a:t># 使用 1.2.3 安装的解释器，创建 Zephyr 工作区的独立环境。</a:t>
            </a:r>
          </a:p>
          <a:p xmlns:a="http://schemas.openxmlformats.org/drawingml/2006/main">
            <a:r>
              <a:t>~/.local/opt/python312/bin/python3.12 -m venv ~/zephyrproject/.venv</a:t>
            </a:r>
          </a:p>
          <a:p xmlns:a="http://schemas.openxmlformats.org/drawingml/2006/main">
            <a:r>
              <a:t>source ~/zephyrproject/.venv/bin/activate</a:t>
            </a:r>
          </a:p>
          <a:p xmlns:a="http://schemas.openxmlformats.org/drawingml/2006/main">
            <a:r>
              <a:t>python --version</a:t>
            </a:r>
          </a:p>
          <a:p xmlns:a="http://schemas.openxmlformats.org/drawingml/2006/main">
            <a:r>
              <a:t>python -c 'import sys; print(sys.executable); print(sys.platform)'</a:t>
            </a:r>
          </a:p>
          <a:p xmlns:a="http://schemas.openxmlformats.org/drawingml/2006/main">
            <a:r>
              <a:t>python -m pip install west</a:t>
            </a:r>
          </a:p>
          <a:p xmlns:a="http://schemas.openxmlformats.org/drawingml/2006/main">
            <a:r>
              <a:t>west --version</a:t>
            </a:r>
          </a:p>
          <a:p xmlns:a="http://schemas.openxmlformats.org/drawingml/2006/main">
            <a:r>
              <a:t>完整操作单元：../commands/P001_Linux/1.3-01.txt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对应正文：P001_Linux，1.4 · 官方工作区布局</a:t>
            </a:r>
          </a:p>
          <a:p xmlns:a="http://schemas.openxmlformats.org/drawingml/2006/main">
            <a:r>
              <a:t>~/zephyrproject 是工作区根，里面有 .west、.venv、zephyr 与 modules。</a:t>
            </a:r>
          </a:p>
          <a:p xmlns:a="http://schemas.openxmlformats.org/drawingml/2006/main">
            <a:r>
              <a:t>~/zephyrproject/zephyr 才是含 VERSION、boards、samples 的主源码。</a:t>
            </a:r>
          </a:p>
          <a:p xmlns:a="http://schemas.openxmlformats.org/drawingml/2006/main">
            <a:r>
              <a:t>west init 建立管理目录并获取主仓库；west update 按清单取得外部项目。</a:t>
            </a:r>
          </a:p>
          <a:p xmlns:a="http://schemas.openxmlformats.org/drawingml/2006/main">
            <a:r>
              <a:t>已有工作区只恢复环境，不反复 init。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对应正文：P001_Linux，1.4_取得官方源码和模块</a:t>
            </a:r>
          </a:p>
          <a:p xmlns:a="http://schemas.openxmlformats.org/drawingml/2006/main">
            <a:r>
              <a:t># 终端：Linux Bash；上一步 .venv 已激活。</a:t>
            </a:r>
          </a:p>
          <a:p xmlns:a="http://schemas.openxmlformats.org/drawingml/2006/main">
            <a:r>
              <a:t>west init -m https://github.com/zephyrproject-rtos/zephyr ~/zephyrproject</a:t>
            </a:r>
          </a:p>
          <a:p xmlns:a="http://schemas.openxmlformats.org/drawingml/2006/main">
            <a:r>
              <a:t>cd ~/zephyrproject</a:t>
            </a:r>
          </a:p>
          <a:p xmlns:a="http://schemas.openxmlformats.org/drawingml/2006/main">
            <a:r>
              <a:t>west update</a:t>
            </a:r>
          </a:p>
          <a:p xmlns:a="http://schemas.openxmlformats.org/drawingml/2006/main">
            <a:r>
              <a:t>cd zephyr</a:t>
            </a:r>
          </a:p>
          <a:p xmlns:a="http://schemas.openxmlformats.org/drawingml/2006/main">
            <a:r>
              <a:t>git rev-parse HEAD</a:t>
            </a:r>
          </a:p>
          <a:p xmlns:a="http://schemas.openxmlformats.org/drawingml/2006/main">
            <a:r>
              <a:t>cat VERSION</a:t>
            </a:r>
          </a:p>
          <a:p xmlns:a="http://schemas.openxmlformats.org/drawingml/2006/main">
            <a:r>
              <a:t>cat SDK_VERSION</a:t>
            </a:r>
          </a:p>
          <a:p xmlns:a="http://schemas.openxmlformats.org/drawingml/2006/main">
            <a:r>
              <a:t>完整操作单元：../commands/P001_Linux/1.4-01.txt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对应正文：P001_Linux，1.4_取得官方源码和模块</a:t>
            </a:r>
          </a:p>
          <a:p xmlns:a="http://schemas.openxmlformats.org/drawingml/2006/main">
            <a:r>
              <a:t># Ubuntu 22.04 Bash；1.4 的 west init/update 已完成，venv 已激活。</a:t>
            </a:r>
          </a:p>
          <a:p xmlns:a="http://schemas.openxmlformats.org/drawingml/2006/main">
            <a:r>
              <a:t>cd ~/zephyrproject/zephyr</a:t>
            </a:r>
          </a:p>
          <a:p xmlns:a="http://schemas.openxmlformats.org/drawingml/2006/main">
            <a:r>
              <a:t>west topdir</a:t>
            </a:r>
          </a:p>
          <a:p xmlns:a="http://schemas.openxmlformats.org/drawingml/2006/main">
            <a:r>
              <a:t>west list cmsis_6 -f '{url} {revision} {abspath}'</a:t>
            </a:r>
          </a:p>
          <a:p xmlns:a="http://schemas.openxmlformats.org/drawingml/2006/main">
            <a:r>
              <a:t>cat ../modules/hal/cmsis_6/zephyr/module.yml</a:t>
            </a:r>
          </a:p>
          <a:p xmlns:a="http://schemas.openxmlformats.org/drawingml/2006/main">
            <a:r>
              <a:t>完整操作单元：../commands/P001_Linux/1.4-02.txt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对应正文：P001_Linux，1.5 · SDK / 工具链 / 包登记</a:t>
            </a:r>
          </a:p>
          <a:p xmlns:a="http://schemas.openxmlformats.org/drawingml/2006/main">
            <a:r>
              <a:t>GNU 包预带多种目标工具链；Minimal 需再装所需目标。</a:t>
            </a:r>
          </a:p>
          <a:p xmlns:a="http://schemas.openxmlformats.org/drawingml/2006/main">
            <a:r>
              <a:t>HC32 与 AN386 使用 arm-zephyr-eabi，不是 AArch64。</a:t>
            </a:r>
          </a:p>
          <a:p xmlns:a="http://schemas.openxmlformats.org/drawingml/2006/main">
            <a:r>
              <a:t>SDK 安装取得工具；setup 的登记帮助 CMake 找到 SDK。</a:t>
            </a:r>
          </a:p>
          <a:p xmlns:a="http://schemas.openxmlformats.org/drawingml/2006/main">
            <a:r>
              <a:t>west zephyr-export 登记的是 Zephyr 源码包，不能替代 SDK 安装。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对应正文：P001_Linux，1.5_安装源码要求的 Python 包和 SDK</a:t>
            </a:r>
          </a:p>
          <a:p xmlns:a="http://schemas.openxmlformats.org/drawingml/2006/main">
            <a:r>
              <a:t># 终端：Linux Bash；位置：~/zephyrproject/zephyr；.venv 已激活。</a:t>
            </a:r>
          </a:p>
          <a:p xmlns:a="http://schemas.openxmlformats.org/drawingml/2006/main">
            <a:r>
              <a:t>west packages pip --install</a:t>
            </a:r>
          </a:p>
          <a:p xmlns:a="http://schemas.openxmlformats.org/drawingml/2006/main">
            <a:r>
              <a:t>west zephyr-export</a:t>
            </a:r>
          </a:p>
          <a:p xmlns:a="http://schemas.openxmlformats.org/drawingml/2006/main">
            <a:r>
              <a:t>west sdk install --help</a:t>
            </a:r>
          </a:p>
          <a:p xmlns:a="http://schemas.openxmlformats.org/drawingml/2006/main">
            <a:r>
              <a:t>west sdk install --gnu-toolchains arm-zephyr-eabi</a:t>
            </a:r>
          </a:p>
          <a:p xmlns:a="http://schemas.openxmlformats.org/drawingml/2006/main">
            <a:r>
              <a:t>完整操作单元：../commands/P001_Linux/1.5-01.txt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对应正文：P001_Linux，1.5 · 与 west 自动安装二选一</a:t>
            </a:r>
          </a:p>
          <a:p xmlns:a="http://schemas.openxmlformats.org/drawingml/2006/main">
            <a:r>
              <a:t>先读取源码 SDK_VERSION，再进入同版 SDK Releases。</a:t>
            </a:r>
          </a:p>
          <a:p xmlns:a="http://schemas.openxmlformats.org/drawingml/2006/main">
            <a:r>
              <a:t>Downloads → SDK Bundle → Linux → x86-64，选 GNU 或 Minimal。</a:t>
            </a:r>
          </a:p>
          <a:p xmlns:a="http://schemas.openxmlformats.org/drawingml/2006/main">
            <a:r>
              <a:t>同时下载 sha256.sum，比对同名归档的摘要。</a:t>
            </a:r>
          </a:p>
          <a:p xmlns:a="http://schemas.openxmlformats.org/drawingml/2006/main">
            <a:r>
              <a:t>解压后进入含 sdk_version、setup.sh 的内层，不新建这些官方文件。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对应正文：P001_Linux，1.5_安装源码要求的 Python 包和 SDK</a:t>
            </a:r>
          </a:p>
          <a:p xmlns:a="http://schemas.openxmlformats.org/drawingml/2006/main">
            <a:r>
              <a:t># Ubuntu 22.04 Bash；手动分支，浏览器已经下载并核对同版 SHA-256。</a:t>
            </a:r>
          </a:p>
          <a:p xmlns:a="http://schemas.openxmlformats.org/drawingml/2006/main">
            <a:r>
              <a:t>cd ~/Downloads</a:t>
            </a:r>
          </a:p>
          <a:p xmlns:a="http://schemas.openxmlformats.org/drawingml/2006/main">
            <a:r>
              <a:t># SDK 根由解压生成；已有同名安装时先停止并核对。</a:t>
            </a:r>
          </a:p>
          <a:p xmlns:a="http://schemas.openxmlformats.org/drawingml/2006/main">
            <a:r>
              <a:t>tar -xf zephyr-sdk-1.0.1_linux-x86_64_minimal.tar.xz -C "$HOME"</a:t>
            </a:r>
          </a:p>
          <a:p xmlns:a="http://schemas.openxmlformats.org/drawingml/2006/main">
            <a:r>
              <a:t>cd ~/zephyr-sdk-1.0.1</a:t>
            </a:r>
          </a:p>
          <a:p xmlns:a="http://schemas.openxmlformats.org/drawingml/2006/main">
            <a:r>
              <a:t># setup.sh 来自官方包；-t 安装 ARM，-c 登记 SDK 的 CMake 包。</a:t>
            </a:r>
          </a:p>
          <a:p xmlns:a="http://schemas.openxmlformats.org/drawingml/2006/main">
            <a:r>
              <a:t>./setup.sh -t arm-zephyr-eabi -c</a:t>
            </a:r>
          </a:p>
          <a:p xmlns:a="http://schemas.openxmlformats.org/drawingml/2006/main">
            <a:r>
              <a:t>./gnu/arm-zephyr-eabi/bin/arm-zephyr-eabi-gcc --version</a:t>
            </a:r>
          </a:p>
          <a:p xmlns:a="http://schemas.openxmlformats.org/drawingml/2006/main">
            <a:r>
              <a:t>完整操作单元：../commands/P001_Linux/1.5-02.txt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对应正文：P001_Linux，1.6_验收与恢复</a:t>
            </a:r>
          </a:p>
          <a:p xmlns:a="http://schemas.openxmlformats.org/drawingml/2006/main">
            <a:r>
              <a:t># 终端：Linux Bash；重新打开终端后的恢复与只读检查。</a:t>
            </a:r>
          </a:p>
          <a:p xmlns:a="http://schemas.openxmlformats.org/drawingml/2006/main">
            <a:r>
              <a:t>source ~/zephyrproject/.venv/bin/activate</a:t>
            </a:r>
          </a:p>
          <a:p xmlns:a="http://schemas.openxmlformats.org/drawingml/2006/main">
            <a:r>
              <a:t>cd ~/zephyrproject/zephyr</a:t>
            </a:r>
          </a:p>
          <a:p xmlns:a="http://schemas.openxmlformats.org/drawingml/2006/main">
            <a:r>
              <a:t>python -c 'import sys; print(sys.executable); print(sys.platform)'</a:t>
            </a:r>
          </a:p>
          <a:p xmlns:a="http://schemas.openxmlformats.org/drawingml/2006/main">
            <a:r>
              <a:t>python -m pip check</a:t>
            </a:r>
          </a:p>
          <a:p xmlns:a="http://schemas.openxmlformats.org/drawingml/2006/main">
            <a:r>
              <a:t>west --version</a:t>
            </a:r>
          </a:p>
          <a:p xmlns:a="http://schemas.openxmlformats.org/drawingml/2006/main">
            <a:r>
              <a:t>west topdir</a:t>
            </a:r>
          </a:p>
          <a:p xmlns:a="http://schemas.openxmlformats.org/drawingml/2006/main">
            <a:r>
              <a:t>west sdk list</a:t>
            </a:r>
          </a:p>
          <a:p xmlns:a="http://schemas.openxmlformats.org/drawingml/2006/main">
            <a:r>
              <a:t>cmake --version</a:t>
            </a:r>
          </a:p>
          <a:p xmlns:a="http://schemas.openxmlformats.org/drawingml/2006/main">
            <a:r>
              <a:t>dtc --version</a:t>
            </a:r>
          </a:p>
          <a:p xmlns:a="http://schemas.openxmlformats.org/drawingml/2006/main">
            <a:r>
              <a:t>完整操作单元：../commands/P001_Linux/1.6-01.txt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8579fe697d0e47d2"/></Relationships>
</file>

<file path=ppt/beginner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563908b798e84df0"/></Relationships>
</file>

<file path=ppt/beginner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9d161eb542974bb9"/></Relationships>
</file>

<file path=ppt/beginner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9e6adfc7218d447a"/></Relationships>
</file>

<file path=ppt/beginner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f8840b7acb33443f"/></Relationships>
</file>

<file path=ppt/beginner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0de098d704104c8e"/></Relationships>
</file>

<file path=ppt/beginner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966A425-E5D0-4862-8973-B688B495B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36371D3-963A-49EB-AB98-57596007B8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beginner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A5B0EEF-0CA6-416C-B274-E68E3CC5B1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beginner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6751647-9351-4B3D-8800-A689E3FF2E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733A65B-7BC6-49A6-B6D8-B8A9C44315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beginner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3A62548-4A59-402D-BA77-BE7432FC90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1FC9D9D-B4C5-4F6F-9D3B-F8727F15237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7F48C7B-B8E6-465B-AB22-85A5D7AE2B8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beginner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A5967FE-7644-4263-B40B-AF58F272A8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6729022-BBD4-4AF3-9624-5231AD265F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beginner/slideLayouts/slideLayout6.xml><?xml version="1.0" encoding="utf-8"?>
<p:sldLayout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beginner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theme/theme2.xml" Id="R7a38c71967bc4248"/><Relationship Type="http://schemas.openxmlformats.org/officeDocument/2006/relationships/slideLayout" Target="../slideLayouts/slideLayout1.xml" Id="R8af3b2e54d96481d"/><Relationship Type="http://schemas.openxmlformats.org/officeDocument/2006/relationships/slideLayout" Target="../slideLayouts/slideLayout2.xml" Id="Rf24eab339ace4aa6"/><Relationship Type="http://schemas.openxmlformats.org/officeDocument/2006/relationships/slideLayout" Target="../slideLayouts/slideLayout3.xml" Id="R74d3a97d7c8a4ce6"/><Relationship Type="http://schemas.openxmlformats.org/officeDocument/2006/relationships/slideLayout" Target="../slideLayouts/slideLayout4.xml" Id="Rd317a21710f14450"/><Relationship Type="http://schemas.openxmlformats.org/officeDocument/2006/relationships/slideLayout" Target="../slideLayouts/slideLayout5.xml" Id="Rfec1fe6075dd4f9d"/><Relationship Type="http://schemas.openxmlformats.org/officeDocument/2006/relationships/slideLayout" Target="../slideLayouts/slideLayout6.xml" Id="R2612f509866842a5"/></Relationships>
</file>

<file path=ppt/beginner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6" r:id="R8af3b2e54d96481d"/>
    <p:sldLayoutId xmlns:r="http://schemas.openxmlformats.org/officeDocument/2006/relationships" id="2147483657" r:id="Rf24eab339ace4aa6"/>
    <p:sldLayoutId xmlns:r="http://schemas.openxmlformats.org/officeDocument/2006/relationships" id="2147483658" r:id="R74d3a97d7c8a4ce6"/>
    <p:sldLayoutId xmlns:r="http://schemas.openxmlformats.org/officeDocument/2006/relationships" id="2147483659" r:id="Rd317a21710f14450"/>
    <p:sldLayoutId xmlns:r="http://schemas.openxmlformats.org/officeDocument/2006/relationships" id="2147483660" r:id="Rfec1fe6075dd4f9d"/>
    <p:sldLayoutId xmlns:r="http://schemas.openxmlformats.org/officeDocument/2006/relationships" id="2147483661" r:id="R2612f509866842a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beginner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Masters/_rels/notesMaster1.xml.rels><?xml version='1.0' encoding='utf-8' standalone='yes'?>
<Relationships xmlns="http://schemas.openxmlformats.org/package/2006/relationships"><Relationship Type="http://schemas.openxmlformats.org/officeDocument/2006/relationships/theme" Target="/ppt/notesMasters/theme/theme3.xml" Id="R88076493b0674148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/ppt/slides/slide1.xml" Id="R9569f4dab39d4492"/><Relationship Type="http://schemas.openxmlformats.org/officeDocument/2006/relationships/notesMaster" Target="/ppt/notesMasters/notesMaster1.xml" Id="R7dbfd70d03cf4dd1"/></Relationships>
</file>

<file path=ppt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/ppt/slides/slide2.xml" Id="Re6c7a8b6fde44f00"/><Relationship Type="http://schemas.openxmlformats.org/officeDocument/2006/relationships/notesMaster" Target="/ppt/notesMasters/notesMaster1.xml" Id="R403f4bc6a8e74f36"/></Relationships>
</file>

<file path=ppt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/ppt/slides/slide3.xml" Id="Rba1de49eee1544b7"/><Relationship Type="http://schemas.openxmlformats.org/officeDocument/2006/relationships/notesMaster" Target="/ppt/notesMasters/notesMaster1.xml" Id="R05fca1fd95514b99"/></Relationships>
</file>

<file path=ppt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/ppt/slides/slide4.xml" Id="R48bed446274a4e62"/><Relationship Type="http://schemas.openxmlformats.org/officeDocument/2006/relationships/notesMaster" Target="/ppt/notesMasters/notesMaster1.xml" Id="Rc7c1bc5cfba749b5"/></Relationships>
</file>

<file path=ppt/notesSlides/_rels/notesSlide5.xml.rels><?xml version='1.0' encoding='utf-8' standalone='yes'?>
<Relationships xmlns="http://schemas.openxmlformats.org/package/2006/relationships"><Relationship Type="http://schemas.openxmlformats.org/officeDocument/2006/relationships/slide" Target="/ppt/slides/slide5.xml" Id="Rcea830dd06794cdc"/><Relationship Type="http://schemas.openxmlformats.org/officeDocument/2006/relationships/notesMaster" Target="/ppt/notesMasters/notesMaster1.xml" Id="R44b2d00a31cb4cd6"/></Relationships>
</file>

<file path=ppt/notesSlides/_rels/notesSlide6.xml.rels><?xml version='1.0' encoding='utf-8' standalone='yes'?>
<Relationships xmlns="http://schemas.openxmlformats.org/package/2006/relationships"><Relationship Type="http://schemas.openxmlformats.org/officeDocument/2006/relationships/slide" Target="/ppt/slides/slide6.xml" Id="R2f34813dc37d4bed"/><Relationship Type="http://schemas.openxmlformats.org/officeDocument/2006/relationships/notesMaster" Target="/ppt/notesMasters/notesMaster1.xml" Id="R5925e0dca71d4457"/></Relationships>
</file>

<file path=ppt/notesSlides/_rels/notesSlide7.xml.rels><?xml version='1.0' encoding='utf-8' standalone='yes'?>
<Relationships xmlns="http://schemas.openxmlformats.org/package/2006/relationships"><Relationship Type="http://schemas.openxmlformats.org/officeDocument/2006/relationships/slide" Target="/ppt/slides/slide7.xml" Id="Ra40381303a584188"/><Relationship Type="http://schemas.openxmlformats.org/officeDocument/2006/relationships/notesMaster" Target="/ppt/notesMasters/notesMaster1.xml" Id="Rfecfb8520b1c4b07"/></Relationships>
</file>

<file path=ppt/notesSlides/_rels/notesSlide8.xml.rels><?xml version='1.0' encoding='utf-8' standalone='yes'?>
<Relationships xmlns="http://schemas.openxmlformats.org/package/2006/relationships"><Relationship Type="http://schemas.openxmlformats.org/officeDocument/2006/relationships/slide" Target="/ppt/slides/slide8.xml" Id="Rc03508a5db8f4de4"/><Relationship Type="http://schemas.openxmlformats.org/officeDocument/2006/relationships/notesMaster" Target="/ppt/notesMasters/notesMaster1.xml" Id="Racd88ad7805d4492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本分支独立于 Windows 环境，采用官方 ~/zephyrproject/zephyr 工作区布局。正文明确该路线按官方文档核对，尚未实际在 Linux 安装及编译。</a:t>
            </a:r>
          </a:p>
          <a:p xmlns:a="http://schemas.openxmlformats.org/drawingml/2006/main">
            <a:r>
              <a:t>依据：https://docs.zephyrproject.org/latest/develop/getting_started/index.html</a:t>
            </a:r>
          </a:p>
          <a:p xmlns:a="http://schemas.openxmlformats.org/drawingml/2006/main">
            <a:r>
              <a:t>本地源码：doc/develop/getting_started/index.rst（使用所选源码版本）。</a:t>
            </a:r>
          </a:p>
          <a:p xmlns:a="http://schemas.openxmlformats.org/drawingml/2006/main">
            <a:r>
              <a:t>资料分工：PPT用于视频讲解与复习，完整操作步骤、观察结果、版本条件与恢复说明见同名P001_官方环境安装与源码准备_Linux.md。本教程明确使用Ubuntu 22.04 LTS。默认包版本不足时，按正文使用Kitware官方Jammy源补齐CMake、Python官方源码安装3.12.10。当前Zephyr快速开始的24.04示例只作上游依据，不改变教程系统目标。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阶段图源文件：assets/stages/linux.mmd。Linux 是独立安装环境。Ubuntu apt 清单不直接适用于其他 Linux 发行版；其他发行版查官方 installation_linux.html。</a:t>
            </a:r>
          </a:p>
          <a:p xmlns:a="http://schemas.openxmlformats.org/drawingml/2006/main">
            <a:r>
              <a:t>依据：https://docs.zephyrproject.org/latest/develop/getting_started/index.html</a:t>
            </a:r>
          </a:p>
          <a:p xmlns:a="http://schemas.openxmlformats.org/drawingml/2006/main">
            <a:r>
              <a:t>本地源码：doc/develop/getting_started/index.rst（使用所选源码版本）。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阶段②。终端：Ubuntu Bash，任意目录。包列表与官方原文一致，只对换行位置作排版调整。apt upgrade 会更新系统软件。ARM64 主机可能需去掉 gcc-multilib/g++-multilib。Linux 使用发行版 Python，Windows .exe 安装器不适用。</a:t>
            </a:r>
          </a:p>
          <a:p xmlns:a="http://schemas.openxmlformats.org/drawingml/2006/main">
            <a:r>
              <a:t>依据：https://docs.zephyrproject.org/latest/develop/getting_started/index.html</a:t>
            </a:r>
          </a:p>
          <a:p xmlns:a="http://schemas.openxmlformats.org/drawingml/2006/main">
            <a:r>
              <a:t>本地源码：doc/develop/getting_started/index.rst（使用所选源码版本）。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阶段③。终端：Linux Bash，任意目录，首次创建独立工作区。已有 .venv 只激活检查，不覆盖。预期 sys.platform=linux，解释器在工作区 .venv/bin。官方步骤没有在 pip install west 固定补丁号；记录实际版本。Windows 教程固定3.12.10/west1.5.0不等于Linux官方要求。</a:t>
            </a:r>
          </a:p>
          <a:p xmlns:a="http://schemas.openxmlformats.org/drawingml/2006/main">
            <a:r>
              <a:t>依据：https://docs.zephyrproject.org/latest/develop/getting_started/index.html</a:t>
            </a:r>
          </a:p>
          <a:p xmlns:a="http://schemas.openxmlformats.org/drawingml/2006/main">
            <a:r>
              <a:t>本地源码：doc/develop/getting_started/index.rst（使用所选源码版本）。</a:t>
            </a:r>
          </a:p>
          <a:p xmlns:a="http://schemas.openxmlformats.org/drawingml/2006/main">
            <a:r>
              <a:t>基础解释器来自正文1.2.3的~/.local/opt/python312安装前缀。必须先检查版本和标准库。已有3.10虚拟环境先按正文备份再重建，不能直接覆盖。新建后预期Python 3.12.10，sys.platform为linux，sys.executable位于工作区.venv/bin。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阶段④。新工作区使用官方 west init/update，前页 .venv 已激活。已有 west 工作区先检查 west topdir，不重复初始化。不设 --mr 会随上游默认分支变化；固定版本要先选真实标签/提交并按 --help 指定。west update取得官方manifest模块，不实现文档仓库同步。</a:t>
            </a:r>
          </a:p>
          <a:p xmlns:a="http://schemas.openxmlformats.org/drawingml/2006/main">
            <a:r>
              <a:t>依据：https://docs.zephyrproject.org/latest/develop/getting_started/index.html</a:t>
            </a:r>
          </a:p>
          <a:p xmlns:a="http://schemas.openxmlformats.org/drawingml/2006/main">
            <a:r>
              <a:t>本地源码：doc/develop/getting_started/index.rst（使用所选源码版本）。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阶段⑤。west packages读取当前源码及已下载模块要求，安装可能更改west版本。zephyr-export注册当前源码的CMake包。SDK安装用官方west sdk入口，按源码要求与实际主机选包。安装位置或架构选项以该源码 --help 为准。手工下载的Linux流程另查SDK官方说明，不使用Windows setup.cmd。</a:t>
            </a:r>
          </a:p>
          <a:p xmlns:a="http://schemas.openxmlformats.org/drawingml/2006/main">
            <a:r>
              <a:t>依据：https://docs.zephyrproject.org/latest/develop/getting_started/index.html</a:t>
            </a:r>
          </a:p>
          <a:p xmlns:a="http://schemas.openxmlformats.org/drawingml/2006/main">
            <a:r>
              <a:t>本地源码：doc/develop/getting_started/index.rst（使用所选源码版本）。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阶段⑥。Linux Bash。验证解释器来自本工作区、pip依赖无冲突、SDK可查询，再进入已有板编译。工具检查、固件编译、实板运行是不同验收层次。安装流程尚未在本机Linux实测，不把原文核对标作执行成功。</a:t>
            </a:r>
          </a:p>
          <a:p xmlns:a="http://schemas.openxmlformats.org/drawingml/2006/main">
            <a:r>
              <a:t>依据：https://docs.zephyrproject.org/latest/develop/getting_started/index.html</a:t>
            </a:r>
          </a:p>
          <a:p xmlns:a="http://schemas.openxmlformats.org/drawingml/2006/main">
            <a:r>
              <a:t>本地源码：doc/develop/getting_started/index.rst（使用所选源码版本）。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源码每次更新后重新查安装依据，不把本次apt包列表视为固定常量。P003讲解原理、已有mps2/an386和新增练习板及HC32接入，Windows路径/SDK不能照抄为Linux。Linux实际实验前需适配本机路径，并分别记录环境、编译、实板结果。完整命令和来源见linux/P01正文。</a:t>
            </a:r>
          </a:p>
          <a:p xmlns:a="http://schemas.openxmlformats.org/drawingml/2006/main">
            <a:r>
              <a:t>依据：https://docs.zephyrproject.org/latest/develop/getting_started/index.html</a:t>
            </a:r>
          </a:p>
          <a:p xmlns:a="http://schemas.openxmlformats.org/drawingml/2006/main">
            <a:r>
              <a:t>本地源码：doc/develop/getting_started/index.rst（使用所选源码版本）。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Zephyr 的 Linux Host Dependencies 指向 Kitware 更新 CMake。Kitware 提供 Ubuntu Jammy 软件源；该源属于发布方额外软件源。版本来自所选 Zephyr，不由教程凭空固定。来源：https://apt.kitware.com/ 和 https://docs.zephyrproject.org/latest/develop/getting_started/installation_linux.html#cmake 。</a:t>
            </a:r>
          </a:p>
          <a:p xmlns:a="http://schemas.openxmlformats.org/drawingml/2006/main">
            <a:r>
              <a:t>完整操作：P001_官方环境安装与源码准备_Linux.md，1.2—1.3。命令在 Ubuntu 22.04 Bash 执行。本轮仅核对文档、命令语法与版面，未在 Linux 主机安装验证。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完整 wget、解压与 apt 依赖命令见正文1.2.3。configure、make均成功后才执行安装。--prefix是Python构建选项，HOME是已有的用户主目录变量，并非Zephyr变量。make altinstall在用户目录安装带版本号的解释器，不需要sudo。3.12.10是教程复现版本，不代表最新安全补丁，也非Zephyr指定的唯一补丁号。来源：https://docs.python.org/3.12/using/unix.html#building-python 。</a:t>
            </a:r>
          </a:p>
          <a:p xmlns:a="http://schemas.openxmlformats.org/drawingml/2006/main">
            <a:r>
              <a:t>完整操作：P001_官方环境安装与源码准备_Linux.md，1.2—1.3。命令在 Ubuntu 22.04 Bash 执行。本轮仅核对文档、命令语法与版面，未在 Linux 主机安装验证。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继续使用正文1.2.3安装在~/.local/opt/python312的解释器作为检查对象。缺少_ssl或_ctypes时先检查开发包、configure与make输出，补齐后重新配置构建，不要先创建venv。Python官方源码构建依赖：https://devguide.python.org/getting-started/setup-building/#install-dependencies 。</a:t>
            </a:r>
          </a:p>
          <a:p xmlns:a="http://schemas.openxmlformats.org/drawingml/2006/main">
            <a:r>
              <a:t>完整操作：P001_官方环境安装与源码准备_Linux.md，1.2—1.3。命令在 Ubuntu 22.04 Bash 执行。本轮仅核对文档、命令语法与版面，未在 Linux 主机安装验证。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pythonentry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../../slides/pythonentry_slide1.xml" Id="Rc6752de31c544b37"/><Relationship Type="http://schemas.openxmlformats.org/officeDocument/2006/relationships/notesMaster" Target="../../notesMasters/notesMaster1.xml" Id="Rdc4bbd7270794cf9"/></Relationships>
</file>

<file path=ppt/pythonentry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../../slides/pythonentry_slide2.xml" Id="R7bb8cb6f5bd542a8"/><Relationship Type="http://schemas.openxmlformats.org/officeDocument/2006/relationships/notesMaster" Target="../../notesMasters/notesMaster1.xml" Id="R174d4decfd814ee7"/></Relationships>
</file>

<file path=ppt/pythonentry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../../slides/pythonentry_slide3.xml" Id="R54e333479f104ffd"/><Relationship Type="http://schemas.openxmlformats.org/officeDocument/2006/relationships/notesMaster" Target="../../notesMasters/notesMaster1.xml" Id="R4485ba396be9433f"/></Relationships>
</file>

<file path=ppt/pythonentry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../../slides/pythonentry_slide4.xml" Id="R9d4b56d300ae4a5f"/><Relationship Type="http://schemas.openxmlformats.org/officeDocument/2006/relationships/notesMaster" Target="../../notesMasters/notesMaster1.xml" Id="R1a07803b257b4494"/></Relationships>
</file>

<file path=ppt/pythonentry/notesSlides/_rels/notesSlide5.xml.rels><?xml version='1.0' encoding='utf-8' standalone='yes'?>
<Relationships xmlns="http://schemas.openxmlformats.org/package/2006/relationships"><Relationship Type="http://schemas.openxmlformats.org/officeDocument/2006/relationships/slide" Target="../../slides/pythonentry_slide5.xml" Id="R04d1c55fcfcf4105"/><Relationship Type="http://schemas.openxmlformats.org/officeDocument/2006/relationships/notesMaster" Target="../../notesMasters/notesMaster1.xml" Id="R4fa54b5736f34f73"/></Relationships>
</file>

<file path=ppt/pythonentry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对应正文：P001_Linux，1.0.1 · 区分源码、已安装工具和项目环境</a:t>
            </a:r>
          </a:p>
          <a:p xmlns:a="http://schemas.openxmlformats.org/drawingml/2006/main">
            <a:r>
              <a:t>https://docs.python.org/3.12/using/unix.html#building-python</a:t>
            </a:r>
          </a:p>
          <a:p xmlns:a="http://schemas.openxmlformats.org/drawingml/2006/main">
            <a:r>
              <a:t>https://docs.python.org/3.12/library/venv.html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pythonentry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对应正文：P001_Linux，1.2.3 · Ubuntu 22.04 Bash；任意目录</a:t>
            </a:r>
          </a:p>
          <a:p xmlns:a="http://schemas.openxmlformats.org/drawingml/2006/main">
            <a:r>
              <a:t>https://docs.python.org/3.12/using/unix.html#building-python</a:t>
            </a:r>
          </a:p>
          <a:p xmlns:a="http://schemas.openxmlformats.org/drawingml/2006/main">
            <a:r>
              <a:t>https://docs.python.org/3.12/library/venv.html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pythonentry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对应正文：P001_Linux，1.2.3 · Ubuntu 22.04 Bash</a:t>
            </a:r>
          </a:p>
          <a:p xmlns:a="http://schemas.openxmlformats.org/drawingml/2006/main">
            <a:r>
              <a:t>https://docs.python.org/3.12/using/unix.html#building-python</a:t>
            </a:r>
          </a:p>
          <a:p xmlns:a="http://schemas.openxmlformats.org/drawingml/2006/main">
            <a:r>
              <a:t>https://docs.python.org/3.12/library/venv.html</a:t>
            </a:r>
          </a:p>
          <a:p xmlns:a="http://schemas.openxmlformats.org/drawingml/2006/main">
            <a:r>
              <a:t>完整操作单元：../commands/P001_Linux/1.2.3-02.txt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pythonentry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对应正文：P001_Linux，1.2.3 · 安装完成后</a:t>
            </a:r>
          </a:p>
          <a:p xmlns:a="http://schemas.openxmlformats.org/drawingml/2006/main">
            <a:r>
              <a:t>https://docs.python.org/3.12/using/unix.html#building-python</a:t>
            </a:r>
          </a:p>
          <a:p xmlns:a="http://schemas.openxmlformats.org/drawingml/2006/main">
            <a:r>
              <a:t>https://docs.python.org/3.12/library/venv.html</a:t>
            </a:r>
          </a:p>
          <a:p xmlns:a="http://schemas.openxmlformats.org/drawingml/2006/main">
            <a:r>
              <a:t>完整操作单元：../commands/P001_Linux/1.2.3-03.txt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pythonentry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对应正文：P001_Linux，1.3 · 首次创建；已有环境只激活</a:t>
            </a:r>
          </a:p>
          <a:p xmlns:a="http://schemas.openxmlformats.org/drawingml/2006/main">
            <a:r>
              <a:t>https://docs.python.org/3.12/using/unix.html#building-python</a:t>
            </a:r>
          </a:p>
          <a:p xmlns:a="http://schemas.openxmlformats.org/drawingml/2006/main">
            <a:r>
              <a:t>https://docs.python.org/3.12/library/venv.html</a:t>
            </a:r>
          </a:p>
          <a:p xmlns:a="http://schemas.openxmlformats.org/drawingml/2006/main">
            <a:r>
              <a:t>完整操作单元：../commands/P001_Linux/1.3-01.txt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pythonentry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2fe0a6bc45424c65"/></Relationships>
</file>

<file path=ppt/pythonentry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b605b38e630b4a24"/></Relationships>
</file>

<file path=ppt/pythonentry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fe12e58506fc4591"/></Relationships>
</file>

<file path=ppt/pythonentry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8589a4ee3f2d4edf"/></Relationships>
</file>

<file path=ppt/pythonentry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78d120a3429d4a95"/></Relationships>
</file>

<file path=ppt/pythonentry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d1923fbd118f4f9f"/></Relationships>
</file>

<file path=ppt/pythonentry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173D734-6BAD-4F6F-BE1F-036EF1E0A2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9370F30-B8F5-4424-8B1C-49E61A73829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pythonentry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E1B2C10-73C6-4B39-916C-975FE1FF79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pythonentry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C71DB89-76AC-4678-BFE9-E0A33B898E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6578FED-4402-4723-9073-08F2B46437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pythonentry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FD040D0-223C-4C1F-AB65-AC8CA93D28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C3B90E9-35DE-4061-9914-F880D62486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A53E881-C4DD-4212-A95A-E866372B5BE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pythonentry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E4BE818-5532-4BC8-96A1-5905F7BF26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131617C-C177-479D-BEE1-1A90C276B20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pythonentry/slideLayouts/slideLayout6.xml><?xml version="1.0" encoding="utf-8"?>
<p:sldLayout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pythonentry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theme/theme2.xml" Id="R3af3b01eb0e54c02"/><Relationship Type="http://schemas.openxmlformats.org/officeDocument/2006/relationships/slideLayout" Target="../slideLayouts/slideLayout1.xml" Id="Rb1b1880c823643a7"/><Relationship Type="http://schemas.openxmlformats.org/officeDocument/2006/relationships/slideLayout" Target="../slideLayouts/slideLayout2.xml" Id="Rde488597f5d84e70"/><Relationship Type="http://schemas.openxmlformats.org/officeDocument/2006/relationships/slideLayout" Target="../slideLayouts/slideLayout3.xml" Id="Rfbc9cc963ffe4926"/><Relationship Type="http://schemas.openxmlformats.org/officeDocument/2006/relationships/slideLayout" Target="../slideLayouts/slideLayout4.xml" Id="R52102e1ed1d04779"/><Relationship Type="http://schemas.openxmlformats.org/officeDocument/2006/relationships/slideLayout" Target="../slideLayouts/slideLayout5.xml" Id="Ra03becbc24744ad4"/><Relationship Type="http://schemas.openxmlformats.org/officeDocument/2006/relationships/slideLayout" Target="../slideLayouts/slideLayout6.xml" Id="R276f4129013f4048"/></Relationships>
</file>

<file path=ppt/pythonentry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3" r:id="Rb1b1880c823643a7"/>
    <p:sldLayoutId xmlns:r="http://schemas.openxmlformats.org/officeDocument/2006/relationships" id="2147483664" r:id="Rde488597f5d84e70"/>
    <p:sldLayoutId xmlns:r="http://schemas.openxmlformats.org/officeDocument/2006/relationships" id="2147483665" r:id="Rfbc9cc963ffe4926"/>
    <p:sldLayoutId xmlns:r="http://schemas.openxmlformats.org/officeDocument/2006/relationships" id="2147483666" r:id="R52102e1ed1d04779"/>
    <p:sldLayoutId xmlns:r="http://schemas.openxmlformats.org/officeDocument/2006/relationships" id="2147483667" r:id="Ra03becbc24744ad4"/>
    <p:sldLayoutId xmlns:r="http://schemas.openxmlformats.org/officeDocument/2006/relationships" id="2147483668" r:id="R276f4129013f404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pythonentry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dkscope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../../slides/sdkscope_slide1.xml" Id="R7cfdffc74a1446a7"/><Relationship Type="http://schemas.openxmlformats.org/officeDocument/2006/relationships/notesMaster" Target="../../notesMasters/notesMaster1.xml" Id="R8906306815744655"/></Relationships>
</file>

<file path=ppt/sdkscope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../../slides/sdkscope_slide2.xml" Id="Rca07aae06cee46ea"/><Relationship Type="http://schemas.openxmlformats.org/officeDocument/2006/relationships/notesMaster" Target="../../notesMasters/notesMaster1.xml" Id="Rae594a503268430d"/></Relationships>
</file>

<file path=ppt/sdkscope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../../slides/sdkscope_slide3.xml" Id="R83542169f61244db"/><Relationship Type="http://schemas.openxmlformats.org/officeDocument/2006/relationships/notesMaster" Target="../../notesMasters/notesMaster1.xml" Id="R5eb8f94aff834067"/></Relationships>
</file>

<file path=ppt/sdkscope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对应正文：P001_Linux，1.5 · 工具安装与用户级记录</a:t>
            </a:r>
          </a:p>
          <a:p xmlns:a="http://schemas.openxmlformats.org/drawingml/2006/main">
            <a:r>
              <a:t>依据：SDK 1.0.1 cmake/zephyr_sdk_export.cmake；Zephyr FindZephyr-sdk.cmake 与 extensions.cmake zephyr_get。</a:t>
            </a:r>
          </a:p>
          <a:p xmlns:a="http://schemas.openxmlformats.org/drawingml/2006/main">
            <a:r>
              <a:t>https://cmake.org/cmake/help/latest/manual/cmake-packages.7.html#user-package-registry</a:t>
            </a:r>
          </a:p>
          <a:p xmlns:a="http://schemas.openxmlformats.org/drawingml/2006/main">
            <a:r>
              <a:t>https://cmake.org/cmake/help/latest/manual/cmake-presets.7.html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dkscope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对应正文：P001_Linux，1.5 · 与 west 安装二选一</a:t>
            </a:r>
          </a:p>
          <a:p xmlns:a="http://schemas.openxmlformats.org/drawingml/2006/main">
            <a:r>
              <a:t>依据：SDK 1.0.1 cmake/zephyr_sdk_export.cmake；Zephyr FindZephyr-sdk.cmake 与 extensions.cmake zephyr_get。</a:t>
            </a:r>
          </a:p>
          <a:p xmlns:a="http://schemas.openxmlformats.org/drawingml/2006/main">
            <a:r>
              <a:t>https://cmake.org/cmake/help/latest/manual/cmake-packages.7.html#user-package-registry</a:t>
            </a:r>
          </a:p>
          <a:p xmlns:a="http://schemas.openxmlformats.org/drawingml/2006/main">
            <a:r>
              <a:t>https://cmake.org/cmake/help/latest/manual/cmake-presets.7.html</a:t>
            </a:r>
          </a:p>
          <a:p xmlns:a="http://schemas.openxmlformats.org/drawingml/2006/main">
            <a:r>
              <a:t>完整操作单元：../commands/P001_Linux/1.5-02.txt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dkscope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对应正文：P001_Linux，1.5.1 · Ubuntu 22.04，主机包必须选 Linux</a:t>
            </a:r>
          </a:p>
          <a:p xmlns:a="http://schemas.openxmlformats.org/drawingml/2006/main">
            <a:r>
              <a:t>依据：SDK 1.0.1 cmake/zephyr_sdk_export.cmake；Zephyr FindZephyr-sdk.cmake 与 extensions.cmake zephyr_get。</a:t>
            </a:r>
          </a:p>
          <a:p xmlns:a="http://schemas.openxmlformats.org/drawingml/2006/main">
            <a:r>
              <a:t>https://cmake.org/cmake/help/latest/manual/cmake-packages.7.html#user-package-registry</a:t>
            </a:r>
          </a:p>
          <a:p xmlns:a="http://schemas.openxmlformats.org/drawingml/2006/main">
            <a:r>
              <a:t>https://cmake.org/cmake/help/latest/manual/cmake-presets.7.html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dkscope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41a0d245871a4423"/></Relationships>
</file>

<file path=ppt/sdkscope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c725c45a8d664cb1"/></Relationships>
</file>

<file path=ppt/sdkscope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d06a3ac9c39e4b0a"/></Relationships>
</file>

<file path=ppt/sdkscope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509e2bfba4664a95"/></Relationships>
</file>

<file path=ppt/sdkscope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d1324ab6e7ca4461"/></Relationships>
</file>

<file path=ppt/sdkscope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c76fe5ef55094811"/></Relationships>
</file>

<file path=ppt/sdkscope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B51C193-E6FA-4958-AE85-E903D465F88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F1205E4-CAF3-4BE3-9AD0-F2687D068C3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dkscope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A343CF5-8F60-46AE-A81C-4C0BFB5FC9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dkscope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21493EB-EFB5-40BD-98E8-4D3D1C1AFB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F20285E-2FB9-44E1-8401-4ED1FA5D40C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dkscope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C24A1FB-1207-4A9B-9CC1-BC5AC426CF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7525005-DF12-432B-8209-5C0D7B79C16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46D5AD7-0290-410F-BA10-77D7C5C32B4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dkscope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819AB83-3D64-49BB-924D-2CD949BAA1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D2B3E97-5FB5-4A42-89DC-0A54EE34A7A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dkscope/slideLayouts/slideLayout6.xml><?xml version="1.0" encoding="utf-8"?>
<p:sldLayout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dkscope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theme/theme2.xml" Id="R09718b5360984cfa"/><Relationship Type="http://schemas.openxmlformats.org/officeDocument/2006/relationships/slideLayout" Target="../slideLayouts/slideLayout1.xml" Id="R860c2420cd474b71"/><Relationship Type="http://schemas.openxmlformats.org/officeDocument/2006/relationships/slideLayout" Target="../slideLayouts/slideLayout2.xml" Id="R279121c03e6940f4"/><Relationship Type="http://schemas.openxmlformats.org/officeDocument/2006/relationships/slideLayout" Target="../slideLayouts/slideLayout3.xml" Id="R91445aaba27f41c3"/><Relationship Type="http://schemas.openxmlformats.org/officeDocument/2006/relationships/slideLayout" Target="../slideLayouts/slideLayout4.xml" Id="Rd0dcfd6bf6ff43f9"/><Relationship Type="http://schemas.openxmlformats.org/officeDocument/2006/relationships/slideLayout" Target="../slideLayouts/slideLayout5.xml" Id="R1843414846a942c1"/><Relationship Type="http://schemas.openxmlformats.org/officeDocument/2006/relationships/slideLayout" Target="../slideLayouts/slideLayout6.xml" Id="R868a216ce6574109"/></Relationships>
</file>

<file path=ppt/sdkscope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70" r:id="R860c2420cd474b71"/>
    <p:sldLayoutId xmlns:r="http://schemas.openxmlformats.org/officeDocument/2006/relationships" id="2147483671" r:id="R279121c03e6940f4"/>
    <p:sldLayoutId xmlns:r="http://schemas.openxmlformats.org/officeDocument/2006/relationships" id="2147483672" r:id="R91445aaba27f41c3"/>
    <p:sldLayoutId xmlns:r="http://schemas.openxmlformats.org/officeDocument/2006/relationships" id="2147483673" r:id="Rd0dcfd6bf6ff43f9"/>
    <p:sldLayoutId xmlns:r="http://schemas.openxmlformats.org/officeDocument/2006/relationships" id="2147483674" r:id="R1843414846a942c1"/>
    <p:sldLayoutId xmlns:r="http://schemas.openxmlformats.org/officeDocument/2006/relationships" id="2147483675" r:id="R868a216ce657410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dkscope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Layouts/_rels/lizhaojunCoverLayout.xml.rels><?xml version='1.0' encoding='utf-8' standalone='yes'?>
<Relationships xmlns="http://schemas.openxmlformats.org/package/2006/relationships"><Relationship Type="http://schemas.openxmlformats.org/officeDocument/2006/relationships/slideMaster" Target="/ppt/slideMasters/lizhaojunCoverMaster.xml" Id="Rf25247faaacc4d12"/></Relationships>
</file>

<file path=ppt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76f837e705b04c7a"/></Relationships>
</file>

<file path=ppt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9072f440b5304355"/></Relationships>
</file>

<file path=ppt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38ac6cb0f1a54dc2"/></Relationships>
</file>

<file path=ppt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91c6e568919c4108"/></Relationships>
</file>

<file path=ppt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f5142386e89c42d3"/></Relationships>
</file>

<file path=ppt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f25247faaacc4d12"/></Relationships>
</file>

<file path=ppt/slideLayouts/lizhaojunCoverLayout.xml><?xml version="1.0" encoding="utf-8"?>
<p:sldLayout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560407C-3E15-496A-B3B3-7340221B0D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E6F25FA-538D-47EA-8F9F-766DE751A80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0D1900A-E984-49EC-BACF-28A8F69B77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B20AC5E-02F5-4B81-94D6-8329220345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2B957C8-3696-4BE0-8406-91827D224B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04B91E3-2D92-4A88-98BC-4AB9BC8CD6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CBA8E2C-59B2-45BB-A383-EA611BE3CED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73A8D33-EC78-4B59-83F6-7C999599D38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43A6E5F-A9B6-428E-817C-BB836A77BF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54E19B6-2514-4033-B77A-AD27CF449A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lizhaojunCoverMaster.xml.rels><?xml version='1.0' encoding='utf-8' standalone='yes'?>
<Relationships xmlns="http://schemas.openxmlformats.org/package/2006/relationships"><Relationship Type="http://schemas.openxmlformats.org/officeDocument/2006/relationships/theme" Target="/ppt/theme/lizhaojunCoverTheme.xml" Id="R8f1515c6e24a4140"/><Relationship Id="rIdCoverLayout" Type="http://schemas.openxmlformats.org/officeDocument/2006/relationships/slideLayout" Target="/ppt/slideLayouts/lizhaojunCoverLayout.xml"/><Relationship Id="rIdCoverBackground" Type="http://schemas.openxmlformats.org/officeDocument/2006/relationships/image" Target="/ppt/media/linux-chip-cover.png"/></Relationships>
</file>

<file path=ppt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/ppt/slideMasters/theme/theme2.xml" Id="R8f1515c6e24a4140"/><Relationship Type="http://schemas.openxmlformats.org/officeDocument/2006/relationships/slideLayout" Target="/ppt/slideLayouts/slideLayout1.xml" Id="R9f5c137d6cde44cc"/><Relationship Type="http://schemas.openxmlformats.org/officeDocument/2006/relationships/slideLayout" Target="/ppt/slideLayouts/slideLayout2.xml" Id="R0a6c41d7edb34871"/><Relationship Type="http://schemas.openxmlformats.org/officeDocument/2006/relationships/slideLayout" Target="/ppt/slideLayouts/slideLayout3.xml" Id="Rb24b2a4f96a04d75"/><Relationship Type="http://schemas.openxmlformats.org/officeDocument/2006/relationships/slideLayout" Target="/ppt/slideLayouts/slideLayout4.xml" Id="R63a8dcb719254a1c"/><Relationship Type="http://schemas.openxmlformats.org/officeDocument/2006/relationships/slideLayout" Target="/ppt/slideLayouts/slideLayout5.xml" Id="Re875f736abba411e"/><Relationship Type="http://schemas.openxmlformats.org/officeDocument/2006/relationships/slideLayout" Target="/ppt/slideLayouts/slideLayout6.xml" Id="R74a8dc3ab33148dc"/></Relationships>
</file>

<file path=ppt/slideMasters/lizhaojunCoverMaster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图片 4"/>
          <p:cNvPicPr>
            <a:picLocks noChangeAspect="1"/>
          </p:cNvPicPr>
          <p:nvPr/>
        </p:nvPicPr>
        <p:blipFill>
          <a:blip r:embed="rIdCoverBackground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ns1="http://schemas.openxmlformats.org/officeDocument/2006/relationships" id="2147483676" ns1:id="rIdCoverLayout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5c137d6cde44cc"/>
    <p:sldLayoutId xmlns:r="http://schemas.openxmlformats.org/officeDocument/2006/relationships" id="2147483650" r:id="R0a6c41d7edb34871"/>
    <p:sldLayoutId xmlns:r="http://schemas.openxmlformats.org/officeDocument/2006/relationships" id="2147483651" r:id="Rb24b2a4f96a04d75"/>
    <p:sldLayoutId xmlns:r="http://schemas.openxmlformats.org/officeDocument/2006/relationships" id="2147483652" r:id="R63a8dcb719254a1c"/>
    <p:sldLayoutId xmlns:r="http://schemas.openxmlformats.org/officeDocument/2006/relationships" id="2147483653" r:id="Re875f736abba411e"/>
    <p:sldLayoutId xmlns:r="http://schemas.openxmlformats.org/officeDocument/2006/relationships" id="2147483654" r:id="R74a8dc3ab33148d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beginner_slide1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814606f535e7478c"/><Relationship Type="http://schemas.openxmlformats.org/officeDocument/2006/relationships/image" Target="../beginner/media/image.png" Id="R242f74e969a2461f"/><Relationship Type="http://schemas.openxmlformats.org/officeDocument/2006/relationships/notesSlide" Target="../beginner/notesSlides/notesSlide1.xml" Id="R7703724fd94440d7"/></Relationships>
</file>

<file path=ppt/slides/_rels/beginner_slide2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8779d8065acd469a"/><Relationship Type="http://schemas.openxmlformats.org/officeDocument/2006/relationships/notesSlide" Target="../beginner/notesSlides/notesSlide2.xml" Id="R0e832c0e2e374cf9"/></Relationships>
</file>

<file path=ppt/slides/_rels/beginner_slide3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eced904b4ab540f9"/><Relationship Type="http://schemas.openxmlformats.org/officeDocument/2006/relationships/notesSlide" Target="../beginner/notesSlides/notesSlide3.xml" Id="R125e481cf4c04ef9"/><Relationship Id="rIdCommandText" Type="http://schemas.openxmlformats.org/officeDocument/2006/relationships/hyperlink" Target="../commands/P001_Linux/1.1-01.txt" TargetMode="External"/></Relationships>
</file>

<file path=ppt/slides/_rels/beginner_slide4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5b1e382792e44ad9"/><Relationship Type="http://schemas.openxmlformats.org/officeDocument/2006/relationships/notesSlide" Target="../beginner/notesSlides/notesSlide4.xml" Id="R70916f3d629c4f58"/><Relationship Id="rIdCommandText" Type="http://schemas.openxmlformats.org/officeDocument/2006/relationships/hyperlink" Target="../commands/P001_Linux/1.2.1-01.txt" TargetMode="External"/></Relationships>
</file>

<file path=ppt/slides/_rels/beginner_slide5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d7f3225594c8444b"/><Relationship Type="http://schemas.openxmlformats.org/officeDocument/2006/relationships/notesSlide" Target="../beginner/notesSlides/notesSlide5.xml" Id="Ra16f91c434ed4c7c"/><Relationship Id="rIdCommandText" Type="http://schemas.openxmlformats.org/officeDocument/2006/relationships/hyperlink" Target="../commands/P001_Linux/1.2.2-01.txt" TargetMode="External"/></Relationships>
</file>

<file path=ppt/slides/_rels/beginner_slide6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445c1e16694d4bb4"/><Relationship Type="http://schemas.openxmlformats.org/officeDocument/2006/relationships/notesSlide" Target="../beginner/notesSlides/notesSlide6.xml" Id="R6f497c8c73814141"/><Relationship Id="rIdCommandText" Type="http://schemas.openxmlformats.org/officeDocument/2006/relationships/hyperlink" Target="../commands/P001_Linux/1.2.2-02.txt" TargetMode="External"/></Relationships>
</file>

<file path=ppt/slides/_rels/beginner_slide7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532baebda3ec40e9"/><Relationship Type="http://schemas.openxmlformats.org/officeDocument/2006/relationships/notesSlide" Target="../beginner/notesSlides/notesSlide7.xml" Id="R27b037d53b564523"/></Relationships>
</file>

<file path=ppt/slides/_rels/beginner_slide8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c6fc95ea06364f47"/><Relationship Type="http://schemas.openxmlformats.org/officeDocument/2006/relationships/notesSlide" Target="../beginner/notesSlides/notesSlide8.xml" Id="R50a06c1c2ab3483a"/><Relationship Id="rIdCommandText" Type="http://schemas.openxmlformats.org/officeDocument/2006/relationships/hyperlink" Target="../commands/P001_Linux/1.2.3-01.txt" TargetMode="External"/></Relationships>
</file>

<file path=ppt/slides/_rels/beginner_slide9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7b0ca0f57ed94733"/><Relationship Type="http://schemas.openxmlformats.org/officeDocument/2006/relationships/notesSlide" Target="../beginner/notesSlides/notesSlide9.xml" Id="Rfc2ce6b313334e6a"/><Relationship Id="rIdCommandText" Type="http://schemas.openxmlformats.org/officeDocument/2006/relationships/hyperlink" Target="../commands/P001_Linux/1.2.3-02.txt" TargetMode="External"/></Relationships>
</file>

<file path=ppt/slides/_rels/beginner_slide10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858267e61d974212"/><Relationship Type="http://schemas.openxmlformats.org/officeDocument/2006/relationships/notesSlide" Target="../beginner/notesSlides/notesSlide10.xml" Id="R04ed4aabc33e45ca"/><Relationship Id="rIdCommandText" Type="http://schemas.openxmlformats.org/officeDocument/2006/relationships/hyperlink" Target="../commands/P001_Linux/1.2.3-03.txt" TargetMode="External"/></Relationships>
</file>

<file path=ppt/slides/_rels/beginner_slide11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bf0e5ad29b7f4b2e"/><Relationship Type="http://schemas.openxmlformats.org/officeDocument/2006/relationships/notesSlide" Target="../beginner/notesSlides/notesSlide11.xml" Id="Rfd06f7657da745bb"/><Relationship Id="rIdCommandText" Type="http://schemas.openxmlformats.org/officeDocument/2006/relationships/hyperlink" Target="../commands/P001_Linux/1.3-01.txt" TargetMode="External"/></Relationships>
</file>

<file path=ppt/slides/_rels/beginner_slide12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9e60cd6d07a448ba"/><Relationship Type="http://schemas.openxmlformats.org/officeDocument/2006/relationships/notesSlide" Target="../beginner/notesSlides/notesSlide12.xml" Id="Rdb21baa7616949a0"/></Relationships>
</file>

<file path=ppt/slides/_rels/beginner_slide13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7f2fd612d1b74c73"/><Relationship Type="http://schemas.openxmlformats.org/officeDocument/2006/relationships/notesSlide" Target="../beginner/notesSlides/notesSlide13.xml" Id="R8d5c76ddf398400c"/><Relationship Id="rIdCommandText" Type="http://schemas.openxmlformats.org/officeDocument/2006/relationships/hyperlink" Target="../commands/P001_Linux/1.4-01.txt" TargetMode="External"/></Relationships>
</file>

<file path=ppt/slides/_rels/beginner_slide14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c7003139c74a48c3"/><Relationship Type="http://schemas.openxmlformats.org/officeDocument/2006/relationships/notesSlide" Target="../beginner/notesSlides/notesSlide14.xml" Id="Rcab3d06f7d9645a6"/><Relationship Id="rIdCommandText" Type="http://schemas.openxmlformats.org/officeDocument/2006/relationships/hyperlink" Target="../commands/P001_Linux/1.4-02.txt" TargetMode="External"/></Relationships>
</file>

<file path=ppt/slides/_rels/beginner_slide15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63b8803a16884655"/><Relationship Type="http://schemas.openxmlformats.org/officeDocument/2006/relationships/notesSlide" Target="../beginner/notesSlides/notesSlide15.xml" Id="R59097c2ed5224efa"/></Relationships>
</file>

<file path=ppt/slides/_rels/beginner_slide16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7ea8a0514e334bc7"/><Relationship Type="http://schemas.openxmlformats.org/officeDocument/2006/relationships/notesSlide" Target="../beginner/notesSlides/notesSlide16.xml" Id="R09273c0246914b21"/><Relationship Id="rIdCommandText" Type="http://schemas.openxmlformats.org/officeDocument/2006/relationships/hyperlink" Target="../commands/P001_Linux/1.5-01.txt" TargetMode="External"/></Relationships>
</file>

<file path=ppt/slides/_rels/beginner_slide17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399a4b00c6af4037"/><Relationship Type="http://schemas.openxmlformats.org/officeDocument/2006/relationships/notesSlide" Target="../beginner/notesSlides/notesSlide17.xml" Id="Rf788484cb24a4793"/></Relationships>
</file>

<file path=ppt/slides/_rels/beginner_slide18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fb6c488f540b4057"/><Relationship Type="http://schemas.openxmlformats.org/officeDocument/2006/relationships/notesSlide" Target="../beginner/notesSlides/notesSlide18.xml" Id="Rde909c26c2304b8e"/><Relationship Id="rIdCommandText" Type="http://schemas.openxmlformats.org/officeDocument/2006/relationships/hyperlink" Target="../commands/P001_Linux/1.5-02.txt" TargetMode="External"/></Relationships>
</file>

<file path=ppt/slides/_rels/beginner_slide19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b3eaa81cf25a4a74"/><Relationship Type="http://schemas.openxmlformats.org/officeDocument/2006/relationships/notesSlide" Target="../beginner/notesSlides/notesSlide19.xml" Id="R6b8eea39fa584bf8"/><Relationship Id="rIdCommandText" Type="http://schemas.openxmlformats.org/officeDocument/2006/relationships/hyperlink" Target="../commands/P001_Linux/1.6-01.txt" TargetMode="External"/></Relationships>
</file>

<file path=ppt/slides/_rels/pythonentry_slide1.xml.rels><?xml version='1.0' encoding='utf-8' standalone='yes'?>
<Relationships xmlns="http://schemas.openxmlformats.org/package/2006/relationships"><Relationship Type="http://schemas.openxmlformats.org/officeDocument/2006/relationships/slideLayout" Target="../pythonentry/slideLayouts/slideLayout6.xml" Id="R8176975fe00a4366"/><Relationship Type="http://schemas.openxmlformats.org/officeDocument/2006/relationships/notesSlide" Target="../pythonentry/notesSlides/notesSlide1.xml" Id="R931a0dcfd81c41f4"/></Relationships>
</file>

<file path=ppt/slides/_rels/pythonentry_slide2.xml.rels><?xml version='1.0' encoding='utf-8' standalone='yes'?>
<Relationships xmlns="http://schemas.openxmlformats.org/package/2006/relationships"><Relationship Type="http://schemas.openxmlformats.org/officeDocument/2006/relationships/slideLayout" Target="../pythonentry/slideLayouts/slideLayout6.xml" Id="R50ebc700d01f4b52"/><Relationship Type="http://schemas.openxmlformats.org/officeDocument/2006/relationships/notesSlide" Target="../pythonentry/notesSlides/notesSlide2.xml" Id="R3ce4d1d979ef4ea3"/></Relationships>
</file>

<file path=ppt/slides/_rels/pythonentry_slide3.xml.rels><?xml version='1.0' encoding='utf-8' standalone='yes'?>
<Relationships xmlns="http://schemas.openxmlformats.org/package/2006/relationships"><Relationship Type="http://schemas.openxmlformats.org/officeDocument/2006/relationships/slideLayout" Target="../pythonentry/slideLayouts/slideLayout6.xml" Id="R40c7876c36144206"/><Relationship Type="http://schemas.openxmlformats.org/officeDocument/2006/relationships/notesSlide" Target="../pythonentry/notesSlides/notesSlide3.xml" Id="R2d53e0cc72a641e8"/><Relationship Id="rIdCommandText" Type="http://schemas.openxmlformats.org/officeDocument/2006/relationships/hyperlink" Target="../commands/P001_Linux/1.2.3-02.txt" TargetMode="External"/></Relationships>
</file>

<file path=ppt/slides/_rels/pythonentry_slide4.xml.rels><?xml version='1.0' encoding='utf-8' standalone='yes'?>
<Relationships xmlns="http://schemas.openxmlformats.org/package/2006/relationships"><Relationship Type="http://schemas.openxmlformats.org/officeDocument/2006/relationships/slideLayout" Target="../pythonentry/slideLayouts/slideLayout6.xml" Id="R1c9ee68584a34947"/><Relationship Type="http://schemas.openxmlformats.org/officeDocument/2006/relationships/notesSlide" Target="../pythonentry/notesSlides/notesSlide4.xml" Id="R4f43d7caf7ae44bb"/><Relationship Id="rIdCommandText" Type="http://schemas.openxmlformats.org/officeDocument/2006/relationships/hyperlink" Target="../commands/P001_Linux/1.2.3-03.txt" TargetMode="External"/></Relationships>
</file>

<file path=ppt/slides/_rels/pythonentry_slide5.xml.rels><?xml version='1.0' encoding='utf-8' standalone='yes'?>
<Relationships xmlns="http://schemas.openxmlformats.org/package/2006/relationships"><Relationship Type="http://schemas.openxmlformats.org/officeDocument/2006/relationships/slideLayout" Target="../pythonentry/slideLayouts/slideLayout6.xml" Id="R7c9a339f670345ac"/><Relationship Type="http://schemas.openxmlformats.org/officeDocument/2006/relationships/notesSlide" Target="../pythonentry/notesSlides/notesSlide5.xml" Id="R2b97c8ac1152431d"/><Relationship Id="rIdCommandText" Type="http://schemas.openxmlformats.org/officeDocument/2006/relationships/hyperlink" Target="../commands/P001_Linux/1.3-01.txt" TargetMode="External"/></Relationships>
</file>

<file path=ppt/slides/_rels/sdkscope_slide1.xml.rels><?xml version='1.0' encoding='utf-8' standalone='yes'?>
<Relationships xmlns="http://schemas.openxmlformats.org/package/2006/relationships"><Relationship Type="http://schemas.openxmlformats.org/officeDocument/2006/relationships/slideLayout" Target="../sdkscope/slideLayouts/slideLayout6.xml" Id="Rd03a3498f10e4997"/><Relationship Type="http://schemas.openxmlformats.org/officeDocument/2006/relationships/notesSlide" Target="../sdkscope/notesSlides/notesSlide1.xml" Id="R189d077407b34afb"/></Relationships>
</file>

<file path=ppt/slides/_rels/sdkscope_slide2.xml.rels><?xml version='1.0' encoding='utf-8' standalone='yes'?>
<Relationships xmlns="http://schemas.openxmlformats.org/package/2006/relationships"><Relationship Type="http://schemas.openxmlformats.org/officeDocument/2006/relationships/slideLayout" Target="../sdkscope/slideLayouts/slideLayout6.xml" Id="R9570095c979642cb"/><Relationship Type="http://schemas.openxmlformats.org/officeDocument/2006/relationships/notesSlide" Target="../sdkscope/notesSlides/notesSlide2.xml" Id="R54dd9ed339984ad3"/><Relationship Id="rIdCommandText" Type="http://schemas.openxmlformats.org/officeDocument/2006/relationships/hyperlink" Target="../commands/P001_Linux/1.5-02.txt" TargetMode="External"/></Relationships>
</file>

<file path=ppt/slides/_rels/sdkscope_slide3.xml.rels><?xml version='1.0' encoding='utf-8' standalone='yes'?>
<Relationships xmlns="http://schemas.openxmlformats.org/package/2006/relationships"><Relationship Type="http://schemas.openxmlformats.org/officeDocument/2006/relationships/slideLayout" Target="../sdkscope/slideLayouts/slideLayout6.xml" Id="R3b37dc34ee2d4e49"/><Relationship Type="http://schemas.openxmlformats.org/officeDocument/2006/relationships/image" Target="../sdkscope/media/image.png" Id="Rcbb4fcced4ba48d0"/><Relationship Type="http://schemas.openxmlformats.org/officeDocument/2006/relationships/notesSlide" Target="../sdkscope/notesSlides/notesSlide3.xml" Id="R0c10b6f4eafb4edc"/></Relationships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lizhaojunCoverLayout.xml" Id="R32e6fa32c9484760"/><Relationship Type="http://schemas.openxmlformats.org/officeDocument/2006/relationships/notesSlide" Target="/ppt/notesSlides/notesSlide1.xml" Id="R2ba7bdd989964e35"/><Relationship Id="rIdLinuxChipCover" Type="http://schemas.openxmlformats.org/officeDocument/2006/relationships/image" Target="../media/linux-chip-cover.png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3e63f0f049c94cfa"/><Relationship Type="http://schemas.openxmlformats.org/officeDocument/2006/relationships/image" Target="/ppt/media/image.png" Id="Rec9ee660f4e746d2"/><Relationship Type="http://schemas.openxmlformats.org/officeDocument/2006/relationships/notesSlide" Target="/ppt/notesSlides/notesSlide2.xml" Id="R94fa695461a14985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64c30ee7f28e4f7f"/><Relationship Type="http://schemas.openxmlformats.org/officeDocument/2006/relationships/notesSlide" Target="/ppt/notesSlides/notesSlide3.xml" Id="R1333e2c763324b6e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8015d9186f8e4651"/><Relationship Type="http://schemas.openxmlformats.org/officeDocument/2006/relationships/notesSlide" Target="/ppt/notesSlides/notesSlide4.xml" Id="Rb54cea3385014f81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439e89a42f424bc2"/><Relationship Type="http://schemas.openxmlformats.org/officeDocument/2006/relationships/notesSlide" Target="/ppt/notesSlides/notesSlide5.xml" Id="R7c1fdf3a9ccf4a54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c27e53bf6ae942b8"/><Relationship Type="http://schemas.openxmlformats.org/officeDocument/2006/relationships/notesSlide" Target="/ppt/notesSlides/notesSlide6.xml" Id="Rd1b6382d1d404070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747ad7b030b3428a"/><Relationship Type="http://schemas.openxmlformats.org/officeDocument/2006/relationships/notesSlide" Target="/ppt/notesSlides/notesSlide7.xml" Id="R944bbcdcfc144cf3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8d81a60a178f4d9b"/><Relationship Type="http://schemas.openxmlformats.org/officeDocument/2006/relationships/notesSlide" Target="/ppt/notesSlides/notesSlide8.xml" Id="R953a29ba2b5446b0"/></Relationships>
</file>

<file path=ppt/slides/_rels/slide9.xml.rels><?xml version='1.0' encoding='utf-8' standalone='yes'?>
<Relationships xmlns="http://schemas.openxmlformats.org/package/2006/relationships"><Relationship Id="R3e93cb3f192042d4" Type="http://schemas.openxmlformats.org/officeDocument/2006/relationships/slideLayout" Target="../slideLayouts/slideLayout6.xml"/><Relationship Id="Recc8bb718a5c432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d06cc9044dee42b7" Type="http://schemas.openxmlformats.org/officeDocument/2006/relationships/slideLayout" Target="../slideLayouts/slideLayout6.xml"/><Relationship Id="R78c1fcfcaa8d420c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52a0be59a1aa4c00" Type="http://schemas.openxmlformats.org/officeDocument/2006/relationships/slideLayout" Target="../slideLayouts/slideLayout6.xml"/><Relationship Id="R137bf16b0e294530" Type="http://schemas.openxmlformats.org/officeDocument/2006/relationships/notesSlide" Target="../notesSlides/notesSlide11.xml"/></Relationships>
</file>

<file path=ppt/slides/beginner_slide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DCAC531B-5D09-4B86-A414-027125E8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Ubuntu 22.04 的完整准备路线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E0D8D62-A8EB-4423-8C73-6E0BF45FB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本章只准备环境，编译仍由 P011 解释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CB335D3-7FB8-4D81-91D9-A0CF8FEDD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2505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系统仍为 Ubuntu 22.04。源码要求的工具版本较新时，补工具即可。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apt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装主机依赖；官方 Python 源码构建独立解释器。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建工作区、取模块；SDK 提供目标编译工具。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CC2ACE-E578-47E4-A88B-8D9239E252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2f74e969a2461f"/>
          <a:stretch xmlns:a="http://schemas.openxmlformats.org/drawingml/2006/main"/>
        </p:blipFill>
        <p:spPr>
          <a:xfrm xmlns:a="http://schemas.openxmlformats.org/drawingml/2006/main">
            <a:off x="2516188" y="4810125"/>
            <a:ext cx="7159625" cy="1047750"/>
          </a:xfrm>
          <a:prstGeom xmlns:a="http://schemas.openxmlformats.org/drawingml/2006/main" prst="rect">
            <a:avLst/>
          </a:prstGeom>
        </p:spPr>
      </p:pic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DA64D4F-D5A5-499D-9F28-280778CE8D3B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</a:p>
        </p:txBody>
      </p:sp>
      <p:sp>
        <p:nvSpPr>
          <p:cNvPr id="10" name="Semantic color legend">
            <a:extLst xmlns:a="http://schemas.openxmlformats.org/drawingml/2006/main">
              <a:ext uri="{FF2B5EF4-FFF2-40B4-BE49-F238E27FC236}">
                <a16:creationId xmlns:a16="http://schemas.microsoft.com/office/drawing/2014/main" id="{39154CEE-9E0E-4815-8A42-342F4998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t>阅读标色： </a:t>
            </a:r>
            <a:r>
              <a:rPr>
                <a:solidFill>
                  <a:srgbClr val="B84E00"/>
                </a:solidFill>
              </a:rPr>
              <a:t>变量 / 参数</a:t>
            </a:r>
            <a:r>
              <a:t>     </a:t>
            </a:r>
            <a:r>
              <a:rPr>
                <a:solidFill>
                  <a:srgbClr val="0070C0"/>
                </a:solidFill>
              </a:rPr>
              <a:t>文件 / 路径</a:t>
            </a:r>
            <a:r>
              <a:t>     </a:t>
            </a:r>
            <a:r>
              <a:rPr>
                <a:solidFill>
                  <a:srgbClr val="087B3D"/>
                </a:solidFill>
              </a:rPr>
              <a:t>接口函数</a:t>
            </a:r>
            <a:r>
              <a:t>     </a:t>
            </a:r>
            <a:r>
              <a:rPr>
                <a:solidFill>
                  <a:srgbClr val="A02B93"/>
                </a:solidFill>
              </a:rPr>
              <a:t>终端命令</a:t>
            </a:r>
          </a:p>
        </p:txBody>
      </p:sp>
    </p:spTree>
    <p:extLst>
      <p:ext uri="{BB962C8B-B14F-4D97-AF65-F5344CB8AC3E}">
        <p14:creationId xmlns:p14="http://schemas.microsoft.com/office/powerpoint/2010/main" val="1484995453"/>
      </p:ext>
    </p:extLst>
  </p:cSld>
</p:sld>
</file>

<file path=ppt/slides/beginner_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3193B223-9ADD-4545-9562-A49B8ECD6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文件出现的先后顺序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909BC39-219E-4921-955D-971192DB8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1.0.1 · 不把生成文件当官方原件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9C8DE3-1148-4B93-B306-94B0932BDF10}"/>
              </a:ext>
            </a:extLst>
          </p:cNvPr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75438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位置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由谁产生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/etc/os-release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Ubuntu 系统自带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kitware.list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按官方源步骤由读者创建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Python-3.12.10 / python312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官方下载归档 / make altinstall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.venv / .west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 venv / west init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 / modules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 取得的主源码与外部项目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22D07618-B2A8-44D6-B93B-406E8367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CDA8AB9-4D24-4D1C-8097-0581182E00B9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871549923"/>
      </p:ext>
    </p:extLst>
  </p:cSld>
</p:sld>
</file>

<file path=ppt/slides/beginner_slide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E5010B0B-A764-4ABD-BF70-E3BF2916C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先确认系统和电脑架构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356A620-AD37-4AAF-820F-C2FD03609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1.1_系统和官方依据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A7C204D6-C4F7-4BEF-8A7F-A7B92DC4E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终端：Linux Bash；任意目录。只读检查。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cat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/etc/os-release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uname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-m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D793DFB0-10B2-4B76-80DA-F2CFC0410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本章基线：Ubuntu 22.04 / x86_64；Arm 开发板不决定主机包架构。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DEFBEEF5-4E0F-4F1C-AB93-0B6C8EFC9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58442AC-0C64-4D89-86F1-20A3AFE48CB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1695764763"/>
      </p:ext>
    </p:extLst>
  </p:cSld>
</p:sld>
</file>

<file path=ppt/slides/beginner_slide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8472E8F7-D85F-4390-B417-C4CD64024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安装主机基础依赖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593ED50-7037-448E-B993-C2A72C50D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1.2.1_安装基础工具并检查版本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C4598FC4-279A-4505-B047-FE460798E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终端：Ubuntu 22.04 Bash；任意目录。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apt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update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apt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install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--no-install-recommends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git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cmake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ninja-build </a:t>
            </a: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gperf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\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ccache dfu-util device-tree-compiler </a:t>
            </a: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wget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python3-dev python3-venv python3-tk \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xz-utils file </a:t>
            </a: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make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gcc gcc-multilib g++-multilib libsdl2-dev libmagic1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cmake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python3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dtc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type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-a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cmake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ninja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python3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dtc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gperf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31791FB7-F369-41E6-85D2-509FA7797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这些由 Ubuntu APT 管理。版本不足时按后两步补齐，不更换系统版本。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9B1F73FC-BF03-4330-8C29-73C15B4A8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完整命令：P001_Linux/1.2.1-01.txt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23BCC72-303F-4B00-BC63-7B465D29F56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</a:p>
        </p:txBody>
      </p:sp>
    </p:spTree>
    <p:extLst>
      <p:ext uri="{BB962C8B-B14F-4D97-AF65-F5344CB8AC3E}">
        <p14:creationId xmlns:p14="http://schemas.microsoft.com/office/powerpoint/2010/main" val="796943346"/>
      </p:ext>
    </p:extLst>
  </p:cSld>
</p:sld>
</file>

<file path=ppt/slides/beginner_slide5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264D52EC-ACA6-4240-A41A-A0B66ECBC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 不足时：取得 Kitware 密钥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CB9B9205-E7B7-4F8D-95B8-1167F653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1.2.2_从 Kitware 官方 Jammy 源安装 CMake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B2DFA0F4-F271-49A5-AD2E-1517856ED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终端：Ubuntu 22.04 Bash；任意目录。只适用于 jammy。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apt-get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update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apt-get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install ca-certificates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gpg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wget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test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-f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/usr/share/doc/kitware-archive-keyring/copyright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||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wget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-O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-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https://apt.kitware.com/keys/kitware-archive-latest.asc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|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gpg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--dearmor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- |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tee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/usr/share/keyrings/kitware-archive-keyring.gpg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&gt;/dev/null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A07A710B-D86B-4131-830E-476C66185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仅 Ubuntu Jammy；密钥用于核验该软件源，不能跳过校验。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51028EDA-ED40-40CF-8DFC-C0FD00AC8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完整命令：P001_Linux/1.2.2-01.txt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B5742A7-FDCB-4328-B5E8-92EC1FCB549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</a:p>
        </p:txBody>
      </p:sp>
    </p:spTree>
    <p:extLst>
      <p:ext uri="{BB962C8B-B14F-4D97-AF65-F5344CB8AC3E}">
        <p14:creationId xmlns:p14="http://schemas.microsoft.com/office/powerpoint/2010/main" val="109475480"/>
      </p:ext>
    </p:extLst>
  </p:cSld>
</p:sld>
</file>

<file path=ppt/slides/beginner_slide6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B050CA53-896C-44FD-BE94-2BB62BEE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添加 Jammy 源并安装 CMake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C940650-4E40-478E-911D-215D55339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1.2.2_从 Kitware 官方 Jammy 源安装 CMake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23991FD1-2449-4163-AAE0-0EE6EFE69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signed-by 将软件源绑定到上一页的密钥文件，jammy 对应 Ubuntu 22.04。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kitware.list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是新建源配置；先刷新索引，再用正式 keyring 包接管临时密钥。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最后安装 CMake，并用 </a:t>
            </a:r>
            <a:r>
              <a:rPr sz="21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apt-cache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policy 核对包来源。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打开下方“完整命令”，复制本操作单元。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文件已含目录/终端注释；按正文先检查前提，再粘贴执行。</a:t>
            </a:r>
          </a:p>
        </p:txBody>
      </p:sp>
      <p:sp>
        <p:nvSpPr>
          <p:cNvPr id="4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2BC8A2C2-7ABD-401A-9130-B1D248DEA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完整命令：P001_Linux/1.2.2-02.txt</a:t>
            </a:r>
          </a:p>
        </p:txBody>
      </p:sp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CD1BE79-C88E-44F5-9C2B-647CEAB4DB8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</a:p>
        </p:txBody>
      </p:sp>
    </p:spTree>
    <p:extLst>
      <p:ext uri="{BB962C8B-B14F-4D97-AF65-F5344CB8AC3E}">
        <p14:creationId xmlns:p14="http://schemas.microsoft.com/office/powerpoint/2010/main" val="368502393"/>
      </p:ext>
    </p:extLst>
  </p:cSld>
</p:sld>
</file>

<file path=ppt/slides/beginner_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F0CBF02A-C0E1-41D8-86DC-625D1DA86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先在 Python 官网选 Linux 源码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8F7B49C1-7948-49B4-9DCE-267B14E51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1.2.3 · 浏览器下载依据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EF0E4B0-665A-432A-9C09-61A01EE6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打开 Python 3.12.10 发行页，在 Files 中选择 Gzipped source tarball。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Ubuntu 不使用 Windows 的 amd64.exe。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源码包需要编译；下一页的开发包让 SSL、压缩和 ctypes 等模块可用。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python312 是教程选择的用户安装目录，不替换 /usr/bin/python3。</a:t>
            </a:r>
          </a:p>
        </p:txBody>
      </p:sp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68A88454-174A-41A8-B63B-4235A4F56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E4FCC08-B3BC-45F9-9047-5ED3530FFDD8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</a:p>
        </p:txBody>
      </p:sp>
    </p:spTree>
    <p:extLst>
      <p:ext uri="{BB962C8B-B14F-4D97-AF65-F5344CB8AC3E}">
        <p14:creationId xmlns:p14="http://schemas.microsoft.com/office/powerpoint/2010/main" val="388494344"/>
      </p:ext>
    </p:extLst>
  </p:cSld>
</p:sld>
</file>

<file path=ppt/slides/beginner_slide8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4DA68546-D4E0-46B8-BB52-0715072C4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安装构建 Python 所需的开发库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AE6C128-DBE9-4154-97F3-8E18B431F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1.2.3_从 Python 官方源码安装 3.12.10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07FE45ED-798A-48F0-A5A3-3FEADC538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终端：Ubuntu 22.04 Bash；任意目录。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apt-get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install build-essential pkg-config libssl-dev zlib1g-dev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libbz2-dev libreadline-dev libsqlite3-dev libffi-dev liblzma-dev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libgdbm-dev libgdbm-compat-dev libncurses-dev tk-dev uuid-dev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27825996-35E4-4E88-BC84-7A6B835F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仅有 gcc 不足以得到可用的 HTTPS/pip 环境。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BDC2D4D7-450D-4E73-8DCA-A9AD7BBA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完整命令：P001_Linux/1.2.3-01.txt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31844F6-DE1D-4CF0-B123-971D6D89A6E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793641050"/>
      </p:ext>
    </p:extLst>
  </p:cSld>
</p:sld>
</file>

<file path=ppt/slides/beginner_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C4A29504-EF0F-4362-A2B0-194660FC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取得源码，编译并安装 Python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E272FFB-32B0-42A2-82F7-8166D88E0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1.2.3_从 Python 官方源码安装 3.12.10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665E9DF9-2EC5-4AF0-AF42-494E1FC36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终端：Ubuntu 22.04 Bash；先进入 Python 下载目录。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mkdir -p ~/zephyr-tools/src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~/zephyr-tools/src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wget https://www.python.org/ftp/python/3.12.10/Python-3.12.10.tgz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tar -xzf Python-3.12.10.tgz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Python-3.12.10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./configure --prefix="$HOME/.local/opt/python312" --with-ensurepip=install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make -j2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make altinstall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659046F6-29A7-48E6-B115-CC85BBCDE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每一步成功后继续。解压产生源码目录，make altinstall 产生安装目录。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9E76F713-1F84-42A3-B3E5-C5AD72A06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完整命令：P001_Linux/1.2.3-02.txt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D0DF023D-5CDD-4D3E-9A3A-8691BAC4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83D42D3-4D41-460C-9B03-823D09391651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</a:p>
        </p:txBody>
      </p:sp>
    </p:spTree>
    <p:extLst>
      <p:ext uri="{BB962C8B-B14F-4D97-AF65-F5344CB8AC3E}">
        <p14:creationId xmlns:p14="http://schemas.microsoft.com/office/powerpoint/2010/main" val="349842777"/>
      </p:ext>
    </p:extLst>
  </p:cSld>
</p:sld>
</file>

<file path=ppt/slides/beginner_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77EEE30D-9439-483C-B5FF-4FCD4560A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确认解释器与标准库都可用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0A3D7E0-FA11-4CBF-A178-54A55D48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1.2.3_从 Python 官方源码安装 3.12.10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3EDA1E3B-67FB-453B-B39B-2486AF447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终端：Ubuntu 22.04 Bash；任意目录。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解释器位置来自本节 --prefix，用它检查版本和必要模块。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~/.local/opt/python312/bin/python3.12 --version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~/.local/opt/python312/bin/python3.12 -c \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'import ssl, sqlite3, bz2, lzma, ctypes, venv; print(ssl.OPENSSL_VERSION)'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~/.local/opt/python312/bin/python3.12 -m pip --version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3484AD0B-7C7B-4610-AF57-989FA76E7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应显示 3.12.10 且导入无异常。系统 python3 仍为 3.10 可以正常共存。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312E7742-4108-4670-BED3-583FFDEF5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完整命令：P001_Linux/1.2.3-03.txt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E69CE90C-D0F0-42C6-A5D7-9F3F5328D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239170-2D5B-4537-9D85-7001145FD95D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</a:p>
        </p:txBody>
      </p:sp>
    </p:spTree>
    <p:extLst>
      <p:ext uri="{BB962C8B-B14F-4D97-AF65-F5344CB8AC3E}">
        <p14:creationId xmlns:p14="http://schemas.microsoft.com/office/powerpoint/2010/main" val="522260553"/>
      </p:ext>
    </p:extLst>
  </p:cSld>
</p:sld>
</file>

<file path=ppt/slides/beginner_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B5C00514-3CB9-4B11-A625-6FB0E0030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创建工作区专用 venv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CE5FD79-D8EC-489A-9245-F64D32093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1.3_创建 Linux 虚拟环境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17E9F6B4-E78D-47C9-B3DB-69F777DDD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终端：Linux Bash；任意目录。路径沿用官方示例。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使用 1.2.3 安装的解释器，创建 Zephyr 工作区的独立环境。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~/.local/opt/python312/bin/python3.12 -m venv ~/zephyrproject/.venv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source ~/zephyrproject/.venv/bin/activate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--version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-c 'import sys; print(sys.executable); print(sys.platform)'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-m pip install west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west --version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236C5284-4675-4580-B9E9-6ECC901E6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venv 由指定的 3.12 解释器创建；activate 只改变当前终端的查找顺序。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BCCF37E4-35C4-4839-9327-35269EBF6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完整命令：P001_Linux/1.3-01.txt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251D90D6-5ACD-4E26-9413-7C7121AF7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D1EDEE6-1952-4E4F-A1CC-C4C8DE682EF6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</a:p>
        </p:txBody>
      </p:sp>
    </p:spTree>
    <p:extLst>
      <p:ext uri="{BB962C8B-B14F-4D97-AF65-F5344CB8AC3E}">
        <p14:creationId xmlns:p14="http://schemas.microsoft.com/office/powerpoint/2010/main" val="1771619779"/>
      </p:ext>
    </p:extLst>
  </p:cSld>
</p:sld>
</file>

<file path=ppt/slides/beginner_slide1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02BC212A-16C5-43C0-AC45-6E512F171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工作区和源码根不是一层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5A5265D-FD7D-4C29-96C0-3FC630CD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1.4 · 官方工作区布局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BCAA6C83-F999-45B1-B7F8-02091CB30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~/zephyrproject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是工作区根，里面有 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.west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.venv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、zephyr 与 modules。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~/zephyrproject/zephyr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才是含 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VERSION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、boards、samples 的主源码。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init 建立管理目录并获取主仓库；</a:t>
            </a:r>
            <a:r>
              <a:rPr sz="21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update 按清单取得外部项目。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已有工作区只恢复环境，不反复 init。</a:t>
            </a:r>
          </a:p>
        </p:txBody>
      </p:sp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E3D7A61-4C4E-4E07-A019-45C32A607E2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</a:p>
        </p:txBody>
      </p:sp>
    </p:spTree>
    <p:extLst>
      <p:ext uri="{BB962C8B-B14F-4D97-AF65-F5344CB8AC3E}">
        <p14:creationId xmlns:p14="http://schemas.microsoft.com/office/powerpoint/2010/main" val="2109184277"/>
      </p:ext>
    </p:extLst>
  </p:cSld>
</p:sld>
</file>

<file path=ppt/slides/beginner_slide1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E5962201-A6E8-4DCB-924E-B43AA9467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取得官方源码及其配套模块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73492093-75DF-448A-AB9A-6C445B328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1.4_取得官方源码和模块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E6E2DF4E-6D93-4EAC-9B38-67FC0C4B5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83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终端：Linux Bash；上一步 .venv 已激活。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west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init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-m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https://github.com/zephyrproject-rtos/zephyr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~/zephyrproject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cd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~/zephyrproject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west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update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cd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zephyr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git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rev-parse HEAD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cat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VERSION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cat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SDK_VERSION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9084B489-5C2D-4AD3-B368-F03F41D8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下载后记录实际提交，再用该源码的安装指南复查工具要求。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216A476B-8B79-4BB5-98DA-A8CC30BE6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完整命令：P001_Linux/1.4-01.txt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AF73962-4BC3-4613-8294-1F66C06DAB5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</a:p>
        </p:txBody>
      </p:sp>
    </p:spTree>
    <p:extLst>
      <p:ext uri="{BB962C8B-B14F-4D97-AF65-F5344CB8AC3E}">
        <p14:creationId xmlns:p14="http://schemas.microsoft.com/office/powerpoint/2010/main" val="1378654603"/>
      </p:ext>
    </p:extLst>
  </p:cSld>
</p:sld>
</file>

<file path=ppt/slides/beginner_slide1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90C9706C-D7DD-4C0E-9BE0-865C93BB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检查 CMSIS 是从哪里来的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79D40BD-3CD5-47BE-A31F-2A3EC9955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1.4_取得官方源码和模块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B1035E9F-5B15-456C-9F15-CF2190317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Ubuntu 22.04 Bash；1.4 的 west init/update 已完成，venv 已激活。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cd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~/zephyrproject/zephyr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west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topdir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west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list cmsis_6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-f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'{url} {revision} {abspath}'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cat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../modules/hal/cmsis_6/zephyr/module.yml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B887794-35F3-455E-AABF-31C9A71DF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打开输出 URL 的固定 revision 网页，查看 Code → Download ZIP；</a:t>
            </a:r>
            <a:r>
              <a:rPr sz="18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west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已下载则不重复覆盖。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47073865-33EB-4C78-9B63-2D74F262E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完整命令：P001_Linux/1.4-02.txt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0AD0635-345D-4D55-9C10-C3F382ACBE3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</a:p>
        </p:txBody>
      </p:sp>
    </p:spTree>
    <p:extLst>
      <p:ext uri="{BB962C8B-B14F-4D97-AF65-F5344CB8AC3E}">
        <p14:creationId xmlns:p14="http://schemas.microsoft.com/office/powerpoint/2010/main" val="808799294"/>
      </p:ext>
    </p:extLst>
  </p:cSld>
</p:sld>
</file>

<file path=ppt/slides/beginner_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D5A331C8-3F8E-4E62-8F3D-83B0CF5DD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安装和工程发现分开看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B5A139D-EA46-490D-AD4A-27643FFA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 · SDK / 工具链 / 包登记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0D8A1F68-CF12-4D39-9258-7EED6D585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GNU 包预带多种目标工具链；Minimal 需再装所需目标。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HC32 与 AN386 使用 arm-zephyr-eabi，不是 AArch64。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安装取得工具；setup 的登记帮助 CMake 找到 SDK。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zephyr-export 登记的是 Zephyr 源码包，不能替代 SDK 安装。</a:t>
            </a:r>
          </a:p>
        </p:txBody>
      </p:sp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DD97AB24-018E-4011-94C0-58DBA6F67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26089B7-8C35-4A3F-807B-B0B7D0C26619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</a:p>
        </p:txBody>
      </p:sp>
    </p:spTree>
    <p:extLst>
      <p:ext uri="{BB962C8B-B14F-4D97-AF65-F5344CB8AC3E}">
        <p14:creationId xmlns:p14="http://schemas.microsoft.com/office/powerpoint/2010/main" val="429184502"/>
      </p:ext>
    </p:extLst>
  </p:cSld>
</p:sld>
</file>

<file path=ppt/slides/beginner_slide16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B4ABC55E-CC12-49E1-A143-6A4AF20BF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使用当前源码提供的 SDK 安装命令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1FC84EEA-2C73-4789-B27F-68C33F9C3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1.5_安装源码要求的 Python 包和 SDK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C45007E9-E05A-4AAF-A021-033C9DD44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终端：Linux Bash；位置：~/zephyrproject/zephyr；.venv 已激活。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west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packages pip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--install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west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zephyr-export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west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sdk install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--help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west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sdk install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--gnu-toolchains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arm-zephyr-eabi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2F02277-F7E5-46C6-878C-3E3599A4A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先看 </a:t>
            </a:r>
            <a:r>
              <a:rPr sz="1875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--help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支持的选项。本章只安装 ARM GNU；默认无列表会安装更多目标。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EBFFE111-DB9C-4289-93DF-7C3305EAD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完整命令：P001_Linux/1.5-01.txt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590055F-1249-4EFB-B468-5BA66A5298C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18</a:t>
            </a:fld>
          </a:p>
        </p:txBody>
      </p:sp>
    </p:spTree>
    <p:extLst>
      <p:ext uri="{BB962C8B-B14F-4D97-AF65-F5344CB8AC3E}">
        <p14:creationId xmlns:p14="http://schemas.microsoft.com/office/powerpoint/2010/main" val="963893793"/>
      </p:ext>
    </p:extLst>
  </p:cSld>
</p:sld>
</file>

<file path=ppt/slides/beginner_slide17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2EE5B26F-6907-4B30-9746-49E70B20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手动路线：在 SDK 发行页选择 Linux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632DB19-CB6B-4649-A711-09584A96C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 · 与 west 自动安装二选一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10E623F-65CB-418A-9248-652A1AEFB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先读取源码 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SDK_VERSION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，再进入同版 SDK Releases。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Downloads → SDK Bundle → Linux → x86-64，选 GNU 或 Minimal。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同时下载 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sha256.sum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，比对同名归档的摘要。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解压后进入含 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sdk_version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setup.sh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的内层，不新建这些官方文件。</a:t>
            </a:r>
          </a:p>
        </p:txBody>
      </p:sp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546DE4C-3275-450D-8461-33785757ECB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</a:p>
        </p:txBody>
      </p:sp>
    </p:spTree>
    <p:extLst>
      <p:ext uri="{BB962C8B-B14F-4D97-AF65-F5344CB8AC3E}">
        <p14:creationId xmlns:p14="http://schemas.microsoft.com/office/powerpoint/2010/main" val="118065231"/>
      </p:ext>
    </p:extLst>
  </p:cSld>
</p:sld>
</file>

<file path=ppt/slides/beginner_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5B2F7E3B-8DAC-41FA-84D0-5B8C8F756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手动路线：从 Minimal 补 ARM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75575B6-DDB1-4D61-A102-D2FBED8BF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1.5_安装源码要求的 Python 包和 SDK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6DD45C4D-928E-495D-B9D9-CFD90376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Ubuntu 22.04 Bash；手动分支，浏览器已经下载并核对同版 SHA-256。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~/Downloads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SDK 根由解压生成；已有同名安装时先停止并核对。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tar -xf zephyr-sdk-1.0.1_linux-x86_64_minimal.tar.xz -C "$HOME"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~/zephyr-sdk-1.0.1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setup.sh 来自官方包；-t 安装 ARM，-c 登记 SDK 的 CMake 包。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./setup.sh -t arm-zephyr-eabi -c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./gnu/arm-zephyr-eabi/bin/arm-zephyr-eabi-gcc --version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E59F4CA-93A7-4260-973A-318EC484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setup.sh 来自官方归档；-t 安装工具链，-c 登记位置。此块与 west 安装二选一。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73E82AE9-CA05-4404-AD48-B19D040E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完整命令：P001_Linux/1.5-02.txt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E4C99713-C31F-441A-8D54-9CE03E2D2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B69B38C-51A8-4F2F-93F0-B03A2CC263B6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</a:p>
        </p:txBody>
      </p:sp>
    </p:spTree>
    <p:extLst>
      <p:ext uri="{BB962C8B-B14F-4D97-AF65-F5344CB8AC3E}">
        <p14:creationId xmlns:p14="http://schemas.microsoft.com/office/powerpoint/2010/main" val="764995623"/>
      </p:ext>
    </p:extLst>
  </p:cSld>
</p:sld>
</file>

<file path=ppt/slides/beginner_slide19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C3D77F5A-74A2-4AA8-8788-8B1B20F4E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新终端恢复与验收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64C1909-3A30-462B-985B-3914B14F2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1.6_验收与恢复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D1700DEE-A01C-4C40-8225-F227B95D2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终端：Linux Bash；重新打开终端后的恢复与只读检查。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source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~/zephyrproject/.venv/bin/activate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cd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~/zephyrproject/zephyr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-c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'import sys; </a:t>
            </a:r>
            <a:r>
              <a:rPr sz="1725" b="0">
                <a:solidFill>
                  <a:srgbClr val="087B3D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(sys.executable); </a:t>
            </a:r>
            <a:r>
              <a:rPr sz="1725" b="0">
                <a:solidFill>
                  <a:srgbClr val="087B3D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(sys.platform)'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-m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pip check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west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west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topdir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west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sdk list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cmake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dtc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D618718-52F5-445D-9FF0-786B78C6A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核对解释器路径、pip 依赖和 SDK。此资料尚未在 Ubuntu 主机实跑，不宣称 Linux 构建通过。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97683E11-2F11-42A8-99EF-97FF3385E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完整命令：P001_Linux/1.6-01.txt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13FFDA2-2458-4F03-861F-03246DD837A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21</a:t>
            </a:fld>
          </a:p>
        </p:txBody>
      </p:sp>
    </p:spTree>
    <p:extLst>
      <p:ext uri="{BB962C8B-B14F-4D97-AF65-F5344CB8AC3E}">
        <p14:creationId xmlns:p14="http://schemas.microsoft.com/office/powerpoint/2010/main" val="224555087"/>
      </p:ext>
    </p:extLst>
  </p:cSld>
</p:sld>
</file>

<file path=ppt/slides/pythonentry_slide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4D64554F-7878-4905-9884-CE487AEA0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文件出现的先后顺序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C2050A1C-FC91-4D8D-B110-769E16782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1.0.1 · 区分源码、已安装工具和项目环境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A68CAA-A094-4106-8D79-B8BFD5D96FC7}"/>
              </a:ext>
            </a:extLst>
          </p:cNvPr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75438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位置或命令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由谁产生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/etc/os-release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Ubuntu 系统自带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kitware.list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按官方源步骤创建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Python-3.12.10 / </a:t>
                      </a:r>
                      <a:r>
                        <a:rPr sz="1800" b="0">
                          <a:solidFill>
                            <a:srgbClr val="A02B9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python3.12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解压后的源码 / 已安装的版本命令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.venv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/ </a:t>
                      </a:r>
                      <a:r>
                        <a:rPr sz="1800" b="0">
                          <a:solidFill>
                            <a:srgbClr val="0070C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.west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 venv / </a:t>
                      </a:r>
                      <a:r>
                        <a:rPr sz="1800" b="0">
                          <a:solidFill>
                            <a:srgbClr val="A02B9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init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 / modules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A02B9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</a:t>
                      </a: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 取得的主源码与外部项目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95182E8-2891-430B-AD55-CE32D1DF0AF9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1579862501"/>
      </p:ext>
    </p:extLst>
  </p:cSld>
</p:sld>
</file>

<file path=ppt/slides/pythonentry_slide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D1253A44-2275-422D-9BF0-BA024CE5D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先检查已安装的 Python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F8DD8AE-F949-4AFA-8756-103FA4FCC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1.2.3 · Ubuntu 22.04 Bash；任意目录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A288AB3A-41AE-457E-959A-25AB87531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Ubuntu 22.04 Bash；先检查，缺少所需版本才继续安装。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python3.12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AE75BEBD-56E9-446C-8380-CF0DBB1A3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已有 3.12.10 就进入第 12 页，已有 </a:t>
            </a: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.venv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则激活继续。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缺少时在 Python 3.12.10 发行页选 Gzipped source tarball。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源码安装后使用 </a:t>
            </a:r>
            <a:r>
              <a:rPr sz="18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python3.12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，不要求复现作者的安装位置。</a:t>
            </a:r>
          </a:p>
        </p:txBody>
      </p:sp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17699B8-00C9-4F05-A26E-1CD1AB370489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</a:p>
        </p:txBody>
      </p:sp>
    </p:spTree>
    <p:extLst>
      <p:ext uri="{BB962C8B-B14F-4D97-AF65-F5344CB8AC3E}">
        <p14:creationId xmlns:p14="http://schemas.microsoft.com/office/powerpoint/2010/main" val="1018718744"/>
      </p:ext>
    </p:extLst>
  </p:cSld>
</p:sld>
</file>

<file path=ppt/slides/pythonentry_slide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A4700B96-A1A5-4AC2-AF0A-8CA5D8C2B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缺少时从官方源码安装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C0276B59-9977-4496-AF09-29A171E51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1.2.3 · Ubuntu 22.04 Bash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DBD8C846-81E6-4A54-BCBA-AC5148A37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终端：Ubuntu 22.04 Bash；先进入 Python 下载目录。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mkdir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-p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~/zephyr-tools/src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cd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~/zephyr-tools/src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wget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https://www.python.org/ftp/python/3.12.10/Python-3.12.10.tgz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tar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-xzf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Python-3.12.10.tgz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cd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Python-3.12.10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./configure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--with-ensurepip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=install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make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-j2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sudo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72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make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altinstall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C1592A11-9098-4B6D-A8F2-AC7423B50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源码目录只保存构建输入。altinstall 提供 </a:t>
            </a:r>
            <a:r>
              <a:rPr sz="18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python3.12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，保留系统 </a:t>
            </a:r>
            <a:r>
              <a:rPr sz="18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python3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1C3E7BB3-D1EF-4D0C-9EC6-26060685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完整命令：P001_Linux/1.2.3-02.txt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0D3F01D-C72A-404D-BB72-875EAB44615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</a:p>
        </p:txBody>
      </p:sp>
    </p:spTree>
    <p:extLst>
      <p:ext uri="{BB962C8B-B14F-4D97-AF65-F5344CB8AC3E}">
        <p14:creationId xmlns:p14="http://schemas.microsoft.com/office/powerpoint/2010/main" val="590736771"/>
      </p:ext>
    </p:extLst>
  </p:cSld>
</p:sld>
</file>

<file path=ppt/slides/pythonentry_slide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329B51F8-62D7-4F0A-A7A3-0C89F993D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按版本检查安装结果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717D441E-231A-42EA-8CFC-13FCE7E97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1.2.3 · 安装完成后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06F37FD8-674E-45CF-B9A1-17A1938FC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终端：Ubuntu 22.04 Bash；任意目录。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使用已安装的带版本命令；不按教程自定义目录查找 Python。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python3.12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python3.12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-c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'import ssl, sqlite3, bz2, lzma, ctypes, venv; </a:t>
            </a:r>
            <a:r>
              <a:rPr sz="1875" b="0">
                <a:solidFill>
                  <a:srgbClr val="087B3D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(ssl.OPENSSL_VERSION)'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python3.12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-m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pip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3443C4DE-85B3-4662-B545-164ED71FD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应显示 3.12.10 且模块导入成功。系统 </a:t>
            </a:r>
            <a:r>
              <a:rPr sz="18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python3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仍为 3.10 可以共存。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AAB2FB58-C562-4F45-8C8C-C77958068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完整命令：P001_Linux/1.2.3-03.txt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E0384DD-12B3-46F8-B222-EB42A48ACD8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</a:p>
        </p:txBody>
      </p:sp>
    </p:spTree>
    <p:extLst>
      <p:ext uri="{BB962C8B-B14F-4D97-AF65-F5344CB8AC3E}">
        <p14:creationId xmlns:p14="http://schemas.microsoft.com/office/powerpoint/2010/main" val="1344027294"/>
      </p:ext>
    </p:extLst>
  </p:cSld>
</p:sld>
</file>

<file path=ppt/slides/pythonentry_slide5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3D089B79-05B5-4447-B900-B91E8C91C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用 python3.12 创建项目环境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1E4CE77A-8169-4775-9593-911DB086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1.3 · 首次创建；已有环境只激活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6D439941-A8BB-40A6-A5C8-30149A29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83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终端：Linux Bash；任意目录。路径沿用官方示例。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使用 1.2.3 安装的解释器，创建 Zephyr 工作区的独立环境。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python3.12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-m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venv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~/zephyrproject/.venv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source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~/zephyrproject/.venv/bin/activate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-c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'import sys; </a:t>
            </a:r>
            <a:r>
              <a:rPr sz="1875" b="0">
                <a:solidFill>
                  <a:srgbClr val="087B3D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(sys.executable); </a:t>
            </a:r>
            <a:r>
              <a:rPr sz="1875" b="0">
                <a:solidFill>
                  <a:srgbClr val="087B3D"/>
                </a:solidFill>
                <a:latin typeface="Consolas"/>
                <a:ea typeface="Consolas"/>
                <a:cs typeface="Consolas"/>
              </a:rPr>
              <a:t>print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(sys.platform)'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python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-m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pip install </a:t>
            </a: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west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west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F957B18E-3C5A-44BF-9F5E-98EC21CFE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创建时选择版本，激活后统一 </a:t>
            </a:r>
            <a:r>
              <a:rPr sz="18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python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.venv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隔离项目包；无需每次写基础解释器的完整路径。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36D26775-CDDE-4734-97B4-6AE2CA9B0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完整命令：P001_Linux/1.3-01.txt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03B147B-5E94-4459-8997-AC43EC26249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</a:p>
        </p:txBody>
      </p:sp>
    </p:spTree>
    <p:extLst>
      <p:ext uri="{BB962C8B-B14F-4D97-AF65-F5344CB8AC3E}">
        <p14:creationId xmlns:p14="http://schemas.microsoft.com/office/powerpoint/2010/main" val="2144633624"/>
      </p:ext>
    </p:extLst>
  </p:cSld>
</p:sld>
</file>

<file path=ppt/slides/sdkscope_slide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0AFF2C19-BCEF-47EC-91E7-1530B8B6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Linux 的 SDK 地址保存给哪个用户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3F8EEDC-9EF8-4FAC-A357-9D45BC2ED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 · 工具安装与用户级记录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251BEFD-8412-4A6C-9889-4F49EFF51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setup.sh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-c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把 SDK 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目录写入 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~/.cmake/packages/Zephyr-sdk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同一个 Linux 用户的多个 CMake 工程可查，跨终端与重启保留。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A02B93"/>
                </a:solidFill>
                <a:latin typeface="Microsoft YaHei"/>
                <a:ea typeface="Microsoft YaHei"/>
                <a:cs typeface="Microsoft YaHei"/>
              </a:rPr>
              <a:t>export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只设置当前 Bash，</a:t>
            </a:r>
            <a:r>
              <a:rPr sz="2175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-D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选择保存进各自构建缓存。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.venv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不自动设置 SDK；工程长期输入可用 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CMakeUserPresets.json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71872F5-9C3A-4AB6-9840-89F129085E1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</a:p>
        </p:txBody>
      </p:sp>
    </p:spTree>
    <p:extLst>
      <p:ext uri="{BB962C8B-B14F-4D97-AF65-F5344CB8AC3E}">
        <p14:creationId xmlns:p14="http://schemas.microsoft.com/office/powerpoint/2010/main" val="1855539345"/>
      </p:ext>
    </p:extLst>
  </p:cSld>
</p:sld>
</file>

<file path=ppt/slides/sdkscope_slide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233D1238-4FF3-457E-AEC3-F3AC4F7F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手动路线：安装 ARM 并保存用户包地址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743B9102-EC5E-4C1C-9A7E-3C86D5553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 · 与 west 安装二选一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85413611-2CEC-41E6-A64F-D4D09DCCC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83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Ubuntu 22.04 Bash；手动分支，浏览器已经下载并核对同版 SHA-256。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cd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~/Downloads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SDK 根由解压生成；已有同名安装时先停止并核对。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tar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-xf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zephyr-sdk-1.0.1_linux-x86_64_minimal.tar.xz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-C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"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$HOME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"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A02B93"/>
                </a:solidFill>
                <a:latin typeface="Consolas"/>
                <a:ea typeface="Consolas"/>
                <a:cs typeface="Consolas"/>
              </a:rPr>
              <a:t>cd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~/zephyr-sdk-1.0.1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646173"/>
                </a:solidFill>
                <a:latin typeface="Consolas"/>
                <a:ea typeface="Consolas"/>
                <a:cs typeface="Consolas"/>
              </a:rPr>
              <a:t># 官方 setup.sh：-t 安装 ARM；-c 把 SDK 路径保存到当前 Linux 用户的包索引。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./setup.sh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-t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arm-zephyr-eabi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-c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0C0"/>
                </a:solidFill>
                <a:latin typeface="Consolas"/>
                <a:ea typeface="Consolas"/>
                <a:cs typeface="Consolas"/>
              </a:rPr>
              <a:t>./gnu/arm-zephyr-eabi/bin/arm-zephyr-eabi-gcc</a:t>
            </a:r>
            <a:r>
              <a:rPr sz="187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875" b="0">
                <a:solidFill>
                  <a:srgbClr val="B84E00"/>
                </a:solidFill>
                <a:latin typeface="Consolas"/>
                <a:ea typeface="Consolas"/>
                <a:cs typeface="Consolas"/>
              </a:rPr>
              <a:t>--version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BA771CF7-435A-4BE3-B567-F7A5549D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-t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安装工具链；</a:t>
            </a:r>
            <a:r>
              <a:rPr sz="1875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-c</a:t>
            </a: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保存当前 Linux 用户的 SDK 查找地址。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该记录不绑定一个工程；实际构建仍要核对配置输出。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B315A73E-B7EB-4D17-B2DF-3714385E4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完整命令：P001_Linux/1.5-02.txt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47F0D38-57D9-4E76-B9E1-E6594D67BBD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20</a:t>
            </a:fld>
          </a:p>
        </p:txBody>
      </p:sp>
    </p:spTree>
    <p:extLst>
      <p:ext uri="{BB962C8B-B14F-4D97-AF65-F5344CB8AC3E}">
        <p14:creationId xmlns:p14="http://schemas.microsoft.com/office/powerpoint/2010/main" val="1990756684"/>
      </p:ext>
    </p:extLst>
  </p:cSld>
</p:sld>
</file>

<file path=ppt/slides/sdkscope_slide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81704D5A-A966-47DC-8E7C-DF8258843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GNU 与 Minimal 最终使用同一工程接口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2AC8998A-3ED7-4712-8E2A-A53A042C0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1.5.1 · Ubuntu 22.04，主机包必须选 Linux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A20A279-675D-466A-99F9-E651D9337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GNU 包已有目标工具，Minimal 通过 </a:t>
            </a:r>
            <a:r>
              <a:rPr sz="2175" b="0">
                <a:solidFill>
                  <a:srgbClr val="0070C0"/>
                </a:solidFill>
                <a:latin typeface="Microsoft YaHei"/>
                <a:ea typeface="Microsoft YaHei"/>
                <a:cs typeface="Microsoft YaHei"/>
              </a:rPr>
              <a:t>setup.sh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175" b="0">
                <a:solidFill>
                  <a:srgbClr val="B84E00"/>
                </a:solidFill>
                <a:latin typeface="Microsoft YaHei"/>
                <a:ea typeface="Microsoft YaHei"/>
                <a:cs typeface="Microsoft YaHei"/>
              </a:rPr>
              <a:t>-t</a:t>
            </a: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 补齐。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两条路线都让工程找到 SDK 根，再由板配置选 ARM。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独立工具链包不能替代 SDK 基础框架。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新增芯片支持在 Zephyr 的 SoC、板与驱动中完成。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B38D3C-2A55-4A59-9FB8-052C6766D9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b4fcced4ba48d0"/>
          <a:stretch xmlns:a="http://schemas.openxmlformats.org/drawingml/2006/main"/>
        </p:blipFill>
        <p:spPr>
          <a:xfrm xmlns:a="http://schemas.openxmlformats.org/drawingml/2006/main">
            <a:off x="1025580" y="4143375"/>
            <a:ext cx="10140841" cy="1809750"/>
          </a:xfrm>
          <a:prstGeom xmlns:a="http://schemas.openxmlformats.org/drawingml/2006/main" prst="rect">
            <a:avLst/>
          </a:prstGeom>
        </p:spPr>
      </p:pic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CAFE4FE-8407-40E5-8B56-8412EFE1D66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</a:p>
        </p:txBody>
      </p:sp>
    </p:spTree>
    <p:extLst>
      <p:ext uri="{BB962C8B-B14F-4D97-AF65-F5344CB8AC3E}">
        <p14:creationId xmlns:p14="http://schemas.microsoft.com/office/powerpoint/2010/main" val="1422324633"/>
      </p:ext>
    </p:extLst>
  </p:cSld>
</p:sld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1713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>
            <a:spLocks noGrp="1"/>
          </p:cNvSpPr>
          <p:nvPr/>
        </p:nvSpPr>
        <p:spPr>
          <a:xfrm>
            <a:off x="609600" y="1952625"/>
            <a:ext cx="7524750" cy="171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Zephyr 官方环境</a:t>
            </a:r>
          </a:p>
          <a:p>
            <a:pPr>
              <a:buNone/>
              <a:def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安装与源码准备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47700" y="4057650"/>
            <a:ext cx="68580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25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25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Linux · Ubuntu 22.04 LTS 实操教程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47700" y="914400"/>
            <a:ext cx="1905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0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0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P001</a:t>
            </a:r>
          </a:p>
        </p:txBody>
      </p:sp>
      <p:sp>
        <p:nvSpPr>
          <p:cNvPr id="6" name="Presenter lizhaojun">
            <a:extLst>
              <a:ext uri="{FF2B5EF4-FFF2-40B4-BE49-F238E27FC236}">
                <a16:creationId xmlns:a16="http://schemas.microsoft.com/office/drawing/2014/main" id="{133315A9-327F-4AF3-9469-360FC6999EB2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2DE156-BE3B-4554-B437-7545F7B4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环境准备阶段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234BF5-45BB-41BE-8C39-3E09656AB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环境检查完成后，才进入已有板编译与新增板实验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8CFF2C-A8A5-4D07-91C9-C78BDD726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4294b02a-68c1-4fba-b4ca-5779635d2b3d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2</a:t>
            </a:fld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B2A9F8-1263-4E69-AA1C-EBB5C73F78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9ee660f4e746d2"/>
          <a:stretch xmlns:a="http://schemas.openxmlformats.org/drawingml/2006/main"/>
        </p:blipFill>
        <p:spPr>
          <a:xfrm xmlns:a="http://schemas.openxmlformats.org/drawingml/2006/main">
            <a:off x="609600" y="2332673"/>
            <a:ext cx="10972800" cy="66865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84C760-A6C0-47FA-9FCB-91AEC63DA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系统身份：cat /etc/os-release ；主机架构：uname -m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0D9732-9C89-400B-8D15-52957493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481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版本依据：源码根 doc/develop/getting_started/index.rst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B5CE31-0928-4DBD-A891-52E4C2634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1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当前下限：CMake 3.28.0、Python 3.12、dtc 1.4.6</a:t>
            </a:r>
          </a:p>
        </p:txBody>
      </p:sp>
    </p:spTree>
    <p:extLst>
      <p:ext uri="{BB962C8B-B14F-4D97-AF65-F5344CB8AC3E}">
        <p14:creationId xmlns:p14="http://schemas.microsoft.com/office/powerpoint/2010/main" val="6517815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F91C1D-A110-46E8-832E-61C63AAEF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Ubuntu 22.04 基础依赖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10CE60-80BE-4036-8069-07A0AD58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sudo apt update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FEAD9A-66D0-4709-B065-121C8A0E3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# 基础依赖之后还要补齐 CMake 与 Python 版本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02C254-04D2-4CCD-B942-FF47343C2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sudo apt install --no-install-recommends git cmake ninja-build gperf \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FEC979-DF44-4CD7-9953-16327C324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  ccache dfu-util device-tree-compiler wget python3-dev python3-venv \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137FD8-3CC1-40B5-9E23-582A8C42A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  python3-tk xz-utils file make gcc gcc-multilib g++-multilib \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9C5379-7735-4FB6-907D-009AE50AF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  libsdl2-dev libmagic1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29CF68-7EBE-479E-9340-62258EA11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cmake --version; python3 --version; dtc --version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71C570-AC0A-4C3A-8B50-D64A161C3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ARM64 主机按官方说明省去不可用的两个 multilib 包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FEE397-770C-411F-87F5-255BA28B4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fd418f20-f3a0-48c0-bdcf-f44da888020a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3</a:t>
            </a:fld>
          </a:p>
        </p:txBody>
      </p:sp>
      <p:sp xmlns:a="http://schemas.openxmlformats.org/drawingml/2006/main">
        <p:nvSpPr>
          <p:cNvPr id="500" name="Phase and terminal"/>
          <p:cNvSpPr txBox="1"/>
          <p:nvPr/>
        </p:nvSpPr>
        <p:spPr>
          <a:xfrm>
            <a:off x="609600" y="1047750"/>
            <a:ext cx="10972800" cy="333375"/>
          </a:xfrm>
          <a:prstGeom prst="rect">
            <a:avLst/>
          </a:prstGeom>
          <a:noFill/>
        </p:spPr>
        <p:txBody>
          <a:bodyPr/>
          <a:lstStyle/>
          <a:p>
            <a:r>
              <a:rPr sz="1400">
                <a:solidFill>
                  <a:srgbClr val="6544B0"/>
                </a:solidFill>
                <a:latin typeface="Noto Sans SC"/>
                <a:ea typeface="Noto Sans SC"/>
              </a:rPr>
              <a:t>阶段② 主机依赖；终端：Ubuntu Bash；位置：任意目录</a:t>
            </a:r>
          </a:p>
        </p:txBody>
      </p:sp>
    </p:spTree>
    <p:extLst>
      <p:ext uri="{BB962C8B-B14F-4D97-AF65-F5344CB8AC3E}">
        <p14:creationId xmlns:p14="http://schemas.microsoft.com/office/powerpoint/2010/main" val="19288036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0280E4-FBAF-486E-A9D0-3953AF2D1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Linux 的独立 Python 环境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255CBF-44E5-4DB2-81A3-92EEA126C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~/.local/opt/python312/bin/python3.12 -m venv ~/zephyrproject/.venv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52867E-BF62-470B-B406-4A4D6E3A7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source ~/zephyrproject/.venv/bin/activate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9CE844-7A74-44A8-A48B-5AC91DE50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python --version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43B03B-AB76-43CE-94AA-E02DB28F2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python -c 'import sys; print(sys.executable); print(sys.platform)'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D8754A-6808-44A2-B50A-A0ACF8301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python -m pip install west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5D6F40-D658-4A79-9D0B-E3A1BAD06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--version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580681-6D4F-45F2-A480-EBF4D8575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解释器来自正文 1.2.3；Linux venv 使用 bin/activate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B08345-EE64-47FA-96E9-C815E00D5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38c43550-8794-44f3-a3ed-2f2dfd4b799f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7</a:t>
            </a:fld>
          </a:p>
        </p:txBody>
      </p:sp>
      <p:sp xmlns:a="http://schemas.openxmlformats.org/drawingml/2006/main">
        <p:nvSpPr>
          <p:cNvPr id="500" name="Phase and terminal"/>
          <p:cNvSpPr txBox="1"/>
          <p:nvPr/>
        </p:nvSpPr>
        <p:spPr>
          <a:xfrm>
            <a:off x="609600" y="1047750"/>
            <a:ext cx="10972800" cy="333375"/>
          </a:xfrm>
          <a:prstGeom prst="rect">
            <a:avLst/>
          </a:prstGeom>
          <a:noFill/>
        </p:spPr>
        <p:txBody>
          <a:bodyPr/>
          <a:lstStyle/>
          <a:p>
            <a:r>
              <a:rPr sz="1400">
                <a:solidFill>
                  <a:srgbClr val="6544B0"/>
                </a:solidFill>
                <a:latin typeface="Noto Sans SC"/>
                <a:ea typeface="Noto Sans SC"/>
              </a:rPr>
              <a:t>阶段③ venv；终端：Linux Bash；位置：任意目录</a:t>
            </a:r>
          </a:p>
        </p:txBody>
      </p:sp>
    </p:spTree>
    <p:extLst>
      <p:ext uri="{BB962C8B-B14F-4D97-AF65-F5344CB8AC3E}">
        <p14:creationId xmlns:p14="http://schemas.microsoft.com/office/powerpoint/2010/main" val="138069914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209AFF-C0DA-436B-99DA-B2347BBF1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官方源码与模块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1A7BB7-2AE3-4C33-898B-F5C062F25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init -m https://github.com/zephyrproject-rtos/zephyr ~/zephyrproject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544B0B-E322-44A7-9BB2-35F447569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cd ~/zephyrproject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3E59B8-B44C-4851-901C-FEA8D32F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update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D91F10-0B4D-4ACF-BD07-8A55D34E6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cd zephyr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A9E852-C483-4895-B485-6EEED510D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git rev-parse HEAD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C823C9-0FB4-4072-89B0-C5CFC5591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cat VERSION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D0CE05-DCF3-4E8F-8695-7C8F5ADCE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cat SDK_VERSION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71CA2A-C81B-4C3A-B436-D1DAF1C9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当前位置到最后为 ~/zephyrproject/zephyr；下载后重新核对本地指南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7BF033-D362-4F6C-8E87-8AA560A1B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a556c1ba-c7f4-44aa-999c-3328a73e7456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8</a:t>
            </a:fld>
          </a:p>
        </p:txBody>
      </p:sp>
      <p:sp xmlns:a="http://schemas.openxmlformats.org/drawingml/2006/main">
        <p:nvSpPr>
          <p:cNvPr id="500" name="Phase and terminal"/>
          <p:cNvSpPr txBox="1"/>
          <p:nvPr/>
        </p:nvSpPr>
        <p:spPr>
          <a:xfrm>
            <a:off x="609600" y="1047750"/>
            <a:ext cx="10972800" cy="333375"/>
          </a:xfrm>
          <a:prstGeom prst="rect">
            <a:avLst/>
          </a:prstGeom>
          <a:noFill/>
        </p:spPr>
        <p:txBody>
          <a:bodyPr/>
          <a:lstStyle/>
          <a:p>
            <a:r>
              <a:rPr sz="1400">
                <a:solidFill>
                  <a:srgbClr val="6544B0"/>
                </a:solidFill>
                <a:latin typeface="Noto Sans SC"/>
                <a:ea typeface="Noto Sans SC"/>
              </a:rPr>
              <a:t>阶段④ 源码与模块；终端：Linux Bash；沿用已激活的 venv</a:t>
            </a:r>
          </a:p>
        </p:txBody>
      </p:sp>
    </p:spTree>
    <p:extLst>
      <p:ext uri="{BB962C8B-B14F-4D97-AF65-F5344CB8AC3E}">
        <p14:creationId xmlns:p14="http://schemas.microsoft.com/office/powerpoint/2010/main" val="2954351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2245E5-8B09-4E55-B47C-7B19A8901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源码依赖与官方 SDK 入口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3B7F9B-8271-4E1D-BABC-8E657D2F7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# 位置：~/zephyrproject/zephyr；Linux Bash；venv 已激活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79B4F4-6BF7-4118-867C-6380DC523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packages pip --install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1B4986-23C4-4345-BBCB-90E0D041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zephyr-export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BC6967-7D5F-426C-99DC-9A7597866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sdk install --help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9F40B6-589F-4EDD-AF8D-EE5A379A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sdk install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1B378B-827D-4E1C-8847-38F612252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--version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66BAF2-39E6-49C4-A5D3-A5BDF4A9C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sdk list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3E2BC9-BB06-434D-9A2F-9C8891B8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Linux SDK 包与主机架构匹配；目标架构再按开发板选择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3D4B75-37BC-4793-8FA6-394FD8B8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0e4e0d83-45ac-46d4-9ccb-5a249b5e6149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9</a:t>
            </a:fld>
          </a:p>
        </p:txBody>
      </p:sp>
      <p:sp xmlns:a="http://schemas.openxmlformats.org/drawingml/2006/main">
        <p:nvSpPr>
          <p:cNvPr id="500" name="Phase and terminal"/>
          <p:cNvSpPr txBox="1"/>
          <p:nvPr/>
        </p:nvSpPr>
        <p:spPr>
          <a:xfrm>
            <a:off x="609600" y="1047750"/>
            <a:ext cx="10972800" cy="333375"/>
          </a:xfrm>
          <a:prstGeom prst="rect">
            <a:avLst/>
          </a:prstGeom>
          <a:noFill/>
        </p:spPr>
        <p:txBody>
          <a:bodyPr/>
          <a:lstStyle/>
          <a:p>
            <a:r>
              <a:rPr sz="1400">
                <a:solidFill>
                  <a:srgbClr val="6544B0"/>
                </a:solidFill>
                <a:latin typeface="Noto Sans SC"/>
                <a:ea typeface="Noto Sans SC"/>
              </a:rPr>
              <a:t>阶段⑤ 项目依赖；终端：Linux Bash；位置：Zephyr 源码根</a:t>
            </a:r>
          </a:p>
        </p:txBody>
      </p:sp>
    </p:spTree>
    <p:extLst>
      <p:ext uri="{BB962C8B-B14F-4D97-AF65-F5344CB8AC3E}">
        <p14:creationId xmlns:p14="http://schemas.microsoft.com/office/powerpoint/2010/main" val="10056780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BB296E-3AFB-4EA4-8686-348ECA7A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新终端的环境恢复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BF25F9-2494-468C-8E33-A73CFAC78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source ~/zephyrproject/.venv/bin/activate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BDE108-C099-4A6A-8694-8E4168B4E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cd ~/zephyrproject/zephyr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DFF8D8-8CD9-4540-88CD-95B536144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python -c 'import sys; print(sys.executable); print(sys.platform)'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6CDD0F-6E89-403E-AC29-0C74FE106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python -m pip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72E7F6-7D81-496E-8094-E730E7F82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topdir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570A2C-4E55-4496-B2D7-5058F5ADC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sdk list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C211CD-8D5B-45B3-AFF2-98E493A45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cmake --version; dtc --version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A005E6-0D25-437A-82B9-735BBF053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环境可用不等于固件已编译；当前材料尚未在 Linux 实测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8320C7-4660-45C8-A46D-0D62574D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c757d9ef-2145-46e3-8bd5-9e362a0caccd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10</a:t>
            </a:fld>
          </a:p>
        </p:txBody>
      </p:sp>
      <p:sp xmlns:a="http://schemas.openxmlformats.org/drawingml/2006/main">
        <p:nvSpPr>
          <p:cNvPr id="500" name="Phase and terminal"/>
          <p:cNvSpPr txBox="1"/>
          <p:nvPr/>
        </p:nvSpPr>
        <p:spPr>
          <a:xfrm>
            <a:off x="609600" y="1047750"/>
            <a:ext cx="10972800" cy="333375"/>
          </a:xfrm>
          <a:prstGeom prst="rect">
            <a:avLst/>
          </a:prstGeom>
          <a:noFill/>
        </p:spPr>
        <p:txBody>
          <a:bodyPr/>
          <a:lstStyle/>
          <a:p>
            <a:r>
              <a:rPr sz="1400">
                <a:solidFill>
                  <a:srgbClr val="6544B0"/>
                </a:solidFill>
                <a:latin typeface="Noto Sans SC"/>
                <a:ea typeface="Noto Sans SC"/>
              </a:rPr>
              <a:t>阶段⑥ 恢复与验收；终端：Linux Bash；先激活再进入源码根</a:t>
            </a:r>
          </a:p>
        </p:txBody>
      </p:sp>
    </p:spTree>
    <p:extLst>
      <p:ext uri="{BB962C8B-B14F-4D97-AF65-F5344CB8AC3E}">
        <p14:creationId xmlns:p14="http://schemas.microsoft.com/office/powerpoint/2010/main" val="30841585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82102C-0F31-4B6A-9FB7-2DA794428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更新后重新核对的依据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E9727E-A835-4BED-AB6C-832353B9E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主机工具：doc/develop/getting_started/index.rst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3D3426-F1AC-453C-B5E8-DD48C15CB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SDK：SDK_VERSION 与官方 SDK 安装说明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EB7A8E-B3EF-455F-88B3-439526B0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Python 包：当前源码和模块的 requirements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34BB4F-5345-4A64-A712-295FC1357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模块版本：west.yml 及其导入清单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A7CD4A-ED6F-4BA3-8EC8-5C6A0C986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记录源码提交、实际工具路径和版本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54AA81-1CE2-4722-832F-EDFFD203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P011 共用编译知识；现有详细命令标注为 Windows 实验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C69022-3379-4DA1-9015-436E298E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不引入教程自定义环境变量；按每页标明的目录执行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8D747E-3DBC-4875-A3CE-F14335BA3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e83d6f39-0764-4b14-b420-535e473a49a1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11</a:t>
            </a:fld>
          </a:p>
        </p:txBody>
      </p:sp>
    </p:spTree>
    <p:extLst>
      <p:ext uri="{BB962C8B-B14F-4D97-AF65-F5344CB8AC3E}">
        <p14:creationId xmlns:p14="http://schemas.microsoft.com/office/powerpoint/2010/main" val="5959974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8E180B-A761-4A3F-8865-DB3FA516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Ubuntu 22.04 的工具版本补齐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1A6C14-7DDD-4AD8-A9C6-7B14AA939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763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阶段② 主机依赖 · 正文 1.1、1.2.1—1.2.2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E41930-AB40-42DA-9A28-9B6B4B698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教程系统：Ubuntu 22.04 LTS / Jammy，保持本机系统版本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580690-A789-4D24-8BAF-C9469433C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当前源码要求：CMake ≥ 3.28.0，Python ≥ 3.12，dtc ≥ 1.4.6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835712-20FD-4F96-9C77-2F0E2CE11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默认包可能低于下限，先检查 cmake、python3 和 dtc 的版本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E048BC-E33F-42A0-A895-5A94DCB72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CMake 来源：Kitware 官方 APT 仓库，选择 jammy main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7A3C22-B7BD-496F-9AD1-D3A0B05BE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正文依次说明：签名密钥、软件源、keyring 包和 CMake 安装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15C758-58FC-4BC5-85ED-085047BBE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安装后：cmake --version 与 apt-cache policy cmake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BFEB98-D63B-4B96-8940-EDF1B4CD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当前 Zephyr 快速开始示例为 24.04，本教程补充 22.04 适配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8A4B2D-F9D3-407B-B4D5-B613133F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完整签名密钥与 apt 命令见正文，按顺序执行并检查每一步结果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FC1A67-1CCE-490D-897D-0168C0C3B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c03fc2f5-7910-4f46-8653-f89aee4913c4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170734992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7207DF-8F8F-4826-8A08-FBC2DED0E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Python 3.12.10 的 Linux 安装过程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747941-DD42-44B8-907C-3284FE3D6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763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阶段② 主机依赖 · 正文 1.2.3 · 当前目录为 Python 源码目录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324432-156C-4721-BD76-AD92166F1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# 先按正文安装构建依赖并下载 Python-3.12.10.tgz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26D1FD-F0A3-4AB0-A0E8-59F2C1C8D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# 官方来源：www.python.org/downloads/release/python-31210/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165583-82EC-462D-A972-DC7C4B29D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cd ~/zephyr-tools/src/Python-3.12.10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EB0A04-EF51-411F-9627-9EB89AFE6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./configure --prefix="$HOME/.local/opt/python312" \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6B4EE9-555C-404C-8768-702DEC87B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  --with-ensurepip=install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DFE4D6-1387-4AE0-B265-0C051C64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make -j2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7BF7B6-2CDF-4EE0-9BE9-753DD71F5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make altinstall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05881F-D46F-4979-8F33-AE4D52CA3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源码与安装目录为教程约定；保留 Ubuntu 系统 Python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453D83-84F2-4AEC-84E3-8EC64C17A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53b07e99-d62a-4003-9e51-aef159b0d100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5</a:t>
            </a:fld>
          </a:p>
        </p:txBody>
      </p:sp>
    </p:spTree>
    <p:extLst>
      <p:ext uri="{BB962C8B-B14F-4D97-AF65-F5344CB8AC3E}">
        <p14:creationId xmlns:p14="http://schemas.microsoft.com/office/powerpoint/2010/main" val="72672363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DDD83B-F8A4-42DB-94D0-922137E48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Python 安装后的检查与 venv 入口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161F2B-09BC-4937-B4E6-D69DB86CB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763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阶段② 完成条件 · 正文 1.2.3、1.3 · Ubuntu Bash 任意目录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EEE706-9630-497F-B5B9-A499A6294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~/.local/opt/python312/bin/python3.12 --version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2CECBB-D954-4909-B46F-F8E5C7A2A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~/.local/opt/python312/bin/python3.12 -c \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983E7E-DB78-4A8B-BC47-C865E0EA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  'import ssl, sqlite3, bz2, lzma, ctypes, venv'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04F668-E53A-464C-B143-12A4EA1EC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~/.local/opt/python312/bin/python3.12 -m pip --version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47A676-5DBB-42F4-8D75-EE51FD634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# 预期 Python 3.12.10，模块导入无异常，pip 属于此解释器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052A33-7092-4FD8-9EAF-59C95ADAB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# 下一页用此解释器创建工作区 .venv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59829F-3CC9-49E7-9325-04DB3D46E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# 已有 3.10 venv：按正文备份并重建，激活不会升级版本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DD8AFE-C852-458B-B7ED-0AA4B8BDD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解释器路径来自前页 --prefix；python3 仍指向系统版本是正常现象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A8FC0F-DAA0-454E-8730-FAC94218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41535077-e5e8-480c-9d2f-6fc9d217c344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6</a:t>
            </a:fld>
          </a:p>
        </p:txBody>
      </p:sp>
    </p:spTree>
    <p:extLst>
      <p:ext uri="{BB962C8B-B14F-4D97-AF65-F5344CB8AC3E}">
        <p14:creationId xmlns:p14="http://schemas.microsoft.com/office/powerpoint/2010/main" val="591758555"/>
      </p:ext>
    </p:extLst>
  </p:cSld>
</p:sld>
</file>

<file path=ppt/theme/lizhaojunCoverTheme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2026-10-05T02:50:36.8030000Z</dcterms:created>
  <dcterms:modified xsi:type="dcterms:W3CDTF">2026-10-05T02:50:36.8030000Z</dcterms:modified>
</coreProperties>
</file>