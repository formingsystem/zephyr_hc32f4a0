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restored_cover/notesSlides/notesSlide1.xml" ContentType="application/vnd.openxmlformats-officedocument.presentationml.notesSlide+xml"/>
  <Override PartName="/ppt/restored_cover/slideLayouts/slideLayout6.xml" ContentType="application/vnd.openxmlformats-officedocument.presentationml.slideLayout+xml"/>
  <Override PartName="/ppt/restored_cover/slideMasters/slideMaster1.xml" ContentType="application/vnd.openxmlformats-officedocument.presentationml.slideMaster+xml"/>
  <Override PartName="/ppt/restored_cover/slideLayouts/slideLayout3.xml" ContentType="application/vnd.openxmlformats-officedocument.presentationml.slideLayout+xml"/>
  <Override PartName="/ppt/restored_cover/theme/theme1.xml" ContentType="application/vnd.openxmlformats-officedocument.theme+xml"/>
  <Override PartName="/ppt/restored_cover/slideLayouts/slideLayout2.xml" ContentType="application/vnd.openxmlformats-officedocument.presentationml.slideLayout+xml"/>
  <Override PartName="/ppt/restored_cover/slideLayouts/slideLayout1.xml" ContentType="application/vnd.openxmlformats-officedocument.presentationml.slideLayout+xml"/>
  <Override PartName="/ppt/restored_cover/slideLayouts/slideLayout5.xml" ContentType="application/vnd.openxmlformats-officedocument.presentationml.slideLayout+xml"/>
  <Override PartName="/ppt/restored_cover/slideLayouts/slideLayout4.xml" ContentType="application/vnd.openxmlformats-officedocument.presentationml.slideLayout+xml"/>
  <Override PartName="/ppt/slides/beginner_slide1.xml" ContentType="application/vnd.openxmlformats-officedocument.presentationml.slide+xml"/>
  <Override PartName="/ppt/beginner/slideLayouts/slideLayout6.xml" ContentType="application/vnd.openxmlformats-officedocument.presentationml.slideLayout+xml"/>
  <Override PartName="/ppt/beginner/slideMasters/slideMaster1.xml" ContentType="application/vnd.openxmlformats-officedocument.presentationml.slideMaster+xml"/>
  <Override PartName="/ppt/beginner/slideMasters/theme/theme2.xml" ContentType="application/vnd.openxmlformats-officedocument.theme+xml"/>
  <Override PartName="/ppt/beginner/slideLayouts/slideLayout1.xml" ContentType="application/vnd.openxmlformats-officedocument.presentationml.slideLayout+xml"/>
  <Override PartName="/ppt/beginner/slideLayouts/slideLayout2.xml" ContentType="application/vnd.openxmlformats-officedocument.presentationml.slideLayout+xml"/>
  <Override PartName="/ppt/beginner/slideLayouts/slideLayout3.xml" ContentType="application/vnd.openxmlformats-officedocument.presentationml.slideLayout+xml"/>
  <Override PartName="/ppt/beginner/slideLayouts/slideLayout4.xml" ContentType="application/vnd.openxmlformats-officedocument.presentationml.slideLayout+xml"/>
  <Override PartName="/ppt/beginner/slideLayouts/slideLayout5.xml" ContentType="application/vnd.openxmlformats-officedocument.presentationml.slideLayout+xml"/>
  <Override PartName="/ppt/beginner/notesSlides/notesSlide1.xml" ContentType="application/vnd.openxmlformats-officedocument.presentationml.notesSlide+xml"/>
  <Override PartName="/ppt/slides/beginner_slide2.xml" ContentType="application/vnd.openxmlformats-officedocument.presentationml.slide+xml"/>
  <Override PartName="/ppt/beginner/notesSlides/notesSlide2.xml" ContentType="application/vnd.openxmlformats-officedocument.presentationml.notesSlide+xml"/>
  <Override PartName="/ppt/slides/beginner_slide3.xml" ContentType="application/vnd.openxmlformats-officedocument.presentationml.slide+xml"/>
  <Override PartName="/ppt/beginner/notesSlides/notesSlide3.xml" ContentType="application/vnd.openxmlformats-officedocument.presentationml.notesSlide+xml"/>
  <Override PartName="/ppt/slides/beginner_slide4.xml" ContentType="application/vnd.openxmlformats-officedocument.presentationml.slide+xml"/>
  <Override PartName="/ppt/beginner/notesSlides/notesSlide4.xml" ContentType="application/vnd.openxmlformats-officedocument.presentationml.notesSlide+xml"/>
  <Override PartName="/ppt/slides/beginner_slide5.xml" ContentType="application/vnd.openxmlformats-officedocument.presentationml.slide+xml"/>
  <Override PartName="/ppt/beginner/notesSlides/notesSlide5.xml" ContentType="application/vnd.openxmlformats-officedocument.presentationml.notesSlide+xml"/>
  <Override PartName="/ppt/slides/beginner_slide6.xml" ContentType="application/vnd.openxmlformats-officedocument.presentationml.slide+xml"/>
  <Override PartName="/ppt/beginner/notesSlides/notesSlide6.xml" ContentType="application/vnd.openxmlformats-officedocument.presentationml.notesSlide+xml"/>
  <Override PartName="/ppt/slides/beginner_slide7.xml" ContentType="application/vnd.openxmlformats-officedocument.presentationml.slide+xml"/>
  <Override PartName="/ppt/beginner/notesSlides/notesSlide7.xml" ContentType="application/vnd.openxmlformats-officedocument.presentationml.notesSlide+xml"/>
  <Override PartName="/ppt/slides/beginner_slide8.xml" ContentType="application/vnd.openxmlformats-officedocument.presentationml.slide+xml"/>
  <Override PartName="/ppt/beginner/notesSlides/notesSlide8.xml" ContentType="application/vnd.openxmlformats-officedocument.presentationml.notesSlide+xml"/>
  <Override PartName="/ppt/slides/beginner_slide9.xml" ContentType="application/vnd.openxmlformats-officedocument.presentationml.slide+xml"/>
  <Override PartName="/ppt/beginner/notesSlides/notesSlide9.xml" ContentType="application/vnd.openxmlformats-officedocument.presentationml.notesSlide+xml"/>
  <Override PartName="/ppt/slides/beginner_slide10.xml" ContentType="application/vnd.openxmlformats-officedocument.presentationml.slide+xml"/>
  <Override PartName="/ppt/beginner/notesSlides/notesSlide10.xml" ContentType="application/vnd.openxmlformats-officedocument.presentationml.notesSlide+xml"/>
  <Override PartName="/ppt/slides/beginner_slide11.xml" ContentType="application/vnd.openxmlformats-officedocument.presentationml.slide+xml"/>
  <Override PartName="/ppt/beginner/notesSlides/notesSlide11.xml" ContentType="application/vnd.openxmlformats-officedocument.presentationml.notesSlide+xml"/>
  <Override PartName="/ppt/slides/beginner_slide12.xml" ContentType="application/vnd.openxmlformats-officedocument.presentationml.slide+xml"/>
  <Override PartName="/ppt/beginner/notesSlides/notesSlide12.xml" ContentType="application/vnd.openxmlformats-officedocument.presentationml.notesSlide+xml"/>
  <Override PartName="/ppt/slides/beginner_slide13.xml" ContentType="application/vnd.openxmlformats-officedocument.presentationml.slide+xml"/>
  <Override PartName="/ppt/beginner/notesSlides/notesSlide13.xml" ContentType="application/vnd.openxmlformats-officedocument.presentationml.notesSlide+xml"/>
  <Override PartName="/ppt/slides/beginner_slide14.xml" ContentType="application/vnd.openxmlformats-officedocument.presentationml.slide+xml"/>
  <Override PartName="/ppt/beginner/notesSlides/notesSlide14.xml" ContentType="application/vnd.openxmlformats-officedocument.presentationml.notesSlide+xml"/>
  <Override PartName="/ppt/slides/beginner_slide15.xml" ContentType="application/vnd.openxmlformats-officedocument.presentationml.slide+xml"/>
  <Override PartName="/ppt/beginner/notesSlides/notesSlide15.xml" ContentType="application/vnd.openxmlformats-officedocument.presentationml.notesSlide+xml"/>
  <Override PartName="/ppt/slides/beginner_slide16.xml" ContentType="application/vnd.openxmlformats-officedocument.presentationml.slide+xml"/>
  <Override PartName="/ppt/beginner/notesSlides/notesSlide16.xml" ContentType="application/vnd.openxmlformats-officedocument.presentationml.notesSlide+xml"/>
  <Override PartName="/ppt/slides/beginner_slide17.xml" ContentType="application/vnd.openxmlformats-officedocument.presentationml.slide+xml"/>
  <Override PartName="/ppt/beginner/notesSlides/notesSlide17.xml" ContentType="application/vnd.openxmlformats-officedocument.presentationml.notesSlide+xml"/>
  <Override PartName="/ppt/slides/beginner_slide18.xml" ContentType="application/vnd.openxmlformats-officedocument.presentationml.slide+xml"/>
  <Override PartName="/ppt/beginner/notesSlides/notesSlide18.xml" ContentType="application/vnd.openxmlformats-officedocument.presentationml.notesSlide+xml"/>
  <Override PartName="/ppt/slides/beginner_slide19.xml" ContentType="application/vnd.openxmlformats-officedocument.presentationml.slide+xml"/>
  <Override PartName="/ppt/beginner/notesSlides/notesSlide19.xml" ContentType="application/vnd.openxmlformats-officedocument.presentationml.notesSlide+xml"/>
  <Override PartName="/ppt/slides/beginner_slide20.xml" ContentType="application/vnd.openxmlformats-officedocument.presentationml.slide+xml"/>
  <Override PartName="/ppt/beginner/notesSlides/notesSlide20.xml" ContentType="application/vnd.openxmlformats-officedocument.presentationml.notesSlide+xml"/>
  <Override PartName="/ppt/slides/beginner_slide21.xml" ContentType="application/vnd.openxmlformats-officedocument.presentationml.slide+xml"/>
  <Override PartName="/ppt/beginner/notesSlides/notesSlide21.xml" ContentType="application/vnd.openxmlformats-officedocument.presentationml.notesSlide+xml"/>
  <Override PartName="/ppt/slides/beginner_slide22.xml" ContentType="application/vnd.openxmlformats-officedocument.presentationml.slide+xml"/>
  <Override PartName="/ppt/beginner/notesSlides/notesSlide22.xml" ContentType="application/vnd.openxmlformats-officedocument.presentationml.notesSlide+xml"/>
  <Override PartName="/ppt/slides/beginner_slide23.xml" ContentType="application/vnd.openxmlformats-officedocument.presentationml.slide+xml"/>
  <Override PartName="/ppt/beginner/notesSlides/notesSlide23.xml" ContentType="application/vnd.openxmlformats-officedocument.presentationml.notesSlide+xml"/>
  <Override PartName="/ppt/slides/beginner_slide24.xml" ContentType="application/vnd.openxmlformats-officedocument.presentationml.slide+xml"/>
  <Override PartName="/ppt/beginner/notesSlides/notesSlide24.xml" ContentType="application/vnd.openxmlformats-officedocument.presentationml.notesSlide+xml"/>
  <Override PartName="/ppt/slides/beginner_slide25.xml" ContentType="application/vnd.openxmlformats-officedocument.presentationml.slide+xml"/>
  <Override PartName="/ppt/beginner/notesSlides/notesSlide25.xml" ContentType="application/vnd.openxmlformats-officedocument.presentationml.notesSlide+xml"/>
  <Override PartName="/ppt/slides/beginner_slide26.xml" ContentType="application/vnd.openxmlformats-officedocument.presentationml.slide+xml"/>
  <Override PartName="/ppt/beginner/notesSlides/notesSlide26.xml" ContentType="application/vnd.openxmlformats-officedocument.presentationml.notesSlide+xml"/>
  <Override PartName="/ppt/slides/sdkscope_slide1.xml" ContentType="application/vnd.openxmlformats-officedocument.presentationml.slide+xml"/>
  <Override PartName="/ppt/sdkscope/slideLayouts/slideLayout6.xml" ContentType="application/vnd.openxmlformats-officedocument.presentationml.slideLayout+xml"/>
  <Override PartName="/ppt/sdkscope/slideMasters/slideMaster1.xml" ContentType="application/vnd.openxmlformats-officedocument.presentationml.slideMaster+xml"/>
  <Override PartName="/ppt/sdkscope/slideMasters/theme/theme2.xml" ContentType="application/vnd.openxmlformats-officedocument.theme+xml"/>
  <Override PartName="/ppt/sdkscope/slideLayouts/slideLayout1.xml" ContentType="application/vnd.openxmlformats-officedocument.presentationml.slideLayout+xml"/>
  <Override PartName="/ppt/sdkscope/slideLayouts/slideLayout2.xml" ContentType="application/vnd.openxmlformats-officedocument.presentationml.slideLayout+xml"/>
  <Override PartName="/ppt/sdkscope/slideLayouts/slideLayout3.xml" ContentType="application/vnd.openxmlformats-officedocument.presentationml.slideLayout+xml"/>
  <Override PartName="/ppt/sdkscope/slideLayouts/slideLayout4.xml" ContentType="application/vnd.openxmlformats-officedocument.presentationml.slideLayout+xml"/>
  <Override PartName="/ppt/sdkscope/slideLayouts/slideLayout5.xml" ContentType="application/vnd.openxmlformats-officedocument.presentationml.slideLayout+xml"/>
  <Override PartName="/ppt/sdkscope/notesSlides/notesSlide1.xml" ContentType="application/vnd.openxmlformats-officedocument.presentationml.notesSlide+xml"/>
  <Override PartName="/ppt/slides/sdkscope_slide2.xml" ContentType="application/vnd.openxmlformats-officedocument.presentationml.slide+xml"/>
  <Override PartName="/ppt/sdkscope/notesSlides/notesSlide2.xml" ContentType="application/vnd.openxmlformats-officedocument.presentationml.notesSlide+xml"/>
  <Override PartName="/ppt/slides/sdkscope_slide3.xml" ContentType="application/vnd.openxmlformats-officedocument.presentationml.slide+xml"/>
  <Override PartName="/ppt/sdkscope/notesSlides/notesSlide3.xml" ContentType="application/vnd.openxmlformats-officedocument.presentationml.notesSlide+xml"/>
  <Override PartName="/ppt/slides/sdkscope_slide4.xml" ContentType="application/vnd.openxmlformats-officedocument.presentationml.slide+xml"/>
  <Override PartName="/ppt/sdkscope/notesSlides/notesSlide4.xml" ContentType="application/vnd.openxmlformats-officedocument.presentationml.notesSlide+xml"/>
  <Override PartName="/ppt/slides/cmsiswest_slide1.xml" ContentType="application/vnd.openxmlformats-officedocument.presentationml.slide+xml"/>
  <Override PartName="/ppt/cmsiswest/slideLayouts/slideLayout6.xml" ContentType="application/vnd.openxmlformats-officedocument.presentationml.slideLayout+xml"/>
  <Override PartName="/ppt/cmsiswest/slideMasters/slideMaster1.xml" ContentType="application/vnd.openxmlformats-officedocument.presentationml.slideMaster+xml"/>
  <Override PartName="/ppt/cmsiswest/slideMasters/theme/theme2.xml" ContentType="application/vnd.openxmlformats-officedocument.theme+xml"/>
  <Override PartName="/ppt/cmsiswest/slideLayouts/slideLayout1.xml" ContentType="application/vnd.openxmlformats-officedocument.presentationml.slideLayout+xml"/>
  <Override PartName="/ppt/cmsiswest/slideLayouts/slideLayout2.xml" ContentType="application/vnd.openxmlformats-officedocument.presentationml.slideLayout+xml"/>
  <Override PartName="/ppt/cmsiswest/slideLayouts/slideLayout3.xml" ContentType="application/vnd.openxmlformats-officedocument.presentationml.slideLayout+xml"/>
  <Override PartName="/ppt/cmsiswest/slideLayouts/slideLayout4.xml" ContentType="application/vnd.openxmlformats-officedocument.presentationml.slideLayout+xml"/>
  <Override PartName="/ppt/cmsiswest/slideLayouts/slideLayout5.xml" ContentType="application/vnd.openxmlformats-officedocument.presentationml.slideLayout+xml"/>
  <Override PartName="/ppt/cmsiswest/notesSlides/notesSlide1.xml" ContentType="application/vnd.openxmlformats-officedocument.presentationml.notesSlide+xml"/>
  <Override PartName="/ppt/slides/cmsiswest_slide2.xml" ContentType="application/vnd.openxmlformats-officedocument.presentationml.slide+xml"/>
  <Override PartName="/ppt/cmsiswest/notesSlides/notesSlide2.xml" ContentType="application/vnd.openxmlformats-officedocument.presentationml.notesSlide+xml"/>
  <Override PartName="/ppt/slides/cmsiswest_slide3.xml" ContentType="application/vnd.openxmlformats-officedocument.presentationml.slide+xml"/>
  <Override PartName="/ppt/cmsiswest/notesSlides/notesSlide3.xml" ContentType="application/vnd.openxmlformats-officedocument.presentationml.notesSlide+xml"/>
  <Override PartName="/ppt/slides/cmsiswest_slide4.xml" ContentType="application/vnd.openxmlformats-officedocument.presentationml.slide+xml"/>
  <Override PartName="/ppt/cmsiswest/notesSlides/notesSlide4.xml" ContentType="application/vnd.openxmlformats-officedocument.presentationml.notesSlide+xml"/>
  <Override PartName="/ppt/slides/cmsiswest_slide5.xml" ContentType="application/vnd.openxmlformats-officedocument.presentationml.slide+xml"/>
  <Override PartName="/ppt/cmsiswest/notesSlides/notesSlide5.xml" ContentType="application/vnd.openxmlformats-officedocument.presentationml.notesSlide+xml"/>
  <Override PartName="/ppt/slides/cmsiswest_slide6.xml" ContentType="application/vnd.openxmlformats-officedocument.presentationml.slide+xml"/>
  <Override PartName="/ppt/cmsiswest/notesSlides/notesSlide6.xml" ContentType="application/vnd.openxmlformats-officedocument.presentationml.notesSlide+xml"/>
  <Override PartName="/ppt/slides/cmsiswest_slide7.xml" ContentType="application/vnd.openxmlformats-officedocument.presentationml.slide+xml"/>
  <Override PartName="/ppt/cmsiswest/notesSlides/notesSlide7.xml" ContentType="application/vnd.openxmlformats-officedocument.presentationml.notesSlide+xml"/>
  <Override PartName="/ppt/slides/cmsiswest_slide13.xml" ContentType="application/vnd.openxmlformats-officedocument.presentationml.slide+xml"/>
  <Override PartName="/ppt/cmsiswest/notesSlides/notesSlide13.xml" ContentType="application/vnd.openxmlformats-officedocument.presentationml.notesSlide+xml"/>
  <Override PartName="/ppt/slides/cmsiswest_slide8.xml" ContentType="application/vnd.openxmlformats-officedocument.presentationml.slide+xml"/>
  <Override PartName="/ppt/cmsiswest/notesSlides/notesSlide8.xml" ContentType="application/vnd.openxmlformats-officedocument.presentationml.notesSlide+xml"/>
  <Override PartName="/ppt/slides/cmsiswest_slide9.xml" ContentType="application/vnd.openxmlformats-officedocument.presentationml.slide+xml"/>
  <Override PartName="/ppt/cmsiswest/notesSlides/notesSlide9.xml" ContentType="application/vnd.openxmlformats-officedocument.presentationml.notesSlide+xml"/>
  <Override PartName="/ppt/slides/cmsiswest_slide10.xml" ContentType="application/vnd.openxmlformats-officedocument.presentationml.slide+xml"/>
  <Override PartName="/ppt/cmsiswest/notesSlides/notesSlide10.xml" ContentType="application/vnd.openxmlformats-officedocument.presentationml.notesSlide+xml"/>
  <Override PartName="/ppt/slides/cmsiswest_slide11.xml" ContentType="application/vnd.openxmlformats-officedocument.presentationml.slide+xml"/>
  <Override PartName="/ppt/cmsiswest/notesSlides/notesSlide11.xml" ContentType="application/vnd.openxmlformats-officedocument.presentationml.notesSlide+xml"/>
  <Override PartName="/ppt/slides/cmsiswest_slide12.xml" ContentType="application/vnd.openxmlformats-officedocument.presentationml.slide+xml"/>
  <Override PartName="/ppt/cmsiswest/notesSlides/notesSlide12.xml" ContentType="application/vnd.openxmlformats-officedocument.presentationml.notesSlide+xml"/>
  <Override PartName="/ppt/theme/lizhaojunCoverTheme.xml" ContentType="application/vnd.openxmlformats-officedocument.theme+xml"/>
  <Override PartName="/ppt/slideMasters/lizhaojunCoverMaster.xml" ContentType="application/vnd.openxmlformats-officedocument.presentationml.slideMaster+xml"/>
  <Override PartName="/ppt/slideLayouts/lizhaojunCoverLayout.xml" ContentType="application/vnd.openxmlformats-officedocument.presentationml.slideLayout+xml"/>
  <Override PartName="/ppt/slides/standalone_toolchain_7.xml" ContentType="application/vnd.openxmlformats-officedocument.presentationml.slide+xml"/>
  <Override PartName="/ppt/notesSlides/standalone_toolchain_7.xml" ContentType="application/vnd.openxmlformats-officedocument.presentationml.notesSlide+xml"/>
  <Override PartName="/ppt/slides/standalone_toolchain_8.xml" ContentType="application/vnd.openxmlformats-officedocument.presentationml.slide+xml"/>
  <Override PartName="/ppt/notesSlides/standalone_toolchain_8.xml" ContentType="application/vnd.openxmlformats-officedocument.presentationml.notesSlide+xml"/>
  <Override PartName="/ppt/slides/standalone_toolchain_9.xml" ContentType="application/vnd.openxmlformats-officedocument.presentationml.slide+xml"/>
  <Override PartName="/ppt/notesSlides/standalone_toolchain_9.xml" ContentType="application/vnd.openxmlformats-officedocument.presentationml.notesSlide+xml"/>
  <Override PartName="/ppt/slides/firmware_formats.xml" ContentType="application/vnd.openxmlformats-officedocument.presentationml.slide+xml"/>
  <Override PartName="/ppt/notesSlides/firmware_formats.xml" ContentType="application/vnd.openxmlformats-officedocument.presentationml.notesSlide+xml"/>
  <Override PartName="/ppt/slides/guide30.xml" ContentType="application/vnd.openxmlformats-officedocument.presentationml.slide+xml"/>
  <Override PartName="/ppt/notesSlides/guide30.xml" ContentType="application/vnd.openxmlformats-officedocument.presentationml.notesSlide+xml"/>
  <Override PartName="/ppt/slides/guide31.xml" ContentType="application/vnd.openxmlformats-officedocument.presentationml.slide+xml"/>
  <Override PartName="/ppt/notesSlides/guide3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d2ed2195fa34a81"/><Relationship Type="http://schemas.openxmlformats.org/officeDocument/2006/relationships/extended-properties" Target="/docProps/app.xml" Id="Rdcc32e8e34cb41c6"/><Relationship Type="http://schemas.openxmlformats.org/officeDocument/2006/relationships/officeDocument" Target="/ppt/presentation.xml" Id="Re25740bbb5184386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88aa1980f4697"/>
    <p:sldMasterId xmlns:ns0="http://schemas.openxmlformats.org/officeDocument/2006/relationships" id="2147483655" ns0:id="rIdRestoredCoverMaster2147483655"/>
    <p:sldMasterId xmlns:ns0="http://schemas.openxmlformats.org/officeDocument/2006/relationships" id="2147483662" ns0:id="rIdBeginnerMaster2147483662"/>
    <p:sldMasterId xmlns:ns0="http://schemas.openxmlformats.org/officeDocument/2006/relationships" id="2147483669" ns0:id="rIdSdkScopeMaster2147483669"/>
    <p:sldMasterId xmlns:ns0="http://schemas.openxmlformats.org/officeDocument/2006/relationships" id="2147483676" ns0:id="rIdCmsisWestMaster2147483676"/>
    <p:sldMasterId xmlns:ns0="http://schemas.openxmlformats.org/officeDocument/2006/relationships" id="2147483684" ns0:id="rIdLizhaojunCover"/>
  </p:sldMasterIdLst>
  <p:notesMasterIdLst>
    <p:notesMasterId xmlns:r="http://schemas.openxmlformats.org/officeDocument/2006/relationships" r:id="R77df47e2dd254d93"/>
  </p:notesMasterIdLst>
  <p:sldIdLst>
    <p:sldId xmlns:ns0="http://schemas.openxmlformats.org/officeDocument/2006/relationships" id="801" ns0:id="rIdGuideOrder1"/>
    <p:sldId xmlns:ns1="http://schemas.openxmlformats.org/officeDocument/2006/relationships" id="802" ns1:id="rIdGuideOrder2"/>
    <p:sldId xmlns:ns2="http://schemas.openxmlformats.org/officeDocument/2006/relationships" id="803" ns2:id="rIdGuideOrder3"/>
    <p:sldId xmlns:ns3="http://schemas.openxmlformats.org/officeDocument/2006/relationships" id="804" ns3:id="rIdGuideOrder4"/>
    <p:sldId xmlns:ns4="http://schemas.openxmlformats.org/officeDocument/2006/relationships" id="805" ns4:id="rIdGuideOrder5"/>
    <p:sldId xmlns:ns5="http://schemas.openxmlformats.org/officeDocument/2006/relationships" id="806" ns5:id="rIdGuideOrder6"/>
    <p:sldId xmlns:ns6="http://schemas.openxmlformats.org/officeDocument/2006/relationships" id="807" ns6:id="rIdGuideOrder7"/>
    <p:sldId xmlns:ns7="http://schemas.openxmlformats.org/officeDocument/2006/relationships" id="808" ns7:id="rIdGuideOrder8"/>
    <p:sldId xmlns:ns8="http://schemas.openxmlformats.org/officeDocument/2006/relationships" id="809" ns8:id="rIdGuideOrder9"/>
    <p:sldId xmlns:ns9="http://schemas.openxmlformats.org/officeDocument/2006/relationships" id="810" ns9:id="rIdGuideOrder10"/>
    <p:sldId xmlns:ns10="http://schemas.openxmlformats.org/officeDocument/2006/relationships" id="811" ns10:id="rIdGuideOrder11"/>
    <p:sldId xmlns:ns11="http://schemas.openxmlformats.org/officeDocument/2006/relationships" id="812" ns11:id="rIdGuideOrder12"/>
    <p:sldId xmlns:ns12="http://schemas.openxmlformats.org/officeDocument/2006/relationships" id="813" ns12:id="rIdGuideOrder13"/>
    <p:sldId xmlns:ns13="http://schemas.openxmlformats.org/officeDocument/2006/relationships" id="814" ns13:id="rIdGuideOrder14"/>
    <p:sldId xmlns:ns14="http://schemas.openxmlformats.org/officeDocument/2006/relationships" id="815" ns14:id="rIdGuideOrder15"/>
    <p:sldId xmlns:ns15="http://schemas.openxmlformats.org/officeDocument/2006/relationships" id="816" ns15:id="rIdGuideOrder16"/>
    <p:sldId xmlns:ns16="http://schemas.openxmlformats.org/officeDocument/2006/relationships" id="817" ns16:id="rIdGuideOrder17"/>
    <p:sldId xmlns:ns17="http://schemas.openxmlformats.org/officeDocument/2006/relationships" id="818" ns17:id="rIdGuideOrder18"/>
    <p:sldId xmlns:ns18="http://schemas.openxmlformats.org/officeDocument/2006/relationships" id="819" ns18:id="rIdGuideOrder19"/>
    <p:sldId xmlns:ns19="http://schemas.openxmlformats.org/officeDocument/2006/relationships" id="820" ns19:id="rIdGuideOrder20"/>
    <p:sldId xmlns:ns20="http://schemas.openxmlformats.org/officeDocument/2006/relationships" id="821" ns20:id="rIdGuideOrder21"/>
    <p:sldId xmlns:ns21="http://schemas.openxmlformats.org/officeDocument/2006/relationships" id="822" ns21:id="rIdGuideOrder22"/>
    <p:sldId xmlns:ns22="http://schemas.openxmlformats.org/officeDocument/2006/relationships" id="823" ns22:id="rIdGuideOrder23"/>
    <p:sldId xmlns:ns23="http://schemas.openxmlformats.org/officeDocument/2006/relationships" id="824" ns23:id="rIdGuideOrder24"/>
    <p:sldId xmlns:ns24="http://schemas.openxmlformats.org/officeDocument/2006/relationships" id="825" ns24:id="rIdGuideOrder25"/>
    <p:sldId xmlns:ns25="http://schemas.openxmlformats.org/officeDocument/2006/relationships" id="826" ns25:id="rIdGuideOrder26"/>
    <p:sldId xmlns:ns26="http://schemas.openxmlformats.org/officeDocument/2006/relationships" id="827" ns26:id="rIdGuideOrder27"/>
    <p:sldId xmlns:ns27="http://schemas.openxmlformats.org/officeDocument/2006/relationships" id="828" ns27:id="rIdGuideOrder28"/>
    <p:sldId xmlns:ns28="http://schemas.openxmlformats.org/officeDocument/2006/relationships" id="829" ns28:id="rIdGuideOrder29"/>
    <p:sldId xmlns:ns29="http://schemas.openxmlformats.org/officeDocument/2006/relationships" id="830" ns29:id="rIdGuideOrder30"/>
    <p:sldId xmlns:ns30="http://schemas.openxmlformats.org/officeDocument/2006/relationships" id="831" ns30:id="rIdGuideOrder31"/>
    <p:sldId xmlns:ns31="http://schemas.openxmlformats.org/officeDocument/2006/relationships" id="832" ns31:id="rIdGuideOrder32"/>
    <p:sldId xmlns:ns32="http://schemas.openxmlformats.org/officeDocument/2006/relationships" id="833" ns32:id="rIdGuideOrder33"/>
    <p:sldId xmlns:ns33="http://schemas.openxmlformats.org/officeDocument/2006/relationships" id="834" ns33:id="rIdGuideOrder34"/>
    <p:sldId xmlns:ns34="http://schemas.openxmlformats.org/officeDocument/2006/relationships" id="835" ns34:id="rIdGuideOrder35"/>
    <p:sldId xmlns:ns35="http://schemas.openxmlformats.org/officeDocument/2006/relationships" id="836" ns35:id="rIdGuideOrder36"/>
    <p:sldId xmlns:ns36="http://schemas.openxmlformats.org/officeDocument/2006/relationships" id="837" ns36:id="rIdGuideOrder37"/>
    <p:sldId xmlns:ns37="http://schemas.openxmlformats.org/officeDocument/2006/relationships" id="838" ns37:id="rIdGuideOrder38"/>
    <p:sldId xmlns:ns38="http://schemas.openxmlformats.org/officeDocument/2006/relationships" id="839" ns38:id="rIdGuideOrder39"/>
    <p:sldId xmlns:ns39="http://schemas.openxmlformats.org/officeDocument/2006/relationships" id="840" ns39:id="rIdGuideOrder40"/>
    <p:sldId xmlns:ns40="http://schemas.openxmlformats.org/officeDocument/2006/relationships" id="841" ns40:id="rIdGuideOrder41"/>
    <p:sldId xmlns:ns41="http://schemas.openxmlformats.org/officeDocument/2006/relationships" id="842" ns41:id="rIdGuideOrder42"/>
    <p:sldId xmlns:ns42="http://schemas.openxmlformats.org/officeDocument/2006/relationships" id="843" ns42:id="rIdGuideOrder43"/>
    <p:sldId xmlns:ns43="http://schemas.openxmlformats.org/officeDocument/2006/relationships" id="844" ns43:id="rIdGuideOrder44"/>
    <p:sldId xmlns:ns44="http://schemas.openxmlformats.org/officeDocument/2006/relationships" id="845" ns44:id="rIdGuideOrder45"/>
    <p:sldId xmlns:ns45="http://schemas.openxmlformats.org/officeDocument/2006/relationships" id="846" ns45:id="rIdGuideOrder46"/>
    <p:sldId xmlns:ns46="http://schemas.openxmlformats.org/officeDocument/2006/relationships" id="847" ns46:id="rIdGuideOrder47"/>
    <p:sldId xmlns:ns47="http://schemas.openxmlformats.org/officeDocument/2006/relationships" id="848" ns47:id="rIdGuideOrder48"/>
    <p:sldId xmlns:ns48="http://schemas.openxmlformats.org/officeDocument/2006/relationships" id="849" ns48:id="rIdGuideOrder49"/>
    <p:sldId xmlns:ns49="http://schemas.openxmlformats.org/officeDocument/2006/relationships" id="850" ns49:id="rIdGuideOrder50"/>
    <p:sldId xmlns:ns50="http://schemas.openxmlformats.org/officeDocument/2006/relationships" id="851" ns50:id="rIdGuideOrder51"/>
    <p:sldId xmlns:ns51="http://schemas.openxmlformats.org/officeDocument/2006/relationships" id="852" ns51:id="rIdGuideOrder52"/>
    <p:sldId xmlns:ns52="http://schemas.openxmlformats.org/officeDocument/2006/relationships" id="853" ns52:id="rIdGuideOrder53"/>
    <p:sldId xmlns:ns53="http://schemas.openxmlformats.org/officeDocument/2006/relationships" id="854" ns53:id="rIdGuideOrder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daff7a7f50d45bc"/><Relationship Type="http://schemas.openxmlformats.org/officeDocument/2006/relationships/slideMaster" Target="/ppt/slideMasters/slideMaster1.xml" Id="Rd1688aa1980f4697"/><Relationship Type="http://schemas.openxmlformats.org/officeDocument/2006/relationships/notesMaster" Target="/ppt/notesMasters/notesMaster1.xml" Id="R77df47e2dd254d93"/><Relationship Type="http://schemas.openxmlformats.org/officeDocument/2006/relationships/presProps" Target="/ppt/presProps.xml" Id="Rfad610f874bf4e1b"/><Relationship Type="http://schemas.openxmlformats.org/officeDocument/2006/relationships/tableStyles" Target="/ppt/tableStyles.xml" Id="Rc1889adad4434e9f"/><Relationship Id="rIdRestoredCoverMaster2147483655" Type="http://schemas.openxmlformats.org/officeDocument/2006/relationships/slideMaster" Target="restored_cover/slideMasters/slideMaster1.xml"/><Relationship Id="rIdBeginnerMaster2147483662" Type="http://schemas.openxmlformats.org/officeDocument/2006/relationships/slideMaster" Target="beginner/slideMasters/slideMaster1.xml"/><Relationship Id="rIdSdkScopeMaster2147483669" Type="http://schemas.openxmlformats.org/officeDocument/2006/relationships/slideMaster" Target="sdkscope/slideMasters/slideMaster1.xml"/><Relationship Id="rIdCmsisWestMaster2147483676" Type="http://schemas.openxmlformats.org/officeDocument/2006/relationships/slideMaster" Target="cmsiswest/slideMasters/slideMaster1.xml"/><Relationship Id="rIdLizhaojunCover" Type="http://schemas.openxmlformats.org/officeDocument/2006/relationships/slideMaster" Target="/ppt/slideMasters/lizhaojunCoverMaster.xml"/><Relationship Id="rIdGuideOrder1" Type="http://schemas.openxmlformats.org/officeDocument/2006/relationships/slide" Target="slides/slide1.xml"/><Relationship Id="rIdGuideOrder2" Type="http://schemas.openxmlformats.org/officeDocument/2006/relationships/slide" Target="slides/guide30.xml"/><Relationship Id="rIdGuideOrder3" Type="http://schemas.openxmlformats.org/officeDocument/2006/relationships/slide" Target="slides/slide2.xml"/><Relationship Id="rIdGuideOrder4" Type="http://schemas.openxmlformats.org/officeDocument/2006/relationships/slide" Target="slides/beginner_slide1.xml"/><Relationship Id="rIdGuideOrder5" Type="http://schemas.openxmlformats.org/officeDocument/2006/relationships/slide" Target="slides/slide3.xml"/><Relationship Id="rIdGuideOrder6" Type="http://schemas.openxmlformats.org/officeDocument/2006/relationships/slide" Target="slides/slide4.xml"/><Relationship Id="rIdGuideOrder7" Type="http://schemas.openxmlformats.org/officeDocument/2006/relationships/slide" Target="slides/slide5.xml"/><Relationship Id="rIdGuideOrder8" Type="http://schemas.openxmlformats.org/officeDocument/2006/relationships/slide" Target="slides/beginner_slide2.xml"/><Relationship Id="rIdGuideOrder9" Type="http://schemas.openxmlformats.org/officeDocument/2006/relationships/slide" Target="slides/cmsiswest_slide1.xml"/><Relationship Id="rIdGuideOrder10" Type="http://schemas.openxmlformats.org/officeDocument/2006/relationships/slide" Target="slides/cmsiswest_slide2.xml"/><Relationship Id="rIdGuideOrder11" Type="http://schemas.openxmlformats.org/officeDocument/2006/relationships/slide" Target="slides/cmsiswest_slide3.xml"/><Relationship Id="rIdGuideOrder12" Type="http://schemas.openxmlformats.org/officeDocument/2006/relationships/slide" Target="slides/cmsiswest_slide4.xml"/><Relationship Id="rIdGuideOrder13" Type="http://schemas.openxmlformats.org/officeDocument/2006/relationships/slide" Target="slides/cmsiswest_slide5.xml"/><Relationship Id="rIdGuideOrder14" Type="http://schemas.openxmlformats.org/officeDocument/2006/relationships/slide" Target="slides/cmsiswest_slide6.xml"/><Relationship Id="rIdGuideOrder15" Type="http://schemas.openxmlformats.org/officeDocument/2006/relationships/slide" Target="slides/standalone_toolchain_7.xml"/><Relationship Id="rIdGuideOrder16" Type="http://schemas.openxmlformats.org/officeDocument/2006/relationships/slide" Target="slides/standalone_toolchain_8.xml"/><Relationship Id="rIdGuideOrder17" Type="http://schemas.openxmlformats.org/officeDocument/2006/relationships/slide" Target="slides/standalone_toolchain_9.xml"/><Relationship Id="rIdGuideOrder18" Type="http://schemas.openxmlformats.org/officeDocument/2006/relationships/slide" Target="slides/beginner_slide8.xml"/><Relationship Id="rIdGuideOrder19" Type="http://schemas.openxmlformats.org/officeDocument/2006/relationships/slide" Target="slides/slide12.xml"/><Relationship Id="rIdGuideOrder20" Type="http://schemas.openxmlformats.org/officeDocument/2006/relationships/slide" Target="slides/slide13.xml"/><Relationship Id="rIdGuideOrder21" Type="http://schemas.openxmlformats.org/officeDocument/2006/relationships/slide" Target="slides/beginner_slide9.xml"/><Relationship Id="rIdGuideOrder22" Type="http://schemas.openxmlformats.org/officeDocument/2006/relationships/slide" Target="slides/beginner_slide10.xml"/><Relationship Id="rIdGuideOrder23" Type="http://schemas.openxmlformats.org/officeDocument/2006/relationships/slide" Target="slides/beginner_slide11.xml"/><Relationship Id="rIdGuideOrder24" Type="http://schemas.openxmlformats.org/officeDocument/2006/relationships/slide" Target="slides/beginner_slide12.xml"/><Relationship Id="rIdGuideOrder25" Type="http://schemas.openxmlformats.org/officeDocument/2006/relationships/slide" Target="slides/beginner_slide13.xml"/><Relationship Id="rIdGuideOrder26" Type="http://schemas.openxmlformats.org/officeDocument/2006/relationships/slide" Target="slides/beginner_slide14.xml"/><Relationship Id="rIdGuideOrder27" Type="http://schemas.openxmlformats.org/officeDocument/2006/relationships/slide" Target="slides/cmsiswest_slide7.xml"/><Relationship Id="rIdGuideOrder28" Type="http://schemas.openxmlformats.org/officeDocument/2006/relationships/slide" Target="slides/beginner_slide16.xml"/><Relationship Id="rIdGuideOrder29" Type="http://schemas.openxmlformats.org/officeDocument/2006/relationships/slide" Target="slides/slide20.xml"/><Relationship Id="rIdGuideOrder30" Type="http://schemas.openxmlformats.org/officeDocument/2006/relationships/slide" Target="slides/slide21.xml"/><Relationship Id="rIdGuideOrder31" Type="http://schemas.openxmlformats.org/officeDocument/2006/relationships/slide" Target="slides/beginner_slide17.xml"/><Relationship Id="rIdGuideOrder32" Type="http://schemas.openxmlformats.org/officeDocument/2006/relationships/slide" Target="slides/guide31.xml"/><Relationship Id="rIdGuideOrder33" Type="http://schemas.openxmlformats.org/officeDocument/2006/relationships/slide" Target="slides/beginner_slide18.xml"/><Relationship Id="rIdGuideOrder34" Type="http://schemas.openxmlformats.org/officeDocument/2006/relationships/slide" Target="slides/slide23.xml"/><Relationship Id="rIdGuideOrder35" Type="http://schemas.openxmlformats.org/officeDocument/2006/relationships/slide" Target="slides/beginner_slide19.xml"/><Relationship Id="rIdGuideOrder36" Type="http://schemas.openxmlformats.org/officeDocument/2006/relationships/slide" Target="slides/slide24.xml"/><Relationship Id="rIdGuideOrder37" Type="http://schemas.openxmlformats.org/officeDocument/2006/relationships/slide" Target="slides/beginner_slide20.xml"/><Relationship Id="rIdGuideOrder38" Type="http://schemas.openxmlformats.org/officeDocument/2006/relationships/slide" Target="slides/beginner_slide21.xml"/><Relationship Id="rIdGuideOrder39" Type="http://schemas.openxmlformats.org/officeDocument/2006/relationships/slide" Target="slides/slide26.xml"/><Relationship Id="rIdGuideOrder40" Type="http://schemas.openxmlformats.org/officeDocument/2006/relationships/slide" Target="slides/beginner_slide22.xml"/><Relationship Id="rIdGuideOrder41" Type="http://schemas.openxmlformats.org/officeDocument/2006/relationships/slide" Target="slides/slide27.xml"/><Relationship Id="rIdGuideOrder42" Type="http://schemas.openxmlformats.org/officeDocument/2006/relationships/slide" Target="slides/beginner_slide23.xml"/><Relationship Id="rIdGuideOrder43" Type="http://schemas.openxmlformats.org/officeDocument/2006/relationships/slide" Target="slides/cmsiswest_slide13.xml"/><Relationship Id="rIdGuideOrder44" Type="http://schemas.openxmlformats.org/officeDocument/2006/relationships/slide" Target="slides/cmsiswest_slide8.xml"/><Relationship Id="rIdGuideOrder45" Type="http://schemas.openxmlformats.org/officeDocument/2006/relationships/slide" Target="slides/cmsiswest_slide9.xml"/><Relationship Id="rIdGuideOrder46" Type="http://schemas.openxmlformats.org/officeDocument/2006/relationships/slide" Target="slides/firmware_formats.xml"/><Relationship Id="rIdGuideOrder47" Type="http://schemas.openxmlformats.org/officeDocument/2006/relationships/slide" Target="slides/cmsiswest_slide10.xml"/><Relationship Id="rIdGuideOrder48" Type="http://schemas.openxmlformats.org/officeDocument/2006/relationships/slide" Target="slides/slide31.xml"/><Relationship Id="rIdGuideOrder49" Type="http://schemas.openxmlformats.org/officeDocument/2006/relationships/slide" Target="slides/slide32.xml"/><Relationship Id="rIdGuideOrder50" Type="http://schemas.openxmlformats.org/officeDocument/2006/relationships/slide" Target="slides/slide33.xml"/><Relationship Id="rIdGuideOrder51" Type="http://schemas.openxmlformats.org/officeDocument/2006/relationships/slide" Target="slides/slide34.xml"/><Relationship Id="rIdGuideOrder52" Type="http://schemas.openxmlformats.org/officeDocument/2006/relationships/slide" Target="slides/sdkscope_slide2.xml"/><Relationship Id="rIdGuideOrder53" Type="http://schemas.openxmlformats.org/officeDocument/2006/relationships/slide" Target="slides/cmsiswest_slide11.xml"/><Relationship Id="rIdGuideOrder54" Type="http://schemas.openxmlformats.org/officeDocument/2006/relationships/slide" Target="slides/cmsiswest_slide12.xml"/></Relationships>
</file>

<file path=ppt/beginner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.xml" Id="R023f7440265e4120"/><Relationship Type="http://schemas.openxmlformats.org/officeDocument/2006/relationships/notesMaster" Target="../../notesMasters/notesMaster1.xml" Id="R35f8a558b0c14f49"/></Relationships>
</file>

<file path=ppt/beginner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.xml" Id="Rbc9a03e75097403a"/><Relationship Type="http://schemas.openxmlformats.org/officeDocument/2006/relationships/notesMaster" Target="../../notesMasters/notesMaster1.xml" Id="R5114737c3084497a"/></Relationships>
</file>

<file path=ppt/beginner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3.xml" Id="R5145da0c294846b4"/><Relationship Type="http://schemas.openxmlformats.org/officeDocument/2006/relationships/notesMaster" Target="../../notesMasters/notesMaster1.xml" Id="Rd9647d86fdf543bf"/></Relationships>
</file>

<file path=ppt/beginner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4.xml" Id="R346290f9c05c496f"/><Relationship Type="http://schemas.openxmlformats.org/officeDocument/2006/relationships/notesMaster" Target="../../notesMasters/notesMaster1.xml" Id="Raf8364f2c5db48af"/></Relationships>
</file>

<file path=ppt/beginner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5.xml" Id="R0b2542b9928242a7"/><Relationship Type="http://schemas.openxmlformats.org/officeDocument/2006/relationships/notesMaster" Target="../../notesMasters/notesMaster1.xml" Id="R2c320d59ea8b4d57"/></Relationships>
</file>

<file path=ppt/beginner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6.xml" Id="R1a4a3a2f02a049ed"/><Relationship Type="http://schemas.openxmlformats.org/officeDocument/2006/relationships/notesMaster" Target="../../notesMasters/notesMaster1.xml" Id="R043b20cebaf14e35"/></Relationships>
</file>

<file path=ppt/beginner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7.xml" Id="Rb98864eeae7e4147"/><Relationship Type="http://schemas.openxmlformats.org/officeDocument/2006/relationships/notesMaster" Target="../../notesMasters/notesMaster1.xml" Id="Racc851e73b2e4e4e"/></Relationships>
</file>

<file path=ppt/beginner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8.xml" Id="R91af726a8ea24a08"/><Relationship Type="http://schemas.openxmlformats.org/officeDocument/2006/relationships/notesMaster" Target="../../notesMasters/notesMaster1.xml" Id="R192b5b6947d24aaa"/></Relationships>
</file>

<file path=ppt/beginner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9.xml" Id="R8365a9d02a814971"/><Relationship Type="http://schemas.openxmlformats.org/officeDocument/2006/relationships/notesMaster" Target="../../notesMasters/notesMaster1.xml" Id="Re5b4cda5364a4d1b"/></Relationships>
</file>

<file path=ppt/beginner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0.xml" Id="R1494ab1295d44adb"/><Relationship Type="http://schemas.openxmlformats.org/officeDocument/2006/relationships/notesMaster" Target="../../notesMasters/notesMaster1.xml" Id="R5d5c4625dcb048b3"/></Relationships>
</file>

<file path=ppt/beginner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1.xml" Id="R9d3640e7170e4abc"/><Relationship Type="http://schemas.openxmlformats.org/officeDocument/2006/relationships/notesMaster" Target="../../notesMasters/notesMaster1.xml" Id="R099ec8c554dd4a0f"/></Relationships>
</file>

<file path=ppt/beginner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2.xml" Id="R4eebb5881da04f13"/><Relationship Type="http://schemas.openxmlformats.org/officeDocument/2006/relationships/notesMaster" Target="../../notesMasters/notesMaster1.xml" Id="R8884eff77f9c4878"/></Relationships>
</file>

<file path=ppt/beginner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3.xml" Id="Rb1816cf871674335"/><Relationship Type="http://schemas.openxmlformats.org/officeDocument/2006/relationships/notesMaster" Target="../../notesMasters/notesMaster1.xml" Id="Rebb54fb432ef441b"/></Relationships>
</file>

<file path=ppt/beginner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4.xml" Id="R46dae368cc4d4770"/><Relationship Type="http://schemas.openxmlformats.org/officeDocument/2006/relationships/notesMaster" Target="../../notesMasters/notesMaster1.xml" Id="R91c3eb9a165b436d"/></Relationships>
</file>

<file path=ppt/beginner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5.xml" Id="R927f6843e4d74b59"/><Relationship Type="http://schemas.openxmlformats.org/officeDocument/2006/relationships/notesMaster" Target="../../notesMasters/notesMaster1.xml" Id="Re3e8612d895740f9"/></Relationships>
</file>

<file path=ppt/beginner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6.xml" Id="R1f4dd8c07b8c4d5f"/><Relationship Type="http://schemas.openxmlformats.org/officeDocument/2006/relationships/notesMaster" Target="../../notesMasters/notesMaster1.xml" Id="R1117340317fe42c1"/></Relationships>
</file>

<file path=ppt/beginner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7.xml" Id="Rbc56a54b8d1c4c28"/><Relationship Type="http://schemas.openxmlformats.org/officeDocument/2006/relationships/notesMaster" Target="../../notesMasters/notesMaster1.xml" Id="R4bb796ee4a7a4c49"/></Relationships>
</file>

<file path=ppt/beginner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8.xml" Id="Rbd0d5a70a5a84826"/><Relationship Type="http://schemas.openxmlformats.org/officeDocument/2006/relationships/notesMaster" Target="../../notesMasters/notesMaster1.xml" Id="R8e2d97c3c68d4ef6"/></Relationships>
</file>

<file path=ppt/beginner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19.xml" Id="Rd981855d91304824"/><Relationship Type="http://schemas.openxmlformats.org/officeDocument/2006/relationships/notesMaster" Target="../../notesMasters/notesMaster1.xml" Id="Rccdad64475644940"/></Relationships>
</file>

<file path=ppt/beginner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0.xml" Id="R5e4ce65ebba64a8e"/><Relationship Type="http://schemas.openxmlformats.org/officeDocument/2006/relationships/notesMaster" Target="../../notesMasters/notesMaster1.xml" Id="Re2816a8c9b374682"/></Relationships>
</file>

<file path=ppt/beginner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1.xml" Id="Rfe21ebe900614925"/><Relationship Type="http://schemas.openxmlformats.org/officeDocument/2006/relationships/notesMaster" Target="../../notesMasters/notesMaster1.xml" Id="R82ac9812eaf4463d"/></Relationships>
</file>

<file path=ppt/beginner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2.xml" Id="Ra004892120334405"/><Relationship Type="http://schemas.openxmlformats.org/officeDocument/2006/relationships/notesMaster" Target="../../notesMasters/notesMaster1.xml" Id="R506683245f7e45b8"/></Relationships>
</file>

<file path=ppt/beginner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3.xml" Id="R4a1d36f50ac64930"/><Relationship Type="http://schemas.openxmlformats.org/officeDocument/2006/relationships/notesMaster" Target="../../notesMasters/notesMaster1.xml" Id="R8a563774a6cb422d"/></Relationships>
</file>

<file path=ppt/beginner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4.xml" Id="Rea39341fdc2a4b15"/><Relationship Type="http://schemas.openxmlformats.org/officeDocument/2006/relationships/notesMaster" Target="../../notesMasters/notesMaster1.xml" Id="R1c94830c341044c9"/></Relationships>
</file>

<file path=ppt/beginner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5.xml" Id="R78bf41c8331e4eea"/><Relationship Type="http://schemas.openxmlformats.org/officeDocument/2006/relationships/notesMaster" Target="../../notesMasters/notesMaster1.xml" Id="R17c9d104fb2642d0"/></Relationships>
</file>

<file path=ppt/beginner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../../slides/beginner_slide26.xml" Id="Rb95ad8c82342408f"/><Relationship Type="http://schemas.openxmlformats.org/officeDocument/2006/relationships/notesMaster" Target="../../notesMasters/notesMaster1.xml" Id="Red3d88e31cd14e14"/></Relationships>
</file>

<file path=ppt/beginner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对应正文：P004_Windows，4.0.1 · 不在原生工程里寻找尚未创建的材料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对应正文：P004_Windows，11.1_先认识已有的 MPS2 与 AN386</a:t>
            </a:r>
          </a:p>
          <a:p xmlns:a="http://schemas.openxmlformats.org/drawingml/2006/main">
            <a:r>
              <a:t># UCRT64；源码根；尚未配置构建。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cat boards/arm/mps2/board.yml</a:t>
            </a:r>
          </a:p>
          <a:p xmlns:a="http://schemas.openxmlformats.org/drawingml/2006/main">
            <a:r>
              <a:t>cat boards/arm/mps2/mps2_an386.dts</a:t>
            </a:r>
          </a:p>
          <a:p xmlns:a="http://schemas.openxmlformats.org/drawingml/2006/main">
            <a:r>
              <a:t>cat boards/arm/mps2/mps2_an386_defconfig</a:t>
            </a:r>
          </a:p>
          <a:p xmlns:a="http://schemas.openxmlformats.org/drawingml/2006/main">
            <a:r>
              <a:t>cat samples/hello_world/src/main.c</a:t>
            </a:r>
          </a:p>
          <a:p xmlns:a="http://schemas.openxmlformats.org/drawingml/2006/main">
            <a:r>
              <a:t>完整操作单元：../commands/P011_Windows/11.1-01.txt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 · 源码包、工具与模块各有入口</a:t>
            </a:r>
          </a:p>
          <a:p xmlns:a="http://schemas.openxmlformats.org/drawingml/2006/main">
            <a:r>
              <a:t>Zephyr_DIR：应用从哪棵主源码取得构建规则。</a:t>
            </a:r>
          </a:p>
          <a:p xmlns:a="http://schemas.openxmlformats.org/drawingml/2006/main">
            <a:r>
              <a:t>ZEPHYR_SDK_INSTALL_DIR：找到已安装的工具，不复制到工程。</a:t>
            </a:r>
          </a:p>
          <a:p xmlns:a="http://schemas.openxmlformats.org/drawingml/2006/main">
            <a:r>
              <a:t>ZEPHYR_MODULES：列出外部模块根，不执行下载。</a:t>
            </a:r>
          </a:p>
          <a:p xmlns:a="http://schemas.openxmlformats.org/drawingml/2006/main">
            <a:r>
              <a:t>BOARD 再选择硬件；配置生成规则，构建才运行编译器。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对应正文：P004_Windows，11.2.1_恢复环境并检查输入</a:t>
            </a:r>
          </a:p>
          <a:p xmlns:a="http://schemas.openxmlformats.org/drawingml/2006/main">
            <a:r>
              <a:t># UCRT64；源码根；重开终端时重新执行本块。</a:t>
            </a:r>
          </a:p>
          <a:p xmlns:a="http://schemas.openxmlformats.org/drawingml/2006/main">
            <a:r>
              <a:t>cd /g/zephyr_practice/zephyr-main</a:t>
            </a:r>
          </a:p>
          <a:p xmlns:a="http://schemas.openxmlformats.org/drawingml/2006/main">
            <a:r>
              <a:t>source .venv/Scripts/activate</a:t>
            </a:r>
          </a:p>
          <a:p xmlns:a="http://schemas.openxmlformats.org/drawingml/2006/main">
            <a:r>
              <a:t>export ZEPHYR_BASE="$(cygpath -m "$PWD")"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unset EXTRA_ZEPHYR_MODULES ZEPHYR_EXTRA_MODULES</a:t>
            </a:r>
          </a:p>
          <a:p xmlns:a="http://schemas.openxmlformats.org/drawingml/2006/main">
            <a:r>
              <a:t>python -m pip check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对应正文：P004_Windows，11.2.1_恢复环境并检查输入</a:t>
            </a:r>
          </a:p>
          <a:p xmlns:a="http://schemas.openxmlformats.org/drawingml/2006/main">
            <a:r>
              <a:t># UCRT64；源码根；ZEPHYR_SDK_INSTALL_DIR 来自本节，指实际 SDK 根。</a:t>
            </a:r>
          </a:p>
          <a:p xmlns:a="http://schemas.openxmlformats.org/drawingml/2006/main">
            <a:r>
              <a:t>cat "$ZEPHYR_SDK_INSTALL_DIR/sdk_version"</a:t>
            </a:r>
          </a:p>
          <a:p xmlns:a="http://schemas.openxmlformats.org/drawingml/2006/main">
            <a:r>
              <a:t>test -f build/learning-tools/deps/cmsis_6/CMSIS/Core/Include/core_cm4.h</a:t>
            </a:r>
          </a:p>
          <a:p xmlns:a="http://schemas.openxmlformats.org/drawingml/2006/main">
            <a:r>
              <a:t>test -f build/learning-tools/deps/cmsis_6/zephyr/module.yml</a:t>
            </a:r>
          </a:p>
          <a:p xmlns:a="http://schemas.openxmlformats.org/drawingml/2006/main">
            <a:r>
              <a:t>python -c 'import sys; print(sys.executable)'</a:t>
            </a:r>
          </a:p>
          <a:p xmlns:a="http://schemas.openxmlformats.org/drawingml/2006/main">
            <a:r>
              <a:t>完整操作单元：../commands/P011_Windows/11.2.1-03.txt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对应正文：P004_Windows，11.2.2_配置，再执行构建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build/learning-tools/p003/build-mps2 -G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对应正文：P004_Windows，11.2.2_配置，再执行构建</a:t>
            </a:r>
          </a:p>
          <a:p xmlns:a="http://schemas.openxmlformats.org/drawingml/2006/main">
            <a:r>
              <a:t># UCRT64；源码根；上一条配置已成功。</a:t>
            </a:r>
          </a:p>
          <a:p xmlns:a="http://schemas.openxmlformats.org/drawingml/2006/main">
            <a:r>
              <a:t>cmake --build build/learning-tools/p003/build-mps2</a:t>
            </a:r>
          </a:p>
          <a:p xmlns:a="http://schemas.openxmlformats.org/drawingml/2006/main">
            <a:r>
              <a:t>ls -l build/learning-tools/p003/build-mps2/zephyr/zephyr.elf</a:t>
            </a:r>
          </a:p>
          <a:p xmlns:a="http://schemas.openxmlformats.org/drawingml/2006/main">
            <a:r>
              <a:t>完整操作单元：../commands/P011_Windows/11.2.2-02.txt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对应正文：P004_Windows，11.3_确认不是编错了板或模块</a:t>
            </a:r>
          </a:p>
          <a:p xmlns:a="http://schemas.openxmlformats.org/drawingml/2006/main">
            <a:r>
              <a:t># UCRT64；源码根；build-mps2 已成功。</a:t>
            </a:r>
          </a:p>
          <a:p xmlns:a="http://schemas.openxmlformats.org/drawingml/2006/main">
            <a:r>
              <a:t>grep -E '^CONFIG_(BOARD|SOC|CPU_CORTEX_M4|HAS_CMSIS)' \</a:t>
            </a:r>
          </a:p>
          <a:p xmlns:a="http://schemas.openxmlformats.org/drawingml/2006/main">
            <a:r>
              <a:t>  build/learning-tools/p003/build-mps2/zephyr/.config</a:t>
            </a:r>
          </a:p>
          <a:p xmlns:a="http://schemas.openxmlformats.org/drawingml/2006/main">
            <a:r>
              <a:t>grep -E 'BOARD:|ZEPHYR_BASE:|ZEPHYR_SDK_INSTALL_DIR:|Python3_EXECUTABLE:' \</a:t>
            </a:r>
          </a:p>
          <a:p xmlns:a="http://schemas.openxmlformats.org/drawingml/2006/main">
            <a:r>
              <a:t>  build/learning-tools/p003/build-mps2/CMakeCache.txt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import json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cmds = json.loads(Path('build/learning-tools/p003/build-mps2/compile_commands.json').read_text())</a:t>
            </a:r>
          </a:p>
          <a:p xmlns:a="http://schemas.openxmlformats.org/drawingml/2006/main">
            <a:r>
              <a:t>cmd = next(x['command'] for x in cmds if x['file'].replace('\\', '/').endswith('/hello_world/src/main.c'))</a:t>
            </a:r>
          </a:p>
          <a:p xmlns:a="http://schemas.openxmlformats.org/drawingml/2006/main">
            <a:r>
              <a:t>print(cmd)</a:t>
            </a:r>
          </a:p>
          <a:p xmlns:a="http://schemas.openxmlformats.org/drawingml/2006/main">
            <a:r>
              <a:t>assert 'cortex-m4' in cmd</a:t>
            </a:r>
          </a:p>
          <a:p xmlns:a="http://schemas.openxmlformats.org/drawingml/2006/main">
            <a:r>
              <a:t>assert 'cmsis_6' in cmd.lower()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完整操作单元：../commands/P011_Windows/11.3-01.txt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先创建目录，再创建配置文件</a:t>
            </a:r>
          </a:p>
          <a:p xmlns:a="http://schemas.openxmlformats.org/drawingml/2006/main">
            <a:r>
              <a:t>读者新建 new-board/boards/others/practice_mps2。</a:t>
            </a:r>
          </a:p>
          <a:p xmlns:a="http://schemas.openxmlformats.org/drawingml/2006/main">
            <a:r>
              <a:t>cat &gt; 文件 &lt;&lt;'EOF' 将中间内容写成文件，EOF 单独成行。</a:t>
            </a:r>
          </a:p>
          <a:p xmlns:a="http://schemas.openxmlformats.org/drawingml/2006/main">
            <a:r>
              <a:t>board.yml 登记新板和已有 an386；Kconfig 把选板接到 SOC_AN386。</a:t>
            </a:r>
          </a:p>
          <a:p xmlns:a="http://schemas.openxmlformats.org/drawingml/2006/main">
            <a:r>
              <a:t>官方 boards/arm/mps2 保留作为对照，不能覆盖它。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对应正文：P004_Windows，11.4.1_先登记新板身份</a:t>
            </a:r>
          </a:p>
          <a:p xmlns:a="http://schemas.openxmlformats.org/drawingml/2006/main">
            <a:r>
              <a:t># UCRT64；源码根。首次创建；已存在则先检查，勿覆盖已有练习。</a:t>
            </a:r>
          </a:p>
          <a:p xmlns:a="http://schemas.openxmlformats.org/drawingml/2006/main">
            <a:r>
              <a:t>mkdir -p build/learning-tools/p003/new-board/boards/others</a:t>
            </a:r>
          </a:p>
          <a:p xmlns:a="http://schemas.openxmlformats.org/drawingml/2006/main">
            <a:r>
              <a:t>mkdir build/learning-tools/p003/new-board/boards/others/practice_mps2</a:t>
            </a:r>
          </a:p>
          <a:p xmlns:a="http://schemas.openxmlformats.org/drawingml/2006/main">
            <a:r>
              <a:t>cat &gt; build/learning-tools/p003/new-board/boards/others/practice_mps2/board.yml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board:</a:t>
            </a:r>
          </a:p>
          <a:p xmlns:a="http://schemas.openxmlformats.org/drawingml/2006/main">
            <a:r>
              <a:t>  name: practice_mps2</a:t>
            </a:r>
          </a:p>
          <a:p xmlns:a="http://schemas.openxmlformats.org/drawingml/2006/main">
            <a:r>
              <a:t>  full_name: AN386 board registration exercise</a:t>
            </a:r>
          </a:p>
          <a:p xmlns:a="http://schemas.openxmlformats.org/drawingml/2006/main">
            <a:r>
              <a:t>  vendor: others</a:t>
            </a:r>
          </a:p>
          <a:p xmlns:a="http://schemas.openxmlformats.org/drawingml/2006/main">
            <a:r>
              <a:t>  socs:</a:t>
            </a:r>
          </a:p>
          <a:p xmlns:a="http://schemas.openxmlformats.org/drawingml/2006/main">
            <a:r>
              <a:t>    - name: 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cat &gt; build/learning-tools/p003/new-board/boards/others/practice_mps2/Kconfig.practice_mps2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 BOARD_PRACTICE_MPS2</a:t>
            </a:r>
          </a:p>
          <a:p xmlns:a="http://schemas.openxmlformats.org/drawingml/2006/main">
            <a:r>
              <a:t>    select SOC_AN386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文件内容，不是 Bash 命令</a:t>
            </a:r>
          </a:p>
          <a:p xmlns:a="http://schemas.openxmlformats.org/drawingml/2006/main">
            <a:r>
              <a:t>位置：new-board/boards/others/practice_mps2/board.yml（上页创建）。</a:t>
            </a:r>
          </a:p>
          <a:p xmlns:a="http://schemas.openxmlformats.org/drawingml/2006/main">
            <a:r>
              <a:t>name 是新板名；socs 复用官方 an386；others 是练习板的厂商归类。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 · 文件内容，不是 Bash 命令</a:t>
            </a:r>
          </a:p>
          <a:p xmlns:a="http://schemas.openxmlformats.org/drawingml/2006/main">
            <a:r>
              <a:t>位置：同目录 Kconfig.practice_mps2（前两页命令创建）。</a:t>
            </a:r>
          </a:p>
          <a:p xmlns:a="http://schemas.openxmlformats.org/drawingml/2006/main">
            <a:r>
              <a:t>文件名跟随 board.yml 的 name；选中新板时选择已有 SoC。</a:t>
            </a:r>
          </a:p>
          <a:p xmlns:a="http://schemas.openxmlformats.org/drawingml/2006/main">
            <a:r>
              <a:t>这两份登记还没有提供 DTS、内存布局与默认配置，下一步继续补齐。</a:t>
            </a:r>
          </a:p>
          <a:p xmlns:a="http://schemas.openxmlformats.org/drawingml/2006/main">
            <a:r>
              <a:t>完整操作单元：../commands/P011_Windows/11.4.1-01.txt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对应正文：P004_Windows，11.4.1_先登记新板身份</a:t>
            </a:r>
          </a:p>
          <a:p xmlns:a="http://schemas.openxmlformats.org/drawingml/2006/main">
            <a:r>
              <a:t># UCRT64；源码根。BOARD_ROOT 指包含 boards 的父目录。</a:t>
            </a:r>
          </a:p>
          <a:p xmlns:a="http://schemas.openxmlformats.org/drawingml/2006/main">
            <a:r>
              <a:t>python scripts/list_boards.py --board-root build/learning-tools/p003/new-board \</a:t>
            </a:r>
          </a:p>
          <a:p xmlns:a="http://schemas.openxmlformats.org/drawingml/2006/main">
            <a:r>
              <a:t>  --soc-root . --board practice_mps2 --cmakeformat '{NAME};{DIR};{QUALIFIERS}'</a:t>
            </a:r>
          </a:p>
          <a:p xmlns:a="http://schemas.openxmlformats.org/drawingml/2006/main">
            <a:r>
              <a:t>完整操作单元：../commands/P011_Windows/11.4.1-02.txt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对应正文：P004_Windows，11.4.2_加入硬件描述和默认配置</a:t>
            </a:r>
          </a:p>
          <a:p xmlns:a="http://schemas.openxmlformats.org/drawingml/2006/main">
            <a:r>
              <a:t># UCRT64；源码根。复制当前同一修订的官方文件，保留 SPDX 和版权。</a:t>
            </a:r>
          </a:p>
          <a:p xmlns:a="http://schemas.openxmlformats.org/drawingml/2006/main">
            <a:r>
              <a:t>cp boards/arm/mps2/mps2_an386.dts \</a:t>
            </a:r>
          </a:p>
          <a:p xmlns:a="http://schemas.openxmlformats.org/drawingml/2006/main">
            <a:r>
              <a:t>  build/learning-tools/p003/new-board/boards/others/practice_mps2/practice_mps2_an386.dts</a:t>
            </a:r>
          </a:p>
          <a:p xmlns:a="http://schemas.openxmlformats.org/drawingml/2006/main">
            <a:r>
              <a:t>cp boards/arm/mps2/mps2_base.dtsi boards/arm/mps2/mps2-pinctrl.dtsi \</a:t>
            </a:r>
          </a:p>
          <a:p xmlns:a="http://schemas.openxmlformats.org/drawingml/2006/main">
            <a:r>
              <a:t>  build/learning-tools/p003/new-board/boards/others/practice_mps2/</a:t>
            </a:r>
          </a:p>
          <a:p xmlns:a="http://schemas.openxmlformats.org/drawingml/2006/main">
            <a:r>
              <a:t>cat &gt; build/learning-tools/p003/new-board/boards/others/practice_mps2/practice_mps2_an386_defconfig &lt;&lt;'EOF'</a:t>
            </a:r>
          </a:p>
          <a:p xmlns:a="http://schemas.openxmlformats.org/drawingml/2006/main">
            <a:r>
              <a:t># SPDX-License-Identifier: Apache-2.0</a:t>
            </a:r>
          </a:p>
          <a:p xmlns:a="http://schemas.openxmlformats.org/drawingml/2006/main">
            <a:r>
              <a:t>CONFIG_GPIO=y</a:t>
            </a:r>
          </a:p>
          <a:p xmlns:a="http://schemas.openxmlformats.org/drawingml/2006/main">
            <a:r>
              <a:t>CONFIG_SERIAL=y</a:t>
            </a:r>
          </a:p>
          <a:p xmlns:a="http://schemas.openxmlformats.org/drawingml/2006/main">
            <a:r>
              <a:t>CONFIG_CONSOLE=y</a:t>
            </a:r>
          </a:p>
          <a:p xmlns:a="http://schemas.openxmlformats.org/drawingml/2006/main">
            <a:r>
              <a:t>CONFIG_UART_CONSOLE=y</a:t>
            </a:r>
          </a:p>
          <a:p xmlns:a="http://schemas.openxmlformats.org/drawingml/2006/main">
            <a:r>
              <a:t>EOF</a:t>
            </a:r>
          </a:p>
          <a:p xmlns:a="http://schemas.openxmlformats.org/drawingml/2006/main">
            <a:r>
              <a:t>完整操作单元：../commands/P011_Windows/11.4.2-01.txt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对应正文：P004_Windows，11.4.3_用同一应用验证最小增量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build/learning-tools/p003/build-practice -G Ninja \</a:t>
            </a:r>
          </a:p>
          <a:p xmlns:a="http://schemas.openxmlformats.org/drawingml/2006/main">
            <a:r>
              <a:t>  -DBOARD=practice_mps2/an386 \</a:t>
            </a:r>
          </a:p>
          <a:p xmlns:a="http://schemas.openxmlformats.org/drawingml/2006/main">
            <a:r>
              <a:t>  "-DBOARD_ROOT=$(cygpath -m "$PWD/build/learning-tools/p003/new-board")"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对应正文：P004_Windows，11.4.3_用同一应用验证最小增量</a:t>
            </a:r>
          </a:p>
          <a:p xmlns:a="http://schemas.openxmlformats.org/drawingml/2006/main">
            <a:r>
              <a:t># Windows UCRT64；源码根 /g/zephyr_practice/zephyr-main；根 .venv 已激活。</a:t>
            </a:r>
          </a:p>
          <a:p xmlns:a="http://schemas.openxmlformats.org/drawingml/2006/main">
            <a:r>
              <a:t>cmake --build build/learning-tools/p003/build-practice</a:t>
            </a:r>
          </a:p>
          <a:p xmlns:a="http://schemas.openxmlformats.org/drawingml/2006/main">
            <a:r>
              <a:t>grep -E '^CONFIG_(BOARD|SOC|CPU_CORTEX_M4)' \</a:t>
            </a:r>
          </a:p>
          <a:p xmlns:a="http://schemas.openxmlformats.org/drawingml/2006/main">
            <a:r>
              <a:t>  build/learning-tools/p003/build-practice/zephyr/.config</a:t>
            </a:r>
          </a:p>
          <a:p xmlns:a="http://schemas.openxmlformats.org/drawingml/2006/main">
            <a:r>
              <a:t>ls -l build/learning-tools/p003/build-practice/zephyr/zephyr.elf</a:t>
            </a:r>
          </a:p>
          <a:p xmlns:a="http://schemas.openxmlformats.org/drawingml/2006/main">
            <a:r>
              <a:t>完整操作单元：../commands/P011_Windows/11.4.3-02.txt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对应正文：P004_Windows，11.5—11.6 · 官方样式不等于上游已收录</a:t>
            </a:r>
          </a:p>
          <a:p xmlns:a="http://schemas.openxmlformats.org/drawingml/2006/main">
            <a:r>
              <a:t>将随课程取得的 learning 放入实验源码根。</a:t>
            </a:r>
          </a:p>
          <a:p xmlns:a="http://schemas.openxmlformats.org/drawingml/2006/main">
            <a:r>
              <a:t>先确认 learning/board/labs/hc32_port/zephyr/module.yml 已存在。</a:t>
            </a:r>
          </a:p>
          <a:p xmlns:a="http://schemas.openxmlformats.org/drawingml/2006/main">
            <a:r>
              <a:t>这是教程材料，不在 Zephyr 官方 ZIP 中；缺失时先补材料。</a:t>
            </a:r>
          </a:p>
          <a:p xmlns:a="http://schemas.openxmlformats.org/drawingml/2006/main">
            <a:r>
              <a:t>逐层加入 build/learning-tools/p003/hc32_port，只编译这个工作副本。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对应正文：P004_Windows，11.6.1_登记模块和 SoC 身份</a:t>
            </a:r>
          </a:p>
          <a:p xmlns:a="http://schemas.openxmlformats.org/drawingml/2006/main">
            <a:r>
              <a:t># Windows UCRT64；源码根；随附 learning 已放入源码根。</a:t>
            </a:r>
          </a:p>
          <a:p xmlns:a="http://schemas.openxmlformats.org/drawingml/2006/main">
            <a:r>
              <a:t>test -f learning/board/labs/hc32_port/zephyr/module.yml</a:t>
            </a:r>
          </a:p>
          <a:p xmlns:a="http://schemas.openxmlformats.org/drawingml/2006/main">
            <a:r>
              <a:t>mkdir build/learning-tools/p003/hc32_port</a:t>
            </a:r>
          </a:p>
          <a:p xmlns:a="http://schemas.openxmlformats.org/drawingml/2006/main">
            <a:r>
              <a:t>mkdir -p build/learning-tools/p003/hc32_port/soc/xhsc/hc32f4a0</a:t>
            </a:r>
          </a:p>
          <a:p xmlns:a="http://schemas.openxmlformats.org/drawingml/2006/main">
            <a:r>
              <a:t>cp -R learning/board/labs/hc32_port/zephyr build/learning-tools/p003/hc32_port/</a:t>
            </a:r>
          </a:p>
          <a:p xmlns:a="http://schemas.openxmlformats.org/drawingml/2006/main">
            <a:r>
              <a:t>cp learning/board/labs/hc32_port/Kconfig learning/board/labs/hc32_port/CMakeLists.txt \</a:t>
            </a:r>
          </a:p>
          <a:p xmlns:a="http://schemas.openxmlformats.org/drawingml/2006/main">
            <a:r>
              <a:t>  build/learning-tools/p003/hc32_port/</a:t>
            </a:r>
          </a:p>
          <a:p xmlns:a="http://schemas.openxmlformats.org/drawingml/2006/main">
            <a:r>
              <a:t>cp learning/board/labs/hc32_port/soc/xhsc/hc32f4a0/{soc.yml,Kconfig.soc,Kconfig,Kconfig.defconfig}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完整操作单元：../commands/P011_Windows/11.6.1-01.txt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对应正文：P004_Windows，11.6.2_描述芯片资源，再描述 PCB 连接</a:t>
            </a:r>
          </a:p>
          <a:p xmlns:a="http://schemas.openxmlformats.org/drawingml/2006/main">
            <a:r>
              <a:t># UCRT64；源码根；工作模块已由 11.6.1 创建。</a:t>
            </a:r>
          </a:p>
          <a:p xmlns:a="http://schemas.openxmlformats.org/drawingml/2006/main">
            <a:r>
              <a:t>cp -R learning/board/labs/hc32_port/dts build/learning-tools/p003/hc32_port/</a:t>
            </a:r>
          </a:p>
          <a:p xmlns:a="http://schemas.openxmlformats.org/drawingml/2006/main">
            <a:r>
              <a:t>cp -R learning/board/labs/hc32_port/boards build/learning-tools/p003/hc32_port/</a:t>
            </a:r>
          </a:p>
          <a:p xmlns:a="http://schemas.openxmlformats.org/drawingml/2006/main">
            <a:r>
              <a:t>cat build/learning-tools/p003/hc32_port/dts/bindings/vendor-prefixes.txt</a:t>
            </a:r>
          </a:p>
          <a:p xmlns:a="http://schemas.openxmlformats.org/drawingml/2006/main">
            <a:r>
              <a:t>cat build/learning-tools/p003/hc32_port/boards/uyup/uyup_rpi_a/board.yml</a:t>
            </a:r>
          </a:p>
          <a:p xmlns:a="http://schemas.openxmlformats.org/drawingml/2006/main">
            <a:r>
              <a:t>完整操作单元：../commands/P011_Windows/11.6.2-01.txt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对应正文：P004_Windows，11.6.2_描述芯片资源，再描述 PCB 连接</a:t>
            </a:r>
          </a:p>
          <a:p xmlns:a="http://schemas.openxmlformats.org/drawingml/2006/main">
            <a:r>
              <a:t># UCRT64；源码根；查询只检查发现关系，不编译驱动。</a:t>
            </a:r>
          </a:p>
          <a:p xmlns:a="http://schemas.openxmlformats.org/drawingml/2006/main">
            <a:r>
              <a:t>python scripts/list_boards.py --board-root build/learning-tools/p003/hc32_port \</a:t>
            </a:r>
          </a:p>
          <a:p xmlns:a="http://schemas.openxmlformats.org/drawingml/2006/main">
            <a:r>
              <a:t>  --soc-root build/learning-tools/p003/hc32_port \</a:t>
            </a:r>
          </a:p>
          <a:p xmlns:a="http://schemas.openxmlformats.org/drawingml/2006/main">
            <a:r>
              <a:t>  --board uyup_rpi_a --cmakeformat '{NAME};{DIR};{QUALIFIERS}'</a:t>
            </a:r>
          </a:p>
          <a:p xmlns:a="http://schemas.openxmlformats.org/drawingml/2006/main">
            <a:r>
              <a:t>完整操作单元：../commands/P011_Windows/11.6.2-02.txt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对应正文：P004_Windows，11.6.3_接入复位、时钟和链接布局</a:t>
            </a:r>
          </a:p>
          <a:p xmlns:a="http://schemas.openxmlformats.org/drawingml/2006/main">
            <a:r>
              <a:t># UCRT64；源码根；保留原 SPDX 和版权。</a:t>
            </a:r>
          </a:p>
          <a:p xmlns:a="http://schemas.openxmlformats.org/drawingml/2006/main">
            <a:r>
              <a:t>cp learning/board/labs/hc32_port/soc/xhsc/hc32f4a0/{CMakeLists.txt,soc.c,soc.h,reset_hook.S,icg.ld,hc32_ll_conf.h,hc32f4xx_conf.h} \</a:t>
            </a:r>
          </a:p>
          <a:p xmlns:a="http://schemas.openxmlformats.org/drawingml/2006/main">
            <a:r>
              <a:t>  build/learning-tools/p003/hc32_port/soc/xhsc/hc32f4a0/</a:t>
            </a:r>
          </a:p>
          <a:p xmlns:a="http://schemas.openxmlformats.org/drawingml/2006/main">
            <a:r>
              <a:t>完整操作单元：../commands/P011_Windows/11.6.3-01.txt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对应正文：P004_Windows，11.6.4_把 HAL 能力接成 Zephyr 驱动</a:t>
            </a:r>
          </a:p>
          <a:p xmlns:a="http://schemas.openxmlformats.org/drawingml/2006/main">
            <a:r>
              <a:t># UCRT64；源码根。</a:t>
            </a:r>
          </a:p>
          <a:p xmlns:a="http://schemas.openxmlformats.org/drawingml/2006/main">
            <a:r>
              <a:t>cp -R learning/board/labs/hc32_port/drivers build/learning-tools/p003/hc32_port/</a:t>
            </a:r>
          </a:p>
          <a:p xmlns:a="http://schemas.openxmlformats.org/drawingml/2006/main">
            <a:r>
              <a:t>cat build/learning-tools/p003/hc32_port/Kconfig</a:t>
            </a:r>
          </a:p>
          <a:p xmlns:a="http://schemas.openxmlformats.org/drawingml/2006/main">
            <a:r>
              <a:t>cat build/learning-tools/p003/hc32_port/CMakeLists.txt</a:t>
            </a:r>
          </a:p>
          <a:p xmlns:a="http://schemas.openxmlformats.org/drawingml/2006/main">
            <a:r>
              <a:t>cat build/learning-tools/p003/hc32_port/drivers/serial/Kconfig.hc32</a:t>
            </a:r>
          </a:p>
          <a:p xmlns:a="http://schemas.openxmlformats.org/drawingml/2006/main">
            <a:r>
              <a:t>完整操作单元：../commands/P011_Windows/11.6.4-01.txt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对应正文：P004_Windows，11.6.5_检查工作模块与配套材料是否一致</a:t>
            </a:r>
          </a:p>
          <a:p xmlns:a="http://schemas.openxmlformats.org/drawingml/2006/main">
            <a:r>
              <a:t># UCRT64；源码根；完成前四步后运行，只读比较，不修改文件。</a:t>
            </a:r>
          </a:p>
          <a:p xmlns:a="http://schemas.openxmlformats.org/drawingml/2006/main">
            <a:r>
              <a:t>python - &lt;&lt;'PY'</a:t>
            </a:r>
          </a:p>
          <a:p xmlns:a="http://schemas.openxmlformats.org/drawingml/2006/main">
            <a:r>
              <a:t>from pathlib import Path</a:t>
            </a:r>
          </a:p>
          <a:p xmlns:a="http://schemas.openxmlformats.org/drawingml/2006/main">
            <a:r>
              <a:t>a = Path('learning/board/labs/hc32_port')</a:t>
            </a:r>
          </a:p>
          <a:p xmlns:a="http://schemas.openxmlformats.org/drawingml/2006/main">
            <a:r>
              <a:t>b = Path('build/learning-tools/p003/hc32_port')</a:t>
            </a:r>
          </a:p>
          <a:p xmlns:a="http://schemas.openxmlformats.org/drawingml/2006/main">
            <a:r>
              <a:t>expected = {p.relative_to(a) for p in a.rglob('*') if p.is_file() and p.name != 'README.md'}</a:t>
            </a:r>
          </a:p>
          <a:p xmlns:a="http://schemas.openxmlformats.org/drawingml/2006/main">
            <a:r>
              <a:t>missing = [str(p) for p in sorted(expected) if not (b/p).is_file()]</a:t>
            </a:r>
          </a:p>
          <a:p xmlns:a="http://schemas.openxmlformats.org/drawingml/2006/main">
            <a:r>
              <a:t>changed = [str(p) for p in sorted(expected) if (b/p).is_file() and (a/p).read_bytes() != (b/p).read_bytes()]</a:t>
            </a:r>
          </a:p>
          <a:p xmlns:a="http://schemas.openxmlformats.org/drawingml/2006/main">
            <a:r>
              <a:t>print('missing:', missing, 'changed:', changed)</a:t>
            </a:r>
          </a:p>
          <a:p xmlns:a="http://schemas.openxmlformats.org/drawingml/2006/main">
            <a:r>
              <a:t>assert not missing and not changed</a:t>
            </a:r>
          </a:p>
          <a:p xmlns:a="http://schemas.openxmlformats.org/drawingml/2006/main">
            <a:r>
              <a:t>PY</a:t>
            </a:r>
          </a:p>
          <a:p xmlns:a="http://schemas.openxmlformats.org/drawingml/2006/main">
            <a:r>
              <a:t>完整操作单元：../commands/P011_Windows/11.6.5-01.txt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对应正文：P004_Windows，11.7_编译所选 HC32 板的同一个应用</a:t>
            </a:r>
          </a:p>
          <a:p xmlns:a="http://schemas.openxmlformats.org/drawingml/2006/main">
            <a:r>
              <a:t># Windows UCRT64；源码根；11.2.1 的 SDK 已注册，源码入口按本命令选择，.venv 已激活。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"$PWD/build/learning-tools/deps/hal_xhsc");$(cygpath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完整操作单元：../commands/P011_Windows/11.7-01.txt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对应正文：P004_Windows，11.7_编译所选 HC32 板的同一个应用</a:t>
            </a:r>
          </a:p>
          <a:p xmlns:a="http://schemas.openxmlformats.org/drawingml/2006/main">
            <a:r>
              <a:t># UCRT64；源码根；配置成功后。</a:t>
            </a:r>
          </a:p>
          <a:p xmlns:a="http://schemas.openxmlformats.org/drawingml/2006/main">
            <a:r>
              <a:t>cmake --build build/learning-tools/p003/build-hc32</a:t>
            </a:r>
          </a:p>
          <a:p xmlns:a="http://schemas.openxmlformats.org/drawingml/2006/main">
            <a:r>
              <a:t>ls -l build/learning-tools/p003/build-hc32/zephyr/zephyr.elf</a:t>
            </a:r>
          </a:p>
          <a:p xmlns:a="http://schemas.openxmlformats.org/drawingml/2006/main">
            <a:r>
              <a:t>完整操作单元：../commands/P011_Windows/11.7-02.txt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对应正文：P004_Windows，11.8_按阶段验收，留下可以解释的结果</a:t>
            </a:r>
          </a:p>
          <a:p xmlns:a="http://schemas.openxmlformats.org/drawingml/2006/main">
            <a:r>
              <a:t># UCRT64；源码根；HC32 构建已成功。</a:t>
            </a:r>
          </a:p>
          <a:p xmlns:a="http://schemas.openxmlformats.org/drawingml/2006/main">
            <a:r>
              <a:t>grep -E '^CONFIG_(BOARD|SOC|CPU_CORTEX_M4|CPU_HAS_FPU|HAS_CMSIS|SYS_CLOCK_HW_CYCLES_PER_SEC)' \</a:t>
            </a:r>
          </a:p>
          <a:p xmlns:a="http://schemas.openxmlformats.org/drawingml/2006/main">
            <a:r>
              <a:t>  build/learning-tools/p003/build-hc32/zephyr/.config</a:t>
            </a:r>
          </a:p>
          <a:p xmlns:a="http://schemas.openxmlformats.org/drawingml/2006/main">
            <a:r>
              <a:t>cat build/learning-tools/p003/build-hc32/zephyr_modules.txt</a:t>
            </a:r>
          </a:p>
          <a:p xmlns:a="http://schemas.openxmlformats.org/drawingml/2006/main">
            <a:r>
              <a:t>grep -F 'hc32f4a0' build/learning-tools/p003/build-hc32/compile_commands.json</a:t>
            </a:r>
          </a:p>
          <a:p xmlns:a="http://schemas.openxmlformats.org/drawingml/2006/main">
            <a:r>
              <a:t>完整操作单元：../commands/P011_Windows/11.8-01.txt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beginner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b1f30941cbc4000"/></Relationships>
</file>

<file path=ppt/beginner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4e2eac155a34315"/></Relationships>
</file>

<file path=ppt/beginner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82fe85b75d56404c"/></Relationships>
</file>

<file path=ppt/beginner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48267a170034167"/></Relationships>
</file>

<file path=ppt/beginner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686b73c65eb94189"/></Relationships>
</file>

<file path=ppt/beginner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1a2eadb06e54023"/></Relationships>
</file>

<file path=ppt/beginner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9E2889-91D0-4074-B918-686CCA189A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B260A3C-FF0E-4B30-B557-F937A5897A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483B32-E62B-47FC-94AB-3D52715146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beginner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A5DF38-FA5E-4DEC-8977-E7BA4C38A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124A40-74EE-4CD5-BFCA-5F3A39070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CEB9FDD-3C6F-4AD3-A56D-A235E9CCA8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DCCE483-045D-41AA-97A3-8C8E43AC28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2DDEB1-4B86-4A3F-AF04-FD8F918A5F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18A3C8B-FF57-41E4-A2C8-48BED07F74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C7D9BA-2834-47AB-82AD-EFE500C90F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beginner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beginner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f5687be560cc4194"/><Relationship Type="http://schemas.openxmlformats.org/officeDocument/2006/relationships/slideLayout" Target="../slideLayouts/slideLayout1.xml" Id="Rbb7d0d32f0c846b2"/><Relationship Type="http://schemas.openxmlformats.org/officeDocument/2006/relationships/slideLayout" Target="../slideLayouts/slideLayout2.xml" Id="R6b5da265417049fb"/><Relationship Type="http://schemas.openxmlformats.org/officeDocument/2006/relationships/slideLayout" Target="../slideLayouts/slideLayout3.xml" Id="Rbc6d2f1b3b1f4148"/><Relationship Type="http://schemas.openxmlformats.org/officeDocument/2006/relationships/slideLayout" Target="../slideLayouts/slideLayout4.xml" Id="Ra3a931cd4e3b450a"/><Relationship Type="http://schemas.openxmlformats.org/officeDocument/2006/relationships/slideLayout" Target="../slideLayouts/slideLayout5.xml" Id="R64f4e2513d694ad3"/><Relationship Type="http://schemas.openxmlformats.org/officeDocument/2006/relationships/slideLayout" Target="../slideLayouts/slideLayout6.xml" Id="R6bfa6d06b67b42fc"/></Relationships>
</file>

<file path=ppt/beginner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bb7d0d32f0c846b2"/>
    <p:sldLayoutId xmlns:r="http://schemas.openxmlformats.org/officeDocument/2006/relationships" id="2147483664" r:id="R6b5da265417049fb"/>
    <p:sldLayoutId xmlns:r="http://schemas.openxmlformats.org/officeDocument/2006/relationships" id="2147483665" r:id="Rbc6d2f1b3b1f4148"/>
    <p:sldLayoutId xmlns:r="http://schemas.openxmlformats.org/officeDocument/2006/relationships" id="2147483666" r:id="Ra3a931cd4e3b450a"/>
    <p:sldLayoutId xmlns:r="http://schemas.openxmlformats.org/officeDocument/2006/relationships" id="2147483667" r:id="R64f4e2513d694ad3"/>
    <p:sldLayoutId xmlns:r="http://schemas.openxmlformats.org/officeDocument/2006/relationships" id="2147483668" r:id="R6bfa6d06b67b42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beginner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cmsiswes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.xml" Id="R135ec1e5a2274b65"/><Relationship Type="http://schemas.openxmlformats.org/officeDocument/2006/relationships/notesMaster" Target="../../notesMasters/notesMaster1.xml" Id="Rf9efdfb1dc9b4be6"/></Relationships>
</file>

<file path=ppt/cmsiswes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2.xml" Id="Re6507492ed83414b"/><Relationship Type="http://schemas.openxmlformats.org/officeDocument/2006/relationships/notesMaster" Target="../../notesMasters/notesMaster1.xml" Id="Raa943c2c1ea84b59"/></Relationships>
</file>

<file path=ppt/cmsiswes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3.xml" Id="Rf223b67e40794967"/><Relationship Type="http://schemas.openxmlformats.org/officeDocument/2006/relationships/notesMaster" Target="../../notesMasters/notesMaster1.xml" Id="Rcb862e264ed245e1"/></Relationships>
</file>

<file path=ppt/cmsiswes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4.xml" Id="Rd4f18a5bd4914626"/><Relationship Type="http://schemas.openxmlformats.org/officeDocument/2006/relationships/notesMaster" Target="../../notesMasters/notesMaster1.xml" Id="R1a63b9b0a0c8455a"/></Relationships>
</file>

<file path=ppt/cmsiswes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5.xml" Id="Rf52c58489acc42c8"/><Relationship Type="http://schemas.openxmlformats.org/officeDocument/2006/relationships/notesMaster" Target="../../notesMasters/notesMaster1.xml" Id="R7ef8535ec6b0469d"/></Relationships>
</file>

<file path=ppt/cmsiswes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6.xml" Id="R80b2257bd5f349b8"/><Relationship Type="http://schemas.openxmlformats.org/officeDocument/2006/relationships/notesMaster" Target="../../notesMasters/notesMaster1.xml" Id="Rb4dcad5db2ea496b"/></Relationships>
</file>

<file path=ppt/cmsiswes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7.xml" Id="R9f9af50545424198"/><Relationship Type="http://schemas.openxmlformats.org/officeDocument/2006/relationships/notesMaster" Target="../../notesMasters/notesMaster1.xml" Id="R52f134d0694943c7"/></Relationships>
</file>

<file path=ppt/cmsiswes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8.xml" Id="Re28d130c0dcf44e9"/><Relationship Type="http://schemas.openxmlformats.org/officeDocument/2006/relationships/notesMaster" Target="../../notesMasters/notesMaster1.xml" Id="R3e10067996634f7f"/></Relationships>
</file>

<file path=ppt/cmsiswes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9.xml" Id="R375e65ef41e7424c"/><Relationship Type="http://schemas.openxmlformats.org/officeDocument/2006/relationships/notesMaster" Target="../../notesMasters/notesMaster1.xml" Id="R1c1416c52177499d"/></Relationships>
</file>

<file path=ppt/cmsiswes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0.xml" Id="Rf3bae55454a84f48"/><Relationship Type="http://schemas.openxmlformats.org/officeDocument/2006/relationships/notesMaster" Target="../../notesMasters/notesMaster1.xml" Id="R8ab3021610494937"/></Relationships>
</file>

<file path=ppt/cmsiswes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1.xml" Id="Rbf36a53baa4744c8"/><Relationship Type="http://schemas.openxmlformats.org/officeDocument/2006/relationships/notesMaster" Target="../../notesMasters/notesMaster1.xml" Id="R8e5bb42c46b0466a"/></Relationships>
</file>

<file path=ppt/cmsiswes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2.xml" Id="Rcb0b2a2071cb417e"/><Relationship Type="http://schemas.openxmlformats.org/officeDocument/2006/relationships/notesMaster" Target="../../notesMasters/notesMaster1.xml" Id="R540b477f4f80431f"/></Relationships>
</file>

<file path=ppt/cmsiswes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../../slides/cmsiswest_slide13.xml" Id="Rc02ed87192054411"/><Relationship Type="http://schemas.openxmlformats.org/officeDocument/2006/relationships/notesMaster" Target="../../notesMasters/notesMaster1.xml" Id="R15e8b15ab4ab455e"/></Relationships>
</file>

<file path=ppt/cmsiswes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 · UCRT64 位于实验源码根</a:t>
            </a:r>
          </a:p>
          <a:p xmlns:a="http://schemas.openxmlformats.org/drawingml/2006/main">
            <a:r>
              <a:t>对应正文：11.2.1 · UCRT64 位于实验源码根。命令默认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 · CMake 与 west 分工</a:t>
            </a:r>
          </a:p>
          <a:p xmlns:a="http://schemas.openxmlformats.org/drawingml/2006/main">
            <a:r>
              <a:t>对应正文：11.2.2 · CMake 与 west 分工。命令默认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</a:t>
            </a:r>
          </a:p>
          <a:p xmlns:a="http://schemas.openxmlformats.org/drawingml/2006/main">
            <a:r>
              <a:t>对应正文：11.2.1。命令默认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对应正文：P004_Windows，11.2.1</a:t>
            </a:r>
          </a:p>
          <a:p xmlns:a="http://schemas.openxmlformats.org/drawingml/2006/main">
            <a:r>
              <a:t>对应正文：11.2.1。命令默认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完整操作单元：../commands/P011_Windows/11.2.1-03.txt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</a:t>
            </a:r>
          </a:p>
          <a:p xmlns:a="http://schemas.openxmlformats.org/drawingml/2006/main">
            <a:r>
              <a:t>对应正文：11.2.2。命令默认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完整操作单元：../commands/P011_Windows/11.2.2-01.txt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对应正文：P004_Windows，11.2.2</a:t>
            </a:r>
          </a:p>
          <a:p xmlns:a="http://schemas.openxmlformats.org/drawingml/2006/main">
            <a:r>
              <a:t>对应正文：11.2.2。命令默认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完整操作单元：../commands/P011_Windows/11.2.2-02.txt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对应正文：P004_Windows，11.4.3</a:t>
            </a:r>
          </a:p>
          <a:p xmlns:a="http://schemas.openxmlformats.org/drawingml/2006/main">
            <a:r>
              <a:t>对应正文：11.4.3。命令默认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完整操作单元：../commands/P011_Windows/11.4.3-01.txt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</a:t>
            </a:r>
          </a:p>
          <a:p xmlns:a="http://schemas.openxmlformats.org/drawingml/2006/main">
            <a:r>
              <a:t>对应正文：11.7。命令默认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完整操作单元：../commands/P011_Windows/11.7-01.txt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</a:t>
            </a:r>
          </a:p>
          <a:p xmlns:a="http://schemas.openxmlformats.org/drawingml/2006/main">
            <a:r>
              <a:t>对应正文：11.7。命令默认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完整操作单元：../commands/P011_Windows/11.7-02.txt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对应正文：P004_Windows，11.8</a:t>
            </a:r>
          </a:p>
          <a:p xmlns:a="http://schemas.openxmlformats.org/drawingml/2006/main">
            <a:r>
              <a:t>对应正文：11.8。命令默认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完整操作单元：../commands/P011_Windows/11.8-01.txt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</a:t>
            </a:r>
          </a:p>
          <a:p xmlns:a="http://schemas.openxmlformats.org/drawingml/2006/main">
            <a:r>
              <a:t>对应正文：11.9.5。命令默认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</a:t>
            </a:r>
          </a:p>
          <a:p xmlns:a="http://schemas.openxmlformats.org/drawingml/2006/main">
            <a:r>
              <a:t>对应正文：11.9.5。命令默认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>完整操作单元：../commands/P011_Windows/11.9.5-02.txt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对应正文：P004_Windows，11.7 · 保留基础模块，只追加移植输入</a:t>
            </a:r>
          </a:p>
          <a:p xmlns:a="http://schemas.openxmlformats.org/drawingml/2006/main">
            <a:r>
              <a:t>对应正文：11.7 · 保留基础模块，只追加移植输入。命令默认 UCRT64；先核对当前目录、工作区与 Git for Windows。CMSIS 使用官方 west 清单管理，HC32 额外模块单独追加。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cmsiswes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ff30696e94e24517"/></Relationships>
</file>

<file path=ppt/cmsiswes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08bf590ed47c4a60"/></Relationships>
</file>

<file path=ppt/cmsiswes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ff1236f9de46a7"/></Relationships>
</file>

<file path=ppt/cmsiswes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5dd04deb561940ea"/></Relationships>
</file>

<file path=ppt/cmsiswes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1051bb55f0364772"/></Relationships>
</file>

<file path=ppt/cmsiswes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4aee6ab482dc4745"/></Relationships>
</file>

<file path=ppt/cmsiswes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E3B84-107B-4AC1-81FB-4F0CF3B006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130149-B53E-4C93-925E-54800305AB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6B63A1-9D8D-4CE0-8D0E-D2ECB56E7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cmsiswes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8993CE-9B9D-425D-8970-C86EB83899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0D3F9BB-2FD2-42DE-A344-9843DBB75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A6A7747-1AE3-4E2B-B859-300A514CB0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6A409E-362F-4A55-A7FF-BFBB4BECC4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883380A-70F3-4231-B344-C062B2B5F2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100D95-7A42-4A4F-ABEC-FDFE6AD8F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752EE-53A5-4A9B-A76C-503CBFF006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cmsiswes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cmsiswes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6265ad08fe024fd7"/><Relationship Type="http://schemas.openxmlformats.org/officeDocument/2006/relationships/slideLayout" Target="../slideLayouts/slideLayout1.xml" Id="R1e9dbd3939d64e43"/><Relationship Type="http://schemas.openxmlformats.org/officeDocument/2006/relationships/slideLayout" Target="../slideLayouts/slideLayout2.xml" Id="R7d4be076a7a4411e"/><Relationship Type="http://schemas.openxmlformats.org/officeDocument/2006/relationships/slideLayout" Target="../slideLayouts/slideLayout3.xml" Id="Rcacc2bdce5e24c44"/><Relationship Type="http://schemas.openxmlformats.org/officeDocument/2006/relationships/slideLayout" Target="../slideLayouts/slideLayout4.xml" Id="R65f2d7c6ede047b5"/><Relationship Type="http://schemas.openxmlformats.org/officeDocument/2006/relationships/slideLayout" Target="../slideLayouts/slideLayout5.xml" Id="Ra008ff6815b74ea6"/><Relationship Type="http://schemas.openxmlformats.org/officeDocument/2006/relationships/slideLayout" Target="../slideLayouts/slideLayout6.xml" Id="Rebf49d367dad49cb"/></Relationships>
</file>

<file path=ppt/cmsiswes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1e9dbd3939d64e43"/>
    <p:sldLayoutId xmlns:r="http://schemas.openxmlformats.org/officeDocument/2006/relationships" id="2147483678" r:id="R7d4be076a7a4411e"/>
    <p:sldLayoutId xmlns:r="http://schemas.openxmlformats.org/officeDocument/2006/relationships" id="2147483679" r:id="Rcacc2bdce5e24c44"/>
    <p:sldLayoutId xmlns:r="http://schemas.openxmlformats.org/officeDocument/2006/relationships" id="2147483680" r:id="R65f2d7c6ede047b5"/>
    <p:sldLayoutId xmlns:r="http://schemas.openxmlformats.org/officeDocument/2006/relationships" id="2147483681" r:id="Ra008ff6815b74ea6"/>
    <p:sldLayoutId xmlns:r="http://schemas.openxmlformats.org/officeDocument/2006/relationships" id="2147483682" r:id="Rebf49d367dad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cmsiswes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414da56711a240d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firmware_formats.xml.rels><?xml version='1.0' encoding='UTF-8' standalone='yes'?>
<Relationships xmlns="http://schemas.openxmlformats.org/package/2006/relationships"><Relationship Type="http://schemas.openxmlformats.org/officeDocument/2006/relationships/slide" Target="../slides/firmware_formats.xml" Id="R375e65ef41e7424c"/><Relationship Type="http://schemas.openxmlformats.org/officeDocument/2006/relationships/notesMaster" Target="../notesMasters/notesMaster1.xml" Id="R1c1416c52177499d"/></Relationships>
</file>

<file path=ppt/notesSlides/_rels/guide30.xml.rels><?xml version='1.0' encoding='UTF-8' standalone='yes'?>
<Relationships xmlns="http://schemas.openxmlformats.org/package/2006/relationships"><Relationship Type="http://schemas.openxmlformats.org/officeDocument/2006/relationships/slide" Target="../slides/guide30.xml" Id="R606afd9b5a624755"/><Relationship Type="http://schemas.openxmlformats.org/officeDocument/2006/relationships/notesMaster" Target="../notesMasters/notesMaster1.xml" Id="R110ca8aa8b5a4b15"/></Relationships>
</file>

<file path=ppt/notesSlides/_rels/guide31.xml.rels><?xml version='1.0' encoding='UTF-8' standalone='yes'?>
<Relationships xmlns="http://schemas.openxmlformats.org/package/2006/relationships"><Relationship Type="http://schemas.openxmlformats.org/officeDocument/2006/relationships/slide" Target="../slides/guide31.xml" Id="R606afd9b5a624755"/><Relationship Type="http://schemas.openxmlformats.org/officeDocument/2006/relationships/notesMaster" Target="../notesMasters/notesMaster1.xml" Id="R110ca8aa8b5a4b15"/></Relationships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f0d3e5a297494460"/><Relationship Type="http://schemas.openxmlformats.org/officeDocument/2006/relationships/notesMaster" Target="/ppt/notesMasters/notesMaster1.xml" Id="R6045587a05f344a0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606afd9b5a624755"/><Relationship Type="http://schemas.openxmlformats.org/officeDocument/2006/relationships/notesMaster" Target="/ppt/notesMasters/notesMaster1.xml" Id="R110ca8aa8b5a4b15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9cc7e33cd77b4c73"/><Relationship Type="http://schemas.openxmlformats.org/officeDocument/2006/relationships/notesMaster" Target="/ppt/notesMasters/notesMaster1.xml" Id="R2066689850f2416c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19e77f3940b246e9"/><Relationship Type="http://schemas.openxmlformats.org/officeDocument/2006/relationships/notesMaster" Target="/ppt/notesMasters/notesMaster1.xml" Id="R2daa5fea129647c7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ff741b48f6a04890"/><Relationship Type="http://schemas.openxmlformats.org/officeDocument/2006/relationships/notesMaster" Target="/ppt/notesMasters/notesMaster1.xml" Id="R6682550715c4417f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a95ec7c0e5974637"/><Relationship Type="http://schemas.openxmlformats.org/officeDocument/2006/relationships/notesMaster" Target="/ppt/notesMasters/notesMaster1.xml" Id="R155844696ea74eb4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103d40325094ffb"/><Relationship Type="http://schemas.openxmlformats.org/officeDocument/2006/relationships/notesMaster" Target="/ppt/notesMasters/notesMaster1.xml" Id="Rbe308da4927040a6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4fba4c9181d448a0"/><Relationship Type="http://schemas.openxmlformats.org/officeDocument/2006/relationships/notesMaster" Target="/ppt/notesMasters/notesMaster1.xml" Id="R05b527963b0c49bc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f73a5b6d492346a3"/><Relationship Type="http://schemas.openxmlformats.org/officeDocument/2006/relationships/notesMaster" Target="/ppt/notesMasters/notesMaster1.xml" Id="R43a8aadd5351400e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1bd5d93682fc41b2"/><Relationship Type="http://schemas.openxmlformats.org/officeDocument/2006/relationships/notesMaster" Target="/ppt/notesMasters/notesMaster1.xml" Id="R215398b351f64a4a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14f6dda5a58b4845"/><Relationship Type="http://schemas.openxmlformats.org/officeDocument/2006/relationships/notesMaster" Target="/ppt/notesMasters/notesMaster1.xml" Id="Rb35e197a5e624da6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fc6cf39431a04c39"/><Relationship Type="http://schemas.openxmlformats.org/officeDocument/2006/relationships/notesMaster" Target="/ppt/notesMasters/notesMaster1.xml" Id="Rfd0c6ed1a0bb4703"/></Relationships>
</file>

<file path=ppt/notesSlides/_rels/notesSlide13.xml.rels><?xml version='1.0' encoding='utf-8' standalone='yes'?>
<Relationships xmlns="http://schemas.openxmlformats.org/package/2006/relationships"><Relationship Type="http://schemas.openxmlformats.org/officeDocument/2006/relationships/slide" Target="/ppt/slides/slide13.xml" Id="R064b2bc2cdd14db4"/><Relationship Type="http://schemas.openxmlformats.org/officeDocument/2006/relationships/notesMaster" Target="/ppt/notesMasters/notesMaster1.xml" Id="R35eb7654bbc94e3a"/></Relationships>
</file>

<file path=ppt/notesSlides/_rels/notesSlide14.xml.rels><?xml version='1.0' encoding='utf-8' standalone='yes'?>
<Relationships xmlns="http://schemas.openxmlformats.org/package/2006/relationships"><Relationship Type="http://schemas.openxmlformats.org/officeDocument/2006/relationships/slide" Target="/ppt/slides/slide14.xml" Id="R71d8350e3bf14f2d"/><Relationship Type="http://schemas.openxmlformats.org/officeDocument/2006/relationships/notesMaster" Target="/ppt/notesMasters/notesMaster1.xml" Id="R9b3bd442145641e2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/ppt/slides/slide15.xml" Id="R140d10abe9d14b4f"/><Relationship Type="http://schemas.openxmlformats.org/officeDocument/2006/relationships/notesMaster" Target="/ppt/notesMasters/notesMaster1.xml" Id="R7816e5ceba374640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/ppt/slides/slide16.xml" Id="Rcda7c57b205d4597"/><Relationship Type="http://schemas.openxmlformats.org/officeDocument/2006/relationships/notesMaster" Target="/ppt/notesMasters/notesMaster1.xml" Id="R8b4d7f6b31af4261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/ppt/slides/slide17.xml" Id="Rb13e69aa00584382"/><Relationship Type="http://schemas.openxmlformats.org/officeDocument/2006/relationships/notesMaster" Target="/ppt/notesMasters/notesMaster1.xml" Id="R392d268153964b7c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/ppt/slides/slide18.xml" Id="Rdc691aaa5c654fce"/><Relationship Type="http://schemas.openxmlformats.org/officeDocument/2006/relationships/notesMaster" Target="/ppt/notesMasters/notesMaster1.xml" Id="Rdc5fcd1059ce47d8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/ppt/slides/slide19.xml" Id="Ra0f1245f255041ac"/><Relationship Type="http://schemas.openxmlformats.org/officeDocument/2006/relationships/notesMaster" Target="/ppt/notesMasters/notesMaster1.xml" Id="R7d5435fc5b02465a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/ppt/slides/slide20.xml" Id="Rebe884fad1724a89"/><Relationship Type="http://schemas.openxmlformats.org/officeDocument/2006/relationships/notesMaster" Target="/ppt/notesMasters/notesMaster1.xml" Id="R842d1c3ffa844b1e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/ppt/slides/slide21.xml" Id="R23c3533176e944d5"/><Relationship Type="http://schemas.openxmlformats.org/officeDocument/2006/relationships/notesMaster" Target="/ppt/notesMasters/notesMaster1.xml" Id="R410841fa10824ea2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/ppt/slides/slide22.xml" Id="Reaf6d0c4f78a4462"/><Relationship Type="http://schemas.openxmlformats.org/officeDocument/2006/relationships/notesMaster" Target="/ppt/notesMasters/notesMaster1.xml" Id="R77b68186f1574faf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/ppt/slides/slide23.xml" Id="R78cd6d87511f4dfc"/><Relationship Type="http://schemas.openxmlformats.org/officeDocument/2006/relationships/notesMaster" Target="/ppt/notesMasters/notesMaster1.xml" Id="Ree1ef37d42e4412e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/ppt/slides/slide24.xml" Id="R636c023ed2ab4cba"/><Relationship Type="http://schemas.openxmlformats.org/officeDocument/2006/relationships/notesMaster" Target="/ppt/notesMasters/notesMaster1.xml" Id="Rbd6f66c40f3f42bc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/ppt/slides/slide25.xml" Id="R0a6a7936328c470d"/><Relationship Type="http://schemas.openxmlformats.org/officeDocument/2006/relationships/notesMaster" Target="/ppt/notesMasters/notesMaster1.xml" Id="R86b9c396ae624b20"/></Relationships>
</file>

<file path=ppt/notesSlides/_rels/notesSlide26.xml.rels><?xml version='1.0' encoding='utf-8' standalone='yes'?>
<Relationships xmlns="http://schemas.openxmlformats.org/package/2006/relationships"><Relationship Type="http://schemas.openxmlformats.org/officeDocument/2006/relationships/slide" Target="/ppt/slides/slide26.xml" Id="Rac3580688d3c4392"/><Relationship Type="http://schemas.openxmlformats.org/officeDocument/2006/relationships/notesMaster" Target="/ppt/notesMasters/notesMaster1.xml" Id="R2d3ea832614e40bc"/></Relationships>
</file>

<file path=ppt/notesSlides/_rels/notesSlide27.xml.rels><?xml version='1.0' encoding='utf-8' standalone='yes'?>
<Relationships xmlns="http://schemas.openxmlformats.org/package/2006/relationships"><Relationship Type="http://schemas.openxmlformats.org/officeDocument/2006/relationships/slide" Target="/ppt/slides/slide27.xml" Id="R7ed9c7b0abfa4e20"/><Relationship Type="http://schemas.openxmlformats.org/officeDocument/2006/relationships/notesMaster" Target="/ppt/notesMasters/notesMaster1.xml" Id="Raad893cd1b544536"/></Relationships>
</file>

<file path=ppt/notesSlides/_rels/notesSlide28.xml.rels><?xml version='1.0' encoding='utf-8' standalone='yes'?>
<Relationships xmlns="http://schemas.openxmlformats.org/package/2006/relationships"><Relationship Type="http://schemas.openxmlformats.org/officeDocument/2006/relationships/slide" Target="/ppt/slides/slide28.xml" Id="R1fe2f99772e04406"/><Relationship Type="http://schemas.openxmlformats.org/officeDocument/2006/relationships/notesMaster" Target="/ppt/notesMasters/notesMaster1.xml" Id="Rd8ff808e240b4f99"/></Relationships>
</file>

<file path=ppt/notesSlides/_rels/notesSlide29.xml.rels><?xml version='1.0' encoding='utf-8' standalone='yes'?>
<Relationships xmlns="http://schemas.openxmlformats.org/package/2006/relationships"><Relationship Type="http://schemas.openxmlformats.org/officeDocument/2006/relationships/slide" Target="/ppt/slides/slide29.xml" Id="R93d331b6d6bf4f78"/><Relationship Type="http://schemas.openxmlformats.org/officeDocument/2006/relationships/notesMaster" Target="/ppt/notesMasters/notesMaster1.xml" Id="Rf798d3366fac4e9a"/></Relationships>
</file>

<file path=ppt/notesSlides/_rels/notesSlide30.xml.rels><?xml version='1.0' encoding='utf-8' standalone='yes'?>
<Relationships xmlns="http://schemas.openxmlformats.org/package/2006/relationships"><Relationship Type="http://schemas.openxmlformats.org/officeDocument/2006/relationships/slide" Target="/ppt/slides/slide30.xml" Id="Rda7ae5e6b5484092"/><Relationship Type="http://schemas.openxmlformats.org/officeDocument/2006/relationships/notesMaster" Target="/ppt/notesMasters/notesMaster1.xml" Id="Rf55af753cce1498d"/></Relationships>
</file>

<file path=ppt/notesSlides/_rels/notesSlide31.xml.rels><?xml version='1.0' encoding='utf-8' standalone='yes'?>
<Relationships xmlns="http://schemas.openxmlformats.org/package/2006/relationships"><Relationship Type="http://schemas.openxmlformats.org/officeDocument/2006/relationships/slide" Target="/ppt/slides/slide31.xml" Id="R2b9132b9e48e4bfc"/><Relationship Type="http://schemas.openxmlformats.org/officeDocument/2006/relationships/notesMaster" Target="/ppt/notesMasters/notesMaster1.xml" Id="Ra717e033e2b24c4f"/></Relationships>
</file>

<file path=ppt/notesSlides/_rels/notesSlide32.xml.rels><?xml version='1.0' encoding='utf-8' standalone='yes'?>
<Relationships xmlns="http://schemas.openxmlformats.org/package/2006/relationships"><Relationship Type="http://schemas.openxmlformats.org/officeDocument/2006/relationships/slide" Target="/ppt/slides/slide32.xml" Id="Rde66ce62a3ca406b"/><Relationship Type="http://schemas.openxmlformats.org/officeDocument/2006/relationships/notesMaster" Target="/ppt/notesMasters/notesMaster1.xml" Id="Rd3175cf0f6ac46a2"/></Relationships>
</file>

<file path=ppt/notesSlides/_rels/notesSlide33.xml.rels><?xml version='1.0' encoding='utf-8' standalone='yes'?>
<Relationships xmlns="http://schemas.openxmlformats.org/package/2006/relationships"><Relationship Type="http://schemas.openxmlformats.org/officeDocument/2006/relationships/slide" Target="/ppt/slides/slide33.xml" Id="Rb962d3338f234466"/><Relationship Type="http://schemas.openxmlformats.org/officeDocument/2006/relationships/notesMaster" Target="/ppt/notesMasters/notesMaster1.xml" Id="Rad690a6fdfa241d3"/></Relationships>
</file>

<file path=ppt/notesSlides/_rels/notesSlide34.xml.rels><?xml version='1.0' encoding='utf-8' standalone='yes'?>
<Relationships xmlns="http://schemas.openxmlformats.org/package/2006/relationships"><Relationship Type="http://schemas.openxmlformats.org/officeDocument/2006/relationships/slide" Target="/ppt/slides/slide34.xml" Id="R49876d4ab71c4191"/><Relationship Type="http://schemas.openxmlformats.org/officeDocument/2006/relationships/notesMaster" Target="/ppt/notesMasters/notesMaster1.xml" Id="R2ec4a3e2f38e4431"/></Relationships>
</file>

<file path=ppt/notesSlides/_rels/standalone_toolchain_7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7.xml" Id="Rf52c58489acc42c8"/><Relationship Type="http://schemas.openxmlformats.org/officeDocument/2006/relationships/notesMaster" Target="../notesMasters/notesMaster1.xml" Id="R7ef8535ec6b0469d"/></Relationships>
</file>

<file path=ppt/notesSlides/_rels/standalone_toolchain_8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8.xml" Id="Rf52c58489acc42c8"/><Relationship Type="http://schemas.openxmlformats.org/officeDocument/2006/relationships/notesMaster" Target="../notesMasters/notesMaster1.xml" Id="R7ef8535ec6b0469d"/></Relationships>
</file>

<file path=ppt/notesSlides/_rels/standalone_toolchain_9.xml.rels><?xml version='1.0' encoding='utf-8' standalone='yes'?>
<Relationships xmlns="http://schemas.openxmlformats.org/package/2006/relationships"><Relationship Type="http://schemas.openxmlformats.org/officeDocument/2006/relationships/slide" Target="../slides/standalone_toolchain_9.xml" Id="Rf52c58489acc42c8"/><Relationship Type="http://schemas.openxmlformats.org/officeDocument/2006/relationships/notesMaster" Target="../notesMasters/notesMaster1.xml" Id="R7ef8535ec6b0469d"/></Relationships>
</file>

<file path=ppt/notesSlides/firmware_formats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对应正文：P012_编译示例与新增开发板_Windows.md#hc32-firmware-formats。教程原件 learning/board/labs/hc32_port/boards/uyup/uyup_rpi_a/uyup_rpi_a_hc32f4a0pitb_defconfig 设置 HEX；最终结果以本次 .config 为准。本章模块快照没有 board.cmake 的 runner 接入，不要求执行 west flash。正式完成 pyOCD runner 接入后，flash() 按 HEX、BIN、ELF 顺序选择；GDB 使用 ELF。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12.1。</ns0:t>
            </ns0:r>
          </ns0:p>
          <ns1:p xmlns:ns1="http://schemas.openxmlformats.org/drawingml/2006/main">
            <ns1:r>
              <ns1:t>已有匹配板、SoC 和所需驱动：复用现有 BOARD，配置自己的应用。先核对完整芯片型号、晶振、控制台和要使用的外设。</ns1:t>
            </ns1:r>
          </ns1:p>
          <ns2:p xmlns:ns2="http://schemas.openxmlformats.org/drawingml/2006/main">
            <ns2:r>
              <ns2:t>自己做 PCB，但芯片与驱动已有支持：新增板，描述连接和默认功能，复用 SoC。板名变化不要求复制架构和芯片实现。</ns2:t>
            </ns2:r>
          </ns2:p>
          <ns3:p xmlns:ns3="http://schemas.openxmlformats.org/drawingml/2006/main">
            <ns3:r>
              <ns3:t>芯片支持或目标外设驱动缺失：补相应 SoC/驱动，再描述板。只有所选实现需要厂商 HAL/DDL 时才取对应库；HC32 材料属于本章第三条具体分支。</ns3:t>
            </ns3:r>
          </ns3:p>
          <ns4:p xmlns:ns4="http://schemas.openxmlformats.org/drawingml/2006/main">
            <ns4:r>
              <ns4:t/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gu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对应配套正文 12.7。</ns0:t>
            </ns0:r>
          </ns0:p>
          <ns1:p xmlns:ns1="http://schemas.openxmlformats.org/drawingml/2006/main">
            <ns1:r>
              <ns1:t>MPS2 的启动、中断、时钟与外设支持已有 Zephyr 实现，也另有厂商 BSP 可选；本套 HC32 适配使用厂商设备头、system 和 DDL，因此需接入 hal_xhsc。</ns1:t>
            </ns1:r>
          </ns1:p>
          <ns2:p xmlns:ns2="http://schemas.openxmlformats.org/drawingml/2006/main">
            <ns2:r>
              <ns2:t>先读 HC32 SoC CMake 和 UART 驱动确认引用，再核对已有 HAL 的 module.yml 与 hc32f4a0 文件。示例新目录为 G:/zephyr_practice/hal_xhsc；已有 hal_xhsc-zephyr 则复用真实根。</ns2:t>
            </ns2:r>
          </ns2:p>
          <ns3:p xmlns:ns3="http://schemas.openxmlformats.org/drawingml/2006/main">
            <ns3:r>
              <ns3:t>用 EXTRA_ZEPHYR_MODULES 追加 HAL 与适配，west 继续发现 CMSIS_6。再核对 DDL 是否进入编译；仅有 HAL 目录还不具备 Zephyr 板与驱动。</ns3:t>
            </ns3:r>
          </ns3:p>
          <ns4:p xmlns:ns4="http://schemas.openxmlformats.org/drawingml/2006/main">
            <ns4:r>
              <ns4:t/>
            </ns4:r>
          </ns4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构建与移植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本期路线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12.1 · 先认识目标</a:t>
            </a:r>
          </a:p>
          <a:p xmlns:a="http://schemas.openxmlformats.org/drawingml/2006/main">
            <a:r>
              <a:t>AN386不是HC32型号。https://docs.zephyrproject.org/latest/boards/arm/mps2/doc/mps2_armv7m.html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12.1 · 源码根 boards/arm/mps2</a:t>
            </a:r>
          </a:p>
          <a:p xmlns:a="http://schemas.openxmlformats.org/drawingml/2006/main">
            <a:r>
              <a:t>SRAM从0x20000000开始，flash节点从0开始。是目标映射，不是HC32片内Flash规格；hello_world不测试所有外设。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12.1 · BOARD 不是目录路径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12.1 · 应用与硬件的分工</a:t>
            </a:r>
          </a:p>
          <a:p xmlns:a="http://schemas.openxmlformats.org/drawingml/2006/main">
            <a:r>
              <a:t>MPS2固件不可烧入HC32。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12.2.1 · UCRT64 始终位于源码根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12.2.1 · UCRT64；源码根</a:t>
            </a:r>
          </a:p>
          <a:p xmlns:a="http://schemas.openxmlformats.org/drawingml/2006/main">
            <a:r>
              <a:t>三个Zephyr原生变量分别指源码、工具链类型和SDK根。SDK多一层时按正文改实际路径，后续复用本页定义。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12.2.2 · UCRT64；源码根；路径变量来自上一页</a:t>
            </a:r>
          </a:p>
          <a:p xmlns:a="http://schemas.openxmlformats.org/drawingml/2006/main">
            <a:r>
              <a:t>完整配置命令。ZEPHYR_BASE和ZEPHYR_SDK_INSTALL_DIR在3.2.1定义。ZEPHYR_MODULES只指定已经下载的源码。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12.2.2 · 第一次完成已有板编译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12.3 · 得到可比较的成功基线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 · 先新增板，再新增芯片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 · 板文件的一对一对应</a:t>
            </a:r>
          </a:p>
          <a:p xmlns:a="http://schemas.openxmlformats.org/drawingml/2006/main">
            <a:r>
              <a:t>新defconfig完整文件名practice_mps2_an386_defconfig，见正文。SoC不复制。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12.4.1 · 目录创建及完整命令见正文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12.4.1 · 对照官方 Kconfig.mps2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12.4.1 · 第一处可观察结果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12.4.2 · 按正文复制同一修订文件</a:t>
            </a:r>
          </a:p>
          <a:p xmlns:a="http://schemas.openxmlformats.org/drawingml/2006/main">
            <a:r>
              <a:t>不能漏掉本地include；chosen选UART，defconfig打开控制台功能。 MPS2 pinctrl依赖GPIO，实际链接验证需CONFIG_GPIO=y。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12.4.3 · UCRT64；源码根；原生路径变量见 12.2.1</a:t>
            </a:r>
          </a:p>
          <a:p xmlns:a="http://schemas.openxmlformats.org/drawingml/2006/main">
            <a:r>
              <a:t>BOARD_ROOT是含boards的父目录。新输出build-practice，不复用缓存。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12.4.3 · 完成新增板、复用芯片的实验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12.5 · 对照职责，重新取硬件数值</a:t>
            </a:r>
          </a:p>
          <a:p xmlns:a="http://schemas.openxmlformats.org/drawingml/2006/main">
            <a:r>
              <a:t>HC32主晶振12MHz；主SRAM0x1FFE0000起，还有4KiB备份SRAM。同内核不等于同寄存器。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12.5 · Zephyr 3.7.0 起的硬件模型 v2</a:t>
            </a:r>
          </a:p>
          <a:p xmlns:a="http://schemas.openxmlformats.org/drawingml/2006/main">
            <a:r>
              <a:t>boards/arm/mps2的arm是板厂Arm。多SoC/异构板难以归入唯一架构树。https://docs.zephyrproject.org/latest/hardware/porting/board_porting.html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12.6 · 接入顺序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12.6.1 · 驱动源文件未齐，此时不完整配置</a:t>
            </a:r>
          </a:p>
          <a:p xmlns:a="http://schemas.openxmlformats.org/drawingml/2006/main">
            <a:r>
              <a:t>完整mkdir/cp步骤在正文。module.yml登记board_root、soc_root、dts_root。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12.6.2 · 根据 HC32 资料填写</a:t>
            </a:r>
          </a:p>
          <a:p xmlns:a="http://schemas.openxmlformats.org/drawingml/2006/main">
            <a:r>
              <a:t>Twister平台.yaml不替代board.yml。增量厂商前缀表通过dts_root接入，不覆盖上游完整表。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12.6.2 · 第二处可观察结果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对应正文：P012，12.6.3 · 文件来源与构建连接</a:t>
            </a:r>
          </a:p>
          <a:p xmlns:a="http://schemas.openxmlformats.org/drawingml/2006/main">
            <a:r>
              <a:t>详见P012 12.6.3.1的Mermaid及具体文件。仅有厂商包时module.yml/CMake是移植者新增，不是覆盖官方west.yml。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对应正文：P012，12.6.4 · 有 DDL 与仅有设备头的区别</a:t>
            </a:r>
          </a:p>
          <a:p xmlns:a="http://schemas.openxmlformats.org/drawingml/2006/main">
            <a:r>
              <a:t>此备选分支解释移植工作边界，不是已经验证的新芯片示例。本系列现有HC32构建仍依赖指定DDL，不能直接删掉HAL后套用。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12.6.5 · 完整性检查</a:t>
            </a:r>
          </a:p>
          <a:p xmlns:a="http://schemas.openxmlformats.org/drawingml/2006/main">
            <a:r>
              <a:t>比较是只读操作；README不参与源码一致性检查。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12.7 · 完整配置命令见正文；不复用缓存</a:t>
            </a:r>
          </a:p>
          <a:p xmlns:a="http://schemas.openxmlformats.org/drawingml/2006/main">
            <a:r>
              <a:t>完整配置命令：</a:t>
            </a:r>
          </a:p>
          <a:p xmlns:a="http://schemas.openxmlformats.org/drawingml/2006/main">
            <a:r>
              <a:t>cmake -S samples/hello_world -B build/learning-tools/p003/build-hc32 -G Ninja \</a:t>
            </a:r>
          </a:p>
          <a:p xmlns:a="http://schemas.openxmlformats.org/drawingml/2006/main">
            <a:r>
              <a:t>  -DBOARD=uyup_rpi_a/hc32f4a0pitb \</a:t>
            </a:r>
          </a:p>
          <a:p xmlns:a="http://schemas.openxmlformats.org/drawingml/2006/main">
            <a:r>
              <a:t>  "-DZephyr_DIR=$ZEPHYR_BASE/share/zephyr-package/cmake" \</a:t>
            </a:r>
          </a:p>
          <a:p xmlns:a="http://schemas.openxmlformats.org/drawingml/2006/main">
            <a:r>
              <a:t>  "-DZEPHYR_BASE=$ZEPHYR_BASE" \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  "-DZEPHYR_MODULES=$(cygpath -m "$PWD/build/learning-tools/deps/cmsis_6");$(cygpath -m "$PWD/../hal_xhsc");$(cygpath -m "$PWD/build/learning-tools/p003/hc32_port")" \</a:t>
            </a:r>
          </a:p>
          <a:p xmlns:a="http://schemas.openxmlformats.org/drawingml/2006/main">
            <a:r>
              <a:t>  -DEXTRA_ZEPHYR_MODULES= -DZEPHYR_EXTRA_MODULES=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三个模块路径组成ZEPHYR_MODULES，原生路径变量来自3.2.1。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12.7 · 所有接入文件齐全后才编译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12.8 · 源码路径与硬件配置同时核验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12.8 · 构建和实板验收分开记录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12.8 · 先定位层次，再修改文件</a:t>
            </a:r>
          </a:p>
          <a:p xmlns:a="http://schemas.openxmlformats.org/drawingml/2006/main">
            <a:r>
              <a:t>缓存优先级与编译器派生细节放正文3.9，完成首个编译后查阅。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对应正文：learning/P01_zephyr_make_project/P012_编译示例与新增开发板_Windows.md</a:t>
            </a:r>
          </a:p>
          <a:p xmlns:a="http://schemas.openxmlformats.org/drawingml/2006/main">
            <a:r>
              <a:t>12.8—12.9 · 本期结束</a:t>
            </a:r>
          </a:p>
          <a:p xmlns:a="http://schemas.openxmlformats.org/drawingml/2006/main">
            <a:r>
              <a:t>遵循官方格式不等于已被上游收录。Git同步规则待另定；当前教学快照为12MHz GPIO/轮询UART阶段。</a:t>
            </a:r>
          </a:p>
          <a:p xmlns:a="http://schemas.openxmlformats.org/drawingml/2006/main">
            <a:r>
              <a:t>命令在正文指定的 G 盘实验目录执行；原生接口与教程变量依正文区分。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 12.2.3 · 与 SDK 主线二选一。</a:t>
            </a:r>
          </a:p>
          <a:p xmlns:a="http://schemas.openxmlformats.org/drawingml/2006/main">
            <a:r>
              <a:t>仍编译官方 hello_world，仍选 mps2/an386（Cortex-M4）。</a:t>
            </a:r>
          </a:p>
          <a:p xmlns:a="http://schemas.openxmlformats.org/drawingml/2006/main">
            <a:r>
              <a:t>只更换工具链接口，CMSIS 仍由 west 工作区发现。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工具目录：G:/zephyr_practice/</a:t>
            </a:r>
          </a:p>
          <a:p xmlns:a="http://schemas.openxmlformats.org/drawingml/2006/main">
            <a:r>
              <a:t>arm-zephyr-eabi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UCRT64 源码根激活 .venv，使用独立的新构建目录。</a:t>
            </a:r>
          </a:p>
          <a:p xmlns:a="http://schemas.openxmlformats.org/drawingml/2006/main">
            <a:r>
              <a:t>主机 CMake、Ninja、Python、DTC 与 CMSIS 必须已经准备好。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../P003_SDK准备与编译器选型_Windows.md#section-3-2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 12.2.3 · 打开配套 TXT，复制整个操作块。</a:t>
            </a:r>
          </a:p>
          <a:p xmlns:a="http://schemas.openxmlformats.org/drawingml/2006/main">
            <a:r>
              <a:t>下方 TXT 包含进入源码根、激活 venv、前提检查与完整 cmake 命令。</a:t>
            </a:r>
          </a:p>
          <a:p xmlns:a="http://schemas.openxmlformats.org/drawingml/2006/main">
            <a:r>
              <a:t>取消当前 UCRT64 的旧 SDK 输入，返回 SDK 主线时按 12.2.1 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variant 选 cross-compile，程序前缀与工具链根指向实际 ARM 目录。</a:t>
            </a:r>
          </a:p>
          <a:p xmlns:a="http://schemas.openxmlformats.org/drawingml/2006/main">
            <a:r>
              <a:t>Zephyr_DIR 指向源码的包入口，BOARD 仍为 mps2/an386。</a:t>
            </a:r>
          </a:p>
          <a:p xmlns:a="http://schemas.openxmlformats.org/drawingml/2006/main">
            <a:r>
              <a:t>全部 -D 参数只保存在本次新构建目录的 CMakeCache.txt。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看到 Found toolchain: cross-compile，且配置、生成成功后再编译。</a:t>
            </a:r>
          </a:p>
          <a:p xmlns:a="http://schemas.openxmlformats.org/drawingml/2006/main">
            <a:r>
              <a:t># Windows UCRT64；源码根；已完成 P002 主机工具/Python 与 P004 CMSIS 下载。</a:t>
            </a:r>
          </a:p>
          <a:p xmlns:a="http://schemas.openxmlformats.org/drawingml/2006/main">
            <a:r>
              <a:t>cd /g/zephyr_practice/zephyr-main &amp;&amp;</a:t>
            </a:r>
          </a:p>
          <a:p xmlns:a="http://schemas.openxmlformats.org/drawingml/2006/main">
            <a:r>
              <a:t>source .venv/Scripts/activate &amp;&amp;</a:t>
            </a:r>
          </a:p>
          <a:p xmlns:a="http://schemas.openxmlformats.org/drawingml/2006/main">
            <a:r>
              <a:t># 清理当前 UCRT64 的旧 SDK/模块输入；回到 SDK 主线时重新执行 12.2.1。</a:t>
            </a:r>
          </a:p>
          <a:p xmlns:a="http://schemas.openxmlformats.org/drawingml/2006/main">
            <a:r>
              <a:t>unset ZEPHYR_SDK_INSTALL_DIR ZEPHYR_TOOLCHAIN_VARIANT</a:t>
            </a:r>
          </a:p>
          <a:p xmlns:a="http://schemas.openxmlformats.org/drawingml/2006/main">
            <a:r>
              <a:t>unset CROSS_COMPILE CROSS_COMPILE_TOOLCHAIN_PATH</a:t>
            </a:r>
          </a:p>
          <a:p xmlns:a="http://schemas.openxmlformats.org/drawingml/2006/main">
            <a:r>
              <a:t>unset ZEPHYR_MODULES EXTRA_ZEPHYR_MODULES ZEPHYR_EXTRA_MODULES</a:t>
            </a:r>
          </a:p>
          <a:p xmlns:a="http://schemas.openxmlformats.org/drawingml/2006/main">
            <a:r>
              <a:t>test -f ../modules/hal/cmsis_6/zephyr/module.yml &amp;&amp;</a:t>
            </a:r>
          </a:p>
          <a:p xmlns:a="http://schemas.openxmlformats.org/drawingml/2006/main">
            <a:r>
              <a:t>test -f ../modules/hal/cmsis_6/CMSIS/Core/Include/core_cm4.h &amp;&amp;</a:t>
            </a:r>
          </a:p>
          <a:p xmlns:a="http://schemas.openxmlformats.org/drawingml/2006/main">
            <a:r>
              <a:t>../arm-zephyr-eabi/bin/arm-zephyr-eabi-gcc.exe --version &amp;&amp;</a:t>
            </a:r>
          </a:p>
          <a:p xmlns:a="http://schemas.openxmlformats.org/drawingml/2006/main">
            <a:r>
              <a:t># 新构建目录不得混用之前 SDK 路线的 CMakeCache。</a:t>
            </a:r>
          </a:p>
          <a:p xmlns:a="http://schemas.openxmlformats.org/drawingml/2006/main">
            <a:r>
              <a:t>cmake -S samples/hello_world -B build/learning-tools/p003/build-mps2-cross-compile-layout2 -G Ninja \</a:t>
            </a:r>
          </a:p>
          <a:p xmlns:a="http://schemas.openxmlformats.org/drawingml/2006/main">
            <a:r>
              <a:t>  -DBOARD=mps2/an386 \</a:t>
            </a:r>
          </a:p>
          <a:p xmlns:a="http://schemas.openxmlformats.org/drawingml/2006/main">
            <a:r>
              <a:t>  "-DZephyr_DIR=$(cygpath -m "$PWD/share/zephyr-package/cmake")" \</a:t>
            </a:r>
          </a:p>
          <a:p xmlns:a="http://schemas.openxmlformats.org/drawingml/2006/main">
            <a:r>
              <a:t>  "-DZEPHYR_BASE=$(cygpath -m "$PWD")" \</a:t>
            </a:r>
          </a:p>
          <a:p xmlns:a="http://schemas.openxmlformats.org/drawingml/2006/main">
            <a:r>
              <a:t>  -DZEPHYR_TOOLCHAIN_VARIANT=cross-compile \</a:t>
            </a:r>
          </a:p>
          <a:p xmlns:a="http://schemas.openxmlformats.org/drawingml/2006/main">
            <a:r>
              <a:t>  -DCROSS_COMPILE=G:/zephyr_practice/arm-zephyr-eabi/bin/arm-zephyr-eabi- \</a:t>
            </a:r>
          </a:p>
          <a:p xmlns:a="http://schemas.openxmlformats.org/drawingml/2006/main">
            <a:r>
              <a:t>  -DCROSS_COMPILE_TOOLCHAIN_PATH=G:/zephyr_practice/arm-zephyr-eabi \</a:t>
            </a:r>
          </a:p>
          <a:p xmlns:a="http://schemas.openxmlformats.org/drawingml/2006/main">
            <a:r>
              <a:t>  "-DPython3_EXECUTABLE=$(cygpath -m "$(command -v python)")" \</a:t>
            </a:r>
          </a:p>
          <a:p xmlns:a="http://schemas.openxmlformats.org/drawingml/2006/main">
            <a:r>
              <a:t>  -DCMAKE_EXPORT_COMPILE_COMMANDS=ON</a:t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../commands/P012_Windows/12.2.3-01.txt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standalone_toolchain_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对应正文：P012 12.2.3 · 构建与接入核验。</a:t>
            </a:r>
          </a:p>
          <a:p xmlns:a="http://schemas.openxmlformats.org/drawingml/2006/main">
            <a:r>
              <a:t>检查缓存中的 variant、CMAKE_C_COMPILER 与 SYSROOT_DIR。</a:t>
            </a:r>
          </a:p>
          <a:p xmlns:a="http://schemas.openxmlformats.org/drawingml/2006/main">
            <a:r>
              <a:t>编译器与库应来自独立目录，没有 ZEPHYR_SDK_INSTALL_DIR。</a:t>
            </a:r>
          </a:p>
          <a:p xmlns:a="http://schemas.openxmlformats.org/drawingml/2006/main">
            <a:r>
              <a:t>compile_commands.json 应显示 Cortex-M4 的实际编译参数。</a:t>
            </a:r>
          </a:p>
          <a:p xmlns:a="http://schemas.openxmlformats.org/drawingml/2006/main">
            <a:r>
              <a:t>本步应生成 AN386 ELF；仍须分别验证下载和运行。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../commands/P012_Windows/12.2.3-02.txt</a:t>
            </a:r>
          </a:p>
          <a:p xmlns:a="http://schemas.openxmlformats.org/drawingml/2006/main">
            <a:r>
              <a:t>../commands/P012_Windows/12.2.3-03.txt</a:t>
            </a:r>
          </a:p>
          <a:p xmlns:a="http://schemas.openxmlformats.org/drawingml/2006/main">
            <a:r>
              <a:t>2026-10-06 核对 G 盘独立 ARM 目录与 Zephyr 25c8f4a23988dd3b2cfb463613622738298c2d6c。工具链无 SDK cmake，不表示缺少主机 cmake.exe。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restored_cover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../slides/slide1.xml"/><Relationship Id="rId1" Type="http://schemas.openxmlformats.org/officeDocument/2006/relationships/notesMaster" Target="../../notesMasters/notesMaster1.xml"/></Relationships>
</file>

<file path=ppt/restored_cover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承接 P002—P005 已准备的 UCRT64、SDK、Windows Python 3.12.10、west 1.5.0 和源码根 .venv。本期先解释 CMake 输入与缓存，再编译官方 hello_world / mps2/an386 并核对结果；随后新增 practice_mps2 与接入所选 UYUP HC32。实验仍在 G:/zephyr_practice/zephyr-main。编译与硬件验证分别记录。</a:t>
            </a:r>
          </a:p>
          <a:p>
            <a:r>
              <a:rPr/>
              <a:t>配套正文：learning/P01_zephyr_make_project/P011_编译示例与新增开发板_Windows.md</a:t>
            </a:r>
          </a:p>
          <a:p>
            <a:r>
              <a:rPr/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011_编译示例与新增开发板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restored_cover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restored_cover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restored_cover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restored_cover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restored_cover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restored_cover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dkscope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1.xml" Id="R00101874e068401d"/><Relationship Type="http://schemas.openxmlformats.org/officeDocument/2006/relationships/notesMaster" Target="../../notesMasters/notesMaster1.xml" Id="Rf6f6dbc4f75a4edf"/></Relationships>
</file>

<file path=ppt/sdkscope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2.xml" Id="Rad06da2a1ca44616"/><Relationship Type="http://schemas.openxmlformats.org/officeDocument/2006/relationships/notesMaster" Target="../../notesMasters/notesMaster1.xml" Id="R94341d4c48484552"/></Relationships>
</file>

<file path=ppt/sdkscope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3.xml" Id="R82b9cc97913b49e6"/><Relationship Type="http://schemas.openxmlformats.org/officeDocument/2006/relationships/notesMaster" Target="../../notesMasters/notesMaster1.xml" Id="R4af839b86b3448b3"/></Relationships>
</file>

<file path=ppt/sdkscope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slides/sdkscope_slide4.xml" Id="R723d95f10c28482c"/><Relationship Type="http://schemas.openxmlformats.org/officeDocument/2006/relationships/notesMaster" Target="../../notesMasters/notesMaster1.xml" Id="R0a9c411924184d1a"/></Relationships>
</file>

<file path=ppt/sdkscope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对应正文：P004_Windows，6.2.1 · 环境输入；后续 -D 写入指定构建缓存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完整操作单元：../commands/P011_Windows/11.2.1-01.txt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 · 已完成 AN386 的首次实验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对应正文：P004_Windows，11.9.5 · 完整 JSON 与创建命令见下方文件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完整操作单元：../commands/P011_Windows/11.9.5-01.txt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对应正文：P004_Windows，6.9.5 · 不需要再次 export SDK</a:t>
            </a:r>
          </a:p>
          <a:p xmlns:a="http://schemas.openxmlformats.org/drawingml/2006/main">
            <a:r>
              <a:t>依据：SDK 1.0.1 cmake/zephyr_sdk_export.cmake；Zephyr FindZephyr-sdk.cmake 与 extensions.cmake zephyr_get。</a:t>
            </a:r>
          </a:p>
          <a:p xmlns:a="http://schemas.openxmlformats.org/drawingml/2006/main">
            <a:r>
              <a:t>https://cmake.org/cmake/help/latest/manual/cmake-packages.7.html#user-package-registry</a:t>
            </a:r>
          </a:p>
          <a:p xmlns:a="http://schemas.openxmlformats.org/drawingml/2006/main">
            <a:r>
              <a:t>https://cmake.org/cmake/help/latest/manual/cmake-presets.7.html</a:t>
            </a:r>
          </a:p>
          <a:p xmlns:a="http://schemas.openxmlformats.org/drawingml/2006/main">
            <a:r>
              <a:t>完整操作单元：../commands/P011_Windows/11.9.5-02.txt</a:t>
            </a:r>
          </a:p>
          <a:p xmlns:a="http://schemas.openxmlformats.org/drawingml/2006/main">
            <a:r>
              <a:t>官方文件、教程自建文件与生成产物按本页说明区分。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dkscope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29680e8c22d4d51"/></Relationships>
</file>

<file path=ppt/sdkscope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3b6e41c83c05472b"/></Relationships>
</file>

<file path=ppt/sdkscope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272c276072ce4e40"/></Relationships>
</file>

<file path=ppt/sdkscope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c03765e4dacf4b16"/></Relationships>
</file>

<file path=ppt/sdkscope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af8b50affc5c467a"/></Relationships>
</file>

<file path=ppt/sdkscope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ef59d630295b4158"/></Relationships>
</file>

<file path=ppt/sdkscope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BF58F5-F8F0-4E68-96D2-0FFCE9C88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2AD87FF-57F6-41E1-8463-3B35DECB28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C2FFA63-BFD4-4259-B6EA-F365C53482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dkscope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38DB4E6-A130-4FF7-B960-73E40162A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996CEEC-3A3C-469B-8E31-1D3FD21089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64390F1-0699-40BC-8487-F37CF25589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BF8788-ECDA-48EC-9632-6CD96472AB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DA3F38-DD98-483B-8323-3EB5693C82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1B3C10-361E-44AD-90D9-CC8E32386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905DA0B-7AE4-47D9-B1BE-CD3B8990DE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dkscope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dkscope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51bb3c526adc4aea"/><Relationship Type="http://schemas.openxmlformats.org/officeDocument/2006/relationships/slideLayout" Target="../slideLayouts/slideLayout1.xml" Id="R05dd2c41df694586"/><Relationship Type="http://schemas.openxmlformats.org/officeDocument/2006/relationships/slideLayout" Target="../slideLayouts/slideLayout2.xml" Id="R279896be503e407b"/><Relationship Type="http://schemas.openxmlformats.org/officeDocument/2006/relationships/slideLayout" Target="../slideLayouts/slideLayout3.xml" Id="R71e323a18b664ce0"/><Relationship Type="http://schemas.openxmlformats.org/officeDocument/2006/relationships/slideLayout" Target="../slideLayouts/slideLayout4.xml" Id="Rfb39d9b3a708490b"/><Relationship Type="http://schemas.openxmlformats.org/officeDocument/2006/relationships/slideLayout" Target="../slideLayouts/slideLayout5.xml" Id="Rf23eb93d8923492a"/><Relationship Type="http://schemas.openxmlformats.org/officeDocument/2006/relationships/slideLayout" Target="../slideLayouts/slideLayout6.xml" Id="R014faa83a267465b"/></Relationships>
</file>

<file path=ppt/sdkscope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0" r:id="R05dd2c41df694586"/>
    <p:sldLayoutId xmlns:r="http://schemas.openxmlformats.org/officeDocument/2006/relationships" id="2147483671" r:id="R279896be503e407b"/>
    <p:sldLayoutId xmlns:r="http://schemas.openxmlformats.org/officeDocument/2006/relationships" id="2147483672" r:id="R71e323a18b664ce0"/>
    <p:sldLayoutId xmlns:r="http://schemas.openxmlformats.org/officeDocument/2006/relationships" id="2147483673" r:id="Rfb39d9b3a708490b"/>
    <p:sldLayoutId xmlns:r="http://schemas.openxmlformats.org/officeDocument/2006/relationships" id="2147483674" r:id="Rf23eb93d8923492a"/>
    <p:sldLayoutId xmlns:r="http://schemas.openxmlformats.org/officeDocument/2006/relationships" id="2147483675" r:id="R014faa83a267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dkscope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lizhaojunCoverLayout.xml.rels><?xml version='1.0' encoding='utf-8' standalone='yes'?>
<Relationships xmlns="http://schemas.openxmlformats.org/package/2006/relationships"><Relationship Id="rId1" Type="http://schemas.openxmlformats.org/officeDocument/2006/relationships/slideMaster" Target="/ppt/slideMasters/lizhaojunCoverMaster.xml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e1d259405c3452b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af0393e97b02403d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58a6275da4045cc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061c8d0ae684890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dadecbe81084ac7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d628d57ec2af436d"/></Relationships>
</file>

<file path=ppt/slideLayouts/lizhaojunCoverLayout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F4F08A-CDFA-4C19-8637-E6EB7649D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5E4520-A217-45C9-BEB4-3D4BDF61C5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04F66D-5E2D-4DE2-8DB0-9C8CFF33B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E3435C-6D1D-4453-9CE7-52A36F1742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F0156D-B18C-4D5A-A611-01FDF3B17B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4E5A24C-D5DB-4541-AC18-F10F58145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1809A1-2B23-4EAB-A9D4-90DF69F8D0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133349-23BA-4BF6-BAC0-F2A627A9EC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CA194A-7AD6-47A1-AD36-6A34EFCAC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305B5-B517-4CD8-B4EC-56C3E95080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 showMasterSp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lizhaojunCoverMaster.xml.rels><?xml version='1.0' encoding='utf-8' standalone='yes'?>
<Relationships xmlns="http://schemas.openxmlformats.org/package/2006/relationships"><Relationship Id="rId7" Type="http://schemas.openxmlformats.org/officeDocument/2006/relationships/theme" Target="/ppt/theme/lizhaojunCoverTheme.xml"/><Relationship Id="rIdCoverLayout" Type="http://schemas.openxmlformats.org/officeDocument/2006/relationships/slideLayout" Target="/ppt/slideLayouts/lizhaojunCoverLayout.xml"/><Relationship Id="rIdCoverBackground" Type="http://schemas.openxmlformats.org/officeDocument/2006/relationships/image" Target="/ppt/restored_cover/media/image1.png"/></Relationships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988b02570ccb4937"/><Relationship Type="http://schemas.openxmlformats.org/officeDocument/2006/relationships/slideLayout" Target="/ppt/slideLayouts/slideLayout1.xml" Id="R7aa60bcb565e4f1d"/><Relationship Type="http://schemas.openxmlformats.org/officeDocument/2006/relationships/slideLayout" Target="/ppt/slideLayouts/slideLayout2.xml" Id="R7b062da892e240e0"/><Relationship Type="http://schemas.openxmlformats.org/officeDocument/2006/relationships/slideLayout" Target="/ppt/slideLayouts/slideLayout3.xml" Id="Ra6f42d20db5f41c5"/><Relationship Type="http://schemas.openxmlformats.org/officeDocument/2006/relationships/slideLayout" Target="/ppt/slideLayouts/slideLayout4.xml" Id="Re3140bbf928e4d7b"/><Relationship Type="http://schemas.openxmlformats.org/officeDocument/2006/relationships/slideLayout" Target="/ppt/slideLayouts/slideLayout5.xml" Id="Rb06347ee364d4765"/><Relationship Type="http://schemas.openxmlformats.org/officeDocument/2006/relationships/slideLayout" Target="/ppt/slideLayouts/slideLayout6.xml" Id="R78371386f17343c8"/></Relationships>
</file>

<file path=ppt/slideMasters/lizhaojunCoverMaster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CoverBackground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CoverLayout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ooter signature lizhaojun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38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 wrap="none">
            <a:noAutofit/>
          </a:bodyPr>
          <a:lstStyle xmlns:a="http://schemas.openxmlformats.org/drawingml/2006/main"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60bcb565e4f1d"/>
    <p:sldLayoutId xmlns:r="http://schemas.openxmlformats.org/officeDocument/2006/relationships" id="2147483650" r:id="R7b062da892e240e0"/>
    <p:sldLayoutId xmlns:r="http://schemas.openxmlformats.org/officeDocument/2006/relationships" id="2147483651" r:id="Ra6f42d20db5f41c5"/>
    <p:sldLayoutId xmlns:r="http://schemas.openxmlformats.org/officeDocument/2006/relationships" id="2147483652" r:id="Re3140bbf928e4d7b"/>
    <p:sldLayoutId xmlns:r="http://schemas.openxmlformats.org/officeDocument/2006/relationships" id="2147483653" r:id="Rb06347ee364d4765"/>
    <p:sldLayoutId xmlns:r="http://schemas.openxmlformats.org/officeDocument/2006/relationships" id="2147483654" r:id="R78371386f17343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beginner_slide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312e4c3b6654cdc"/><Relationship Type="http://schemas.openxmlformats.org/officeDocument/2006/relationships/notesSlide" Target="../beginner/notesSlides/notesSlide1.xml" Id="Ra61567f05047479e"/></Relationships>
</file>

<file path=ppt/slides/_rels/beginner_slide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a075257e6804ea8"/><Relationship Type="http://schemas.openxmlformats.org/officeDocument/2006/relationships/notesSlide" Target="../beginner/notesSlides/notesSlide2.xml" Id="R18409e123201440f"/><Relationship Id="rIdCommandText" Type="http://schemas.openxmlformats.org/officeDocument/2006/relationships/hyperlink" Target="../commands/P012_Windows/12.1-01.txt" TargetMode="External"/></Relationships>
</file>

<file path=ppt/slides/_rels/beginner_slide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3a3517259444b73"/><Relationship Type="http://schemas.openxmlformats.org/officeDocument/2006/relationships/image" Target="../beginner/media/image.png" Id="R6b4b567b4b98403b"/><Relationship Type="http://schemas.openxmlformats.org/officeDocument/2006/relationships/notesSlide" Target="../beginner/notesSlides/notesSlide3.xml" Id="Rafa43c9eabd7446e"/></Relationships>
</file>

<file path=ppt/slides/_rels/beginner_slide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6b8ed788814cbb"/><Relationship Type="http://schemas.openxmlformats.org/officeDocument/2006/relationships/notesSlide" Target="../beginner/notesSlides/notesSlide4.xml" Id="R5151fbae19eb4685"/><Relationship Id="rIdCommandText" Type="http://schemas.openxmlformats.org/officeDocument/2006/relationships/hyperlink" Target="../commands/P012_Windows/12.2.1-01.txt" TargetMode="External"/></Relationships>
</file>

<file path=ppt/slides/_rels/beginner_slide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9a3bf4c686145bb"/><Relationship Type="http://schemas.openxmlformats.org/officeDocument/2006/relationships/notesSlide" Target="../beginner/notesSlides/notesSlide5.xml" Id="R36e1127aca494c95"/><Relationship Id="rIdCommandText" Type="http://schemas.openxmlformats.org/officeDocument/2006/relationships/hyperlink" Target="../commands/P012_Windows/12.2.1-03.txt" TargetMode="External"/></Relationships>
</file>

<file path=ppt/slides/_rels/beginner_slide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98460a189154d6b"/><Relationship Type="http://schemas.openxmlformats.org/officeDocument/2006/relationships/notesSlide" Target="../beginner/notesSlides/notesSlide6.xml" Id="R2d1115768300480b"/><Relationship Id="rIdCommandText" Type="http://schemas.openxmlformats.org/officeDocument/2006/relationships/hyperlink" Target="../commands/P012_Windows/12.2.2-01.txt" TargetMode="External"/></Relationships>
</file>

<file path=ppt/slides/_rels/beginner_slide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531483b13c148ff"/><Relationship Type="http://schemas.openxmlformats.org/officeDocument/2006/relationships/notesSlide" Target="../beginner/notesSlides/notesSlide7.xml" Id="R797eed077b4243aa"/><Relationship Id="rIdCommandText" Type="http://schemas.openxmlformats.org/officeDocument/2006/relationships/hyperlink" Target="../commands/P012_Windows/12.2.2-02.txt" TargetMode="External"/></Relationships>
</file>

<file path=ppt/slides/_rels/beginner_slide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3b1bda5947e4236"/><Relationship Type="http://schemas.openxmlformats.org/officeDocument/2006/relationships/notesSlide" Target="../beginner/notesSlides/notesSlide8.xml" Id="Rc107010af42d40c9"/><Relationship Id="rIdCommandText" Type="http://schemas.openxmlformats.org/officeDocument/2006/relationships/hyperlink" Target="../commands/P012_Windows/12.3-01.txt" TargetMode="External"/></Relationships>
</file>

<file path=ppt/slides/_rels/beginner_slide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fe15be7ad9304aa6"/><Relationship Type="http://schemas.openxmlformats.org/officeDocument/2006/relationships/notesSlide" Target="../beginner/notesSlides/notesSlide9.xml" Id="R0d51c4db918e435c"/></Relationships>
</file>

<file path=ppt/slides/_rels/beginner_slide1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c3b77583b7e43e8"/><Relationship Type="http://schemas.openxmlformats.org/officeDocument/2006/relationships/notesSlide" Target="../beginner/notesSlides/notesSlide10.xml" Id="R55b32fd85d994977"/><Relationship Id="rIdCommandText" Type="http://schemas.openxmlformats.org/officeDocument/2006/relationships/hyperlink" Target="../commands/P012_Windows/12.4.1-01.txt" TargetMode="External"/></Relationships>
</file>

<file path=ppt/slides/_rels/beginner_slide1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5490979f3e94c4c"/><Relationship Type="http://schemas.openxmlformats.org/officeDocument/2006/relationships/notesSlide" Target="../beginner/notesSlides/notesSlide11.xml" Id="R0b28f7931e584dc5"/><Relationship Id="rIdCommandText" Type="http://schemas.openxmlformats.org/officeDocument/2006/relationships/hyperlink" Target="../commands/P012_Windows/12.4.1-01.txt" TargetMode="External"/></Relationships>
</file>

<file path=ppt/slides/_rels/beginner_slide1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722ad73b9a443ca"/><Relationship Type="http://schemas.openxmlformats.org/officeDocument/2006/relationships/notesSlide" Target="../beginner/notesSlides/notesSlide12.xml" Id="R4c51c18ed76843c0"/><Relationship Id="rIdCommandText" Type="http://schemas.openxmlformats.org/officeDocument/2006/relationships/hyperlink" Target="../commands/P012_Windows/12.4.1-01.txt" TargetMode="External"/></Relationships>
</file>

<file path=ppt/slides/_rels/beginner_slide1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5d4e025ab76649f7"/><Relationship Type="http://schemas.openxmlformats.org/officeDocument/2006/relationships/notesSlide" Target="../beginner/notesSlides/notesSlide13.xml" Id="R6a74cf65daf14c91"/><Relationship Id="rIdCommandText" Type="http://schemas.openxmlformats.org/officeDocument/2006/relationships/hyperlink" Target="../commands/P012_Windows/12.4.1-02.txt" TargetMode="External"/></Relationships>
</file>

<file path=ppt/slides/_rels/beginner_slide1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ad6f2ccd818b427b"/><Relationship Type="http://schemas.openxmlformats.org/officeDocument/2006/relationships/notesSlide" Target="../beginner/notesSlides/notesSlide14.xml" Id="R1a6e24f99b6e4b64"/><Relationship Id="rIdCommandText" Type="http://schemas.openxmlformats.org/officeDocument/2006/relationships/hyperlink" Target="../commands/P012_Windows/12.4.2-01.txt" TargetMode="External"/></Relationships>
</file>

<file path=ppt/slides/_rels/beginner_slide1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dc845c591c94e3b"/><Relationship Type="http://schemas.openxmlformats.org/officeDocument/2006/relationships/notesSlide" Target="../beginner/notesSlides/notesSlide15.xml" Id="Raeb8d97089fa4370"/><Relationship Id="rIdCommandText" Type="http://schemas.openxmlformats.org/officeDocument/2006/relationships/hyperlink" Target="../commands/P012_Windows/12.4.3-01.txt" TargetMode="External"/></Relationships>
</file>

<file path=ppt/slides/_rels/beginner_slide1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91a1eb5efa6444b2"/><Relationship Type="http://schemas.openxmlformats.org/officeDocument/2006/relationships/notesSlide" Target="../beginner/notesSlides/notesSlide16.xml" Id="Rdba4d14d3372456e"/><Relationship Id="rIdCommandText" Type="http://schemas.openxmlformats.org/officeDocument/2006/relationships/hyperlink" Target="../commands/P012_Windows/12.4.3-02.txt" TargetMode="External"/></Relationships>
</file>

<file path=ppt/slides/_rels/beginner_slide17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591fb36cf584ed8"/><Relationship Type="http://schemas.openxmlformats.org/officeDocument/2006/relationships/notesSlide" Target="../beginner/notesSlides/notesSlide17.xml" Id="R44d14839369f420d"/></Relationships>
</file>

<file path=ppt/slides/_rels/beginner_slide18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e4e9d7a26ba94e1b"/><Relationship Type="http://schemas.openxmlformats.org/officeDocument/2006/relationships/notesSlide" Target="../beginner/notesSlides/notesSlide18.xml" Id="R7d8d2cdd1a664c9a"/><Relationship Id="rIdCommandText" Type="http://schemas.openxmlformats.org/officeDocument/2006/relationships/hyperlink" Target="../commands/P012_Windows/12.6.1-01.txt" TargetMode="External"/></Relationships>
</file>

<file path=ppt/slides/_rels/beginner_slide19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21e6ad6e8da54ad1"/><Relationship Type="http://schemas.openxmlformats.org/officeDocument/2006/relationships/notesSlide" Target="../beginner/notesSlides/notesSlide19.xml" Id="Rb1f9effdf7964b64"/><Relationship Id="rIdCommandText" Type="http://schemas.openxmlformats.org/officeDocument/2006/relationships/hyperlink" Target="../commands/P012_Windows/12.6.2-01.txt" TargetMode="External"/></Relationships>
</file>

<file path=ppt/slides/_rels/beginner_slide20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801f72309d554244"/><Relationship Type="http://schemas.openxmlformats.org/officeDocument/2006/relationships/notesSlide" Target="../beginner/notesSlides/notesSlide20.xml" Id="R0d683f116b0a4df3"/><Relationship Id="rIdCommandText" Type="http://schemas.openxmlformats.org/officeDocument/2006/relationships/hyperlink" Target="../commands/P012_Windows/12.6.2-02.txt" TargetMode="External"/></Relationships>
</file>

<file path=ppt/slides/_rels/beginner_slide21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633fc08b16d4024"/><Relationship Type="http://schemas.openxmlformats.org/officeDocument/2006/relationships/notesSlide" Target="../beginner/notesSlides/notesSlide21.xml" Id="R326fd0ba34df4d5e"/><Relationship Id="rIdCommandText" Type="http://schemas.openxmlformats.org/officeDocument/2006/relationships/hyperlink" Target="../commands/P012_Windows/12.6.3-01.txt" TargetMode="External"/></Relationships>
</file>

<file path=ppt/slides/_rels/beginner_slide22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173d9cc230dc41d4"/><Relationship Type="http://schemas.openxmlformats.org/officeDocument/2006/relationships/notesSlide" Target="../beginner/notesSlides/notesSlide22.xml" Id="R0da398c068104986"/><Relationship Id="rIdCommandText" Type="http://schemas.openxmlformats.org/officeDocument/2006/relationships/hyperlink" Target="../commands/P012_Windows/12.6.4-01.txt" TargetMode="External"/></Relationships>
</file>

<file path=ppt/slides/_rels/beginner_slide23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05becfd600d042c8"/><Relationship Type="http://schemas.openxmlformats.org/officeDocument/2006/relationships/notesSlide" Target="../beginner/notesSlides/notesSlide23.xml" Id="Rb29211c38b0f46ee"/><Relationship Id="rIdCommandText" Type="http://schemas.openxmlformats.org/officeDocument/2006/relationships/hyperlink" Target="../commands/P012_Windows/12.6.5-01.txt" TargetMode="External"/></Relationships>
</file>

<file path=ppt/slides/_rels/beginner_slide24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715a9fed52494547"/><Relationship Type="http://schemas.openxmlformats.org/officeDocument/2006/relationships/notesSlide" Target="../beginner/notesSlides/notesSlide24.xml" Id="R06732942f8264a21"/><Relationship Id="rIdCommandText" Type="http://schemas.openxmlformats.org/officeDocument/2006/relationships/hyperlink" Target="../commands/P012_Windows/12.7-01.txt" TargetMode="External"/></Relationships>
</file>

<file path=ppt/slides/_rels/beginner_slide25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3f064596a3244678"/><Relationship Type="http://schemas.openxmlformats.org/officeDocument/2006/relationships/notesSlide" Target="../beginner/notesSlides/notesSlide25.xml" Id="R20b3f45429814e14"/><Relationship Id="rIdCommandText" Type="http://schemas.openxmlformats.org/officeDocument/2006/relationships/hyperlink" Target="../commands/P012_Windows/12.7-02.txt" TargetMode="External"/></Relationships>
</file>

<file path=ppt/slides/_rels/beginner_slide26.xml.rels><?xml version='1.0' encoding='UTF-8' standalone='yes'?>
<Relationships xmlns="http://schemas.openxmlformats.org/package/2006/relationships"><Relationship Type="http://schemas.openxmlformats.org/officeDocument/2006/relationships/slideLayout" Target="../beginner/slideLayouts/slideLayout6.xml" Id="R424f46f3eb3e4c66"/><Relationship Type="http://schemas.openxmlformats.org/officeDocument/2006/relationships/notesSlide" Target="../beginner/notesSlides/notesSlide26.xml" Id="R774317c227e447fc"/><Relationship Id="rIdCommandText" Type="http://schemas.openxmlformats.org/officeDocument/2006/relationships/hyperlink" Target="../commands/P012_Windows/12.8-01.txt" TargetMode="External"/></Relationships>
</file>

<file path=ppt/slides/_rels/cmsiswest_slide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85df33820fd49b4"/><Relationship Type="http://schemas.openxmlformats.org/officeDocument/2006/relationships/notesSlide" Target="../cmsiswest/notesSlides/notesSlide1.xml" Id="Rf7f7beb5eb384def"/></Relationships>
</file>

<file path=ppt/slides/_rels/cmsiswest_slide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fd69e771b19b4dfd"/><Relationship Type="http://schemas.openxmlformats.org/officeDocument/2006/relationships/notesSlide" Target="../cmsiswest/notesSlides/notesSlide2.xml" Id="Rc6a33cabe0034ae1"/></Relationships>
</file>

<file path=ppt/slides/_rels/cmsiswest_slide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e0042482778e4479"/><Relationship Type="http://schemas.openxmlformats.org/officeDocument/2006/relationships/notesSlide" Target="../cmsiswest/notesSlides/notesSlide3.xml" Id="R272ffeb625744c89"/><Relationship Id="rIdCommandText" Type="http://schemas.openxmlformats.org/officeDocument/2006/relationships/hyperlink" Target="../commands/P012_Windows/12.2.1-01.txt" TargetMode="External"/></Relationships>
</file>

<file path=ppt/slides/_rels/cmsiswest_slide4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64ede9e6cdf49fc"/><Relationship Type="http://schemas.openxmlformats.org/officeDocument/2006/relationships/notesSlide" Target="../cmsiswest/notesSlides/notesSlide4.xml" Id="R76af99113ba8468e"/><Relationship Id="rIdCommandText" Type="http://schemas.openxmlformats.org/officeDocument/2006/relationships/hyperlink" Target="../commands/P012_Windows/12.2.1-03.txt" TargetMode="External"/></Relationships>
</file>

<file path=ppt/slides/_rels/cmsiswest_slide5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cmsiswest/notesSlides/notesSlide5.xml" Id="Rdf5a61b497ea49b2"/><Relationship Id="rIdCommandText" Type="http://schemas.openxmlformats.org/officeDocument/2006/relationships/hyperlink" Target="../commands/P012_Windows/12.2.2-01.txt" TargetMode="External"/></Relationships>
</file>

<file path=ppt/slides/_rels/cmsiswest_slide6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484d72929309434a"/><Relationship Type="http://schemas.openxmlformats.org/officeDocument/2006/relationships/notesSlide" Target="../cmsiswest/notesSlides/notesSlide6.xml" Id="R861c82f9f91b40db"/><Relationship Id="rIdCommandText" Type="http://schemas.openxmlformats.org/officeDocument/2006/relationships/hyperlink" Target="../commands/P012_Windows/12.2.2-02.txt" TargetMode="External"/></Relationships>
</file>

<file path=ppt/slides/_rels/cmsiswest_slide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9ec58662af5a4f6d"/><Relationship Type="http://schemas.openxmlformats.org/officeDocument/2006/relationships/notesSlide" Target="../cmsiswest/notesSlides/notesSlide7.xml" Id="R1add951a46a4497e"/><Relationship Id="rIdCommandText" Type="http://schemas.openxmlformats.org/officeDocument/2006/relationships/hyperlink" Target="../commands/P012_Windows/12.4.3-01.txt" TargetMode="External"/></Relationships>
</file>

<file path=ppt/slides/_rels/cmsiswest_slide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de8516e9061648b3"/><Relationship Type="http://schemas.openxmlformats.org/officeDocument/2006/relationships/notesSlide" Target="../cmsiswest/notesSlides/notesSlide8.xml" Id="R76b5605f05e542de"/><Relationship Id="rIdCommandText" Type="http://schemas.openxmlformats.org/officeDocument/2006/relationships/hyperlink" Target="../commands/P012_Windows/12.7-01.txt" TargetMode="External"/></Relationships>
</file>

<file path=ppt/slides/_rels/cmsiswest_slide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b1bb1e63b034989"/><Relationship Type="http://schemas.openxmlformats.org/officeDocument/2006/relationships/notesSlide" Target="../cmsiswest/notesSlides/notesSlide9.xml" Id="R7a30f0f85ed94c28"/><Relationship Id="rIdCommandText" Type="http://schemas.openxmlformats.org/officeDocument/2006/relationships/hyperlink" Target="../commands/P012_Windows/12.7-02.txt" TargetMode="External"/></Relationships>
</file>

<file path=ppt/slides/_rels/cmsiswest_slide10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513b4339fa2a47df"/><Relationship Type="http://schemas.openxmlformats.org/officeDocument/2006/relationships/notesSlide" Target="../cmsiswest/notesSlides/notesSlide10.xml" Id="R2723144057b749d6"/><Relationship Id="rIdCommandText" Type="http://schemas.openxmlformats.org/officeDocument/2006/relationships/hyperlink" Target="../commands/P012_Windows/12.8-01.txt" TargetMode="External"/></Relationships>
</file>

<file path=ppt/slides/_rels/cmsiswest_slide11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ab00d0c8ad247f4"/><Relationship Type="http://schemas.openxmlformats.org/officeDocument/2006/relationships/notesSlide" Target="../cmsiswest/notesSlides/notesSlide11.xml" Id="R716b03b623934cf9"/><Relationship Id="rIdCommandText" Type="http://schemas.openxmlformats.org/officeDocument/2006/relationships/hyperlink" Target="../commands/P012_Windows/12.9.5-01.txt" TargetMode="External"/></Relationships>
</file>

<file path=ppt/slides/_rels/cmsiswest_slide12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b308e3eebf254ef3"/><Relationship Type="http://schemas.openxmlformats.org/officeDocument/2006/relationships/notesSlide" Target="../cmsiswest/notesSlides/notesSlide12.xml" Id="Rcf1debd7ce63444b"/><Relationship Id="rIdCommandText" Type="http://schemas.openxmlformats.org/officeDocument/2006/relationships/hyperlink" Target="../commands/P012_Windows/12.9.5-02.txt" TargetMode="External"/></Relationships>
</file>

<file path=ppt/slides/_rels/cmsiswest_slide13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3d6e62b8a78e4e41"/><Relationship Type="http://schemas.openxmlformats.org/officeDocument/2006/relationships/notesSlide" Target="../cmsiswest/notesSlides/notesSlide13.xml" Id="Rdaefc412892c465d"/></Relationships>
</file>

<file path=ppt/slides/_rels/firmware_formats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74300ac2830e4cf7"/><Relationship Type="http://schemas.openxmlformats.org/officeDocument/2006/relationships/hyperlink" Target="https://github.com/zephyrproject-rtos/zephyr/blob/3777ab91262f93c2c2da7e1ab8cff4e8ea5f4ce4/scripts/west_commands/runners/pyocd.py" TargetMode="External" Id="R70fd65e9c4634740"/><Relationship Type="http://schemas.openxmlformats.org/officeDocument/2006/relationships/hyperlink" Target="../P012_&#32534;&#35793;&#31034;&#20363;&#19982;&#26032;&#22686;&#24320;&#21457;&#26495;_Windows.md#hc32-firmware-formats" TargetMode="External" Id="R5283398eb4484a46"/><Relationship Type="http://schemas.openxmlformats.org/officeDocument/2006/relationships/notesSlide" Target="../notesSlides/firmware_formats.xml" Id="Rfaff117dd3824369"/></Relationships>
</file>

<file path=ppt/slides/_rels/guide30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6.xml"/><Relationship Id="rIdNotes" Type="http://schemas.openxmlformats.org/officeDocument/2006/relationships/notesSlide" Target="../notesSlides/guide30.xml"/><Relationship Id="rIdReading" Type="http://schemas.openxmlformats.org/officeDocument/2006/relationships/hyperlink" Target="../P012_&#32534;&#35793;&#31034;&#20363;&#19982;&#26032;&#22686;&#24320;&#21457;&#26495;_Windows.md" TargetMode="External"/></Relationships>
</file>

<file path=ppt/slides/_rels/guide31.xml.rels><?xml version='1.0' encoding='UTF-8' standalone='yes'?>
<Relationships xmlns="http://schemas.openxmlformats.org/package/2006/relationships"><Relationship Id="rIdLayout" Type="http://schemas.openxmlformats.org/officeDocument/2006/relationships/slideLayout" Target="../slideLayouts/slideLayout6.xml"/><Relationship Id="rIdNotes" Type="http://schemas.openxmlformats.org/officeDocument/2006/relationships/notesSlide" Target="../notesSlides/guide31.xml"/><Relationship Id="rIdReading" Type="http://schemas.openxmlformats.org/officeDocument/2006/relationships/hyperlink" Target="../P012_&#32534;&#35793;&#31034;&#20363;&#19982;&#26032;&#22686;&#24320;&#21457;&#26495;_Windows.md" TargetMode="External"/></Relationships>
</file>

<file path=ppt/slides/_rels/sdkscope_slide1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1b1d08da0be44798"/><Relationship Type="http://schemas.openxmlformats.org/officeDocument/2006/relationships/notesSlide" Target="../sdkscope/notesSlides/notesSlide1.xml" Id="R714704ed764747da"/><Relationship Id="rIdCommandText" Type="http://schemas.openxmlformats.org/officeDocument/2006/relationships/hyperlink" Target="../commands/P012_Windows/12.2.1-01.txt" TargetMode="External"/></Relationships>
</file>

<file path=ppt/slides/_rels/sdkscope_slide2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5585f8d8fc34885"/><Relationship Type="http://schemas.openxmlformats.org/officeDocument/2006/relationships/notesSlide" Target="../sdkscope/notesSlides/notesSlide2.xml" Id="R8712480f1484496f"/></Relationships>
</file>

<file path=ppt/slides/_rels/sdkscope_slide3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90b20e3c52e648b9"/><Relationship Type="http://schemas.openxmlformats.org/officeDocument/2006/relationships/notesSlide" Target="../sdkscope/notesSlides/notesSlide3.xml" Id="R270551ad8cb84991"/><Relationship Id="rIdCommandText" Type="http://schemas.openxmlformats.org/officeDocument/2006/relationships/hyperlink" Target="../commands/P012_Windows/12.9.5-01.txt" TargetMode="External"/></Relationships>
</file>

<file path=ppt/slides/_rels/sdkscope_slide4.xml.rels><?xml version='1.0' encoding='UTF-8' standalone='yes'?>
<Relationships xmlns="http://schemas.openxmlformats.org/package/2006/relationships"><Relationship Type="http://schemas.openxmlformats.org/officeDocument/2006/relationships/slideLayout" Target="../sdkscope/slideLayouts/slideLayout6.xml" Id="Rd5742c4bd7524f62"/><Relationship Type="http://schemas.openxmlformats.org/officeDocument/2006/relationships/notesSlide" Target="../sdkscope/notesSlides/notesSlide4.xml" Id="R2a0488a336844fb2"/><Relationship Id="rIdCommandText" Type="http://schemas.openxmlformats.org/officeDocument/2006/relationships/hyperlink" Target="../commands/P012_Windows/12.9.5-02.txt" TargetMode="External"/></Relationships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restored_cover/media/image1.png"/><Relationship Id="rId2" Type="http://schemas.openxmlformats.org/officeDocument/2006/relationships/notesSlide" Target="../restored_cover/notesSlides/notesSlide1.xml"/><Relationship Id="rId1" Type="http://schemas.openxmlformats.org/officeDocument/2006/relationships/slideLayout" Target="/ppt/slideLayouts/lizhaojunCoverLayout.xml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7a2d7c98d084379"/><Relationship Type="http://schemas.openxmlformats.org/officeDocument/2006/relationships/image" Target="/ppt/media/image.png" Id="Rbcff32942d3f461a"/><Relationship Type="http://schemas.openxmlformats.org/officeDocument/2006/relationships/notesSlide" Target="/ppt/notesSlides/notesSlide2.xml" Id="Rf3e9e9bf67f44ba5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13dd045fff74266"/><Relationship Type="http://schemas.openxmlformats.org/officeDocument/2006/relationships/notesSlide" Target="/ppt/notesSlides/notesSlide3.xml" Id="R16af1803b8b244a8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7891494e154624"/><Relationship Type="http://schemas.openxmlformats.org/officeDocument/2006/relationships/notesSlide" Target="/ppt/notesSlides/notesSlide4.xml" Id="Rfa30651fb09d47a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fbed8edfa14e8f"/><Relationship Type="http://schemas.openxmlformats.org/officeDocument/2006/relationships/notesSlide" Target="/ppt/notesSlides/notesSlide5.xml" Id="R7c46a9af01094906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21c8d4f858545b1"/><Relationship Type="http://schemas.openxmlformats.org/officeDocument/2006/relationships/notesSlide" Target="/ppt/notesSlides/notesSlide6.xml" Id="R835ed04ad81e449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e4667970b94059"/><Relationship Type="http://schemas.openxmlformats.org/officeDocument/2006/relationships/notesSlide" Target="/ppt/notesSlides/notesSlide7.xml" Id="R72889849f9b84d1b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34f68ae7d14d80"/><Relationship Type="http://schemas.openxmlformats.org/officeDocument/2006/relationships/notesSlide" Target="/ppt/notesSlides/notesSlide8.xml" Id="Rf24a43e951cb4922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778bb78898a4031"/><Relationship Type="http://schemas.openxmlformats.org/officeDocument/2006/relationships/notesSlide" Target="/ppt/notesSlides/notesSlide9.xml" Id="Rce92f7845081487a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7ee52286dde407e"/><Relationship Type="http://schemas.openxmlformats.org/officeDocument/2006/relationships/notesSlide" Target="/ppt/notesSlides/notesSlide10.xml" Id="R2c94249b5eb24d36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d6854fb51046a0"/><Relationship Type="http://schemas.openxmlformats.org/officeDocument/2006/relationships/notesSlide" Target="/ppt/notesSlides/notesSlide11.xml" Id="R07bc193b20e24bd0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3621640ef0e4db8"/><Relationship Type="http://schemas.openxmlformats.org/officeDocument/2006/relationships/notesSlide" Target="/ppt/notesSlides/notesSlide12.xml" Id="Rdb66d24fc3f743d8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f2974cbdd7c4295"/><Relationship Type="http://schemas.openxmlformats.org/officeDocument/2006/relationships/notesSlide" Target="/ppt/notesSlides/notesSlide13.xml" Id="R25bfac9f04b8419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65fe853363249bb"/><Relationship Type="http://schemas.openxmlformats.org/officeDocument/2006/relationships/notesSlide" Target="/ppt/notesSlides/notesSlide14.xml" Id="Re089c1dd475b4f34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db6ab9c6d448a3"/><Relationship Type="http://schemas.openxmlformats.org/officeDocument/2006/relationships/notesSlide" Target="/ppt/notesSlides/notesSlide15.xml" Id="Rae2174f687594220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4957c68f4646df"/><Relationship Type="http://schemas.openxmlformats.org/officeDocument/2006/relationships/notesSlide" Target="/ppt/notesSlides/notesSlide16.xml" Id="Rffa6564f87f849ea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fbdeb725d14596"/><Relationship Type="http://schemas.openxmlformats.org/officeDocument/2006/relationships/notesSlide" Target="/ppt/notesSlides/notesSlide17.xml" Id="R77870ace197b4325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dfb0b792d144aa8"/><Relationship Type="http://schemas.openxmlformats.org/officeDocument/2006/relationships/notesSlide" Target="/ppt/notesSlides/notesSlide18.xml" Id="R8715bdeff689429e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1b4bbfe6334b8b"/><Relationship Type="http://schemas.openxmlformats.org/officeDocument/2006/relationships/notesSlide" Target="/ppt/notesSlides/notesSlide19.xml" Id="Rac67f25788264861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81f48b07f04c2d"/><Relationship Type="http://schemas.openxmlformats.org/officeDocument/2006/relationships/notesSlide" Target="/ppt/notesSlides/notesSlide20.xml" Id="Rbf5338e2d3354050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3b1b1cdec994e7b"/><Relationship Type="http://schemas.openxmlformats.org/officeDocument/2006/relationships/notesSlide" Target="/ppt/notesSlides/notesSlide21.xml" Id="R1276a90ddd074f17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aeb8e7d1d94537"/><Relationship Type="http://schemas.openxmlformats.org/officeDocument/2006/relationships/image" Target="/ppt/media/image2.png" Id="Rc59d5d6955dc4661"/><Relationship Type="http://schemas.openxmlformats.org/officeDocument/2006/relationships/notesSlide" Target="/ppt/notesSlides/notesSlide22.xml" Id="R1b3a02b17e5a456b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d1f4970d0514034"/><Relationship Type="http://schemas.openxmlformats.org/officeDocument/2006/relationships/notesSlide" Target="/ppt/notesSlides/notesSlide23.xml" Id="R311e79c5d75d452a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f294b5ff134152"/><Relationship Type="http://schemas.openxmlformats.org/officeDocument/2006/relationships/notesSlide" Target="/ppt/notesSlides/notesSlide24.xml" Id="R9ccda7ab595f45fa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0804d1b8a6c4250"/><Relationship Type="http://schemas.openxmlformats.org/officeDocument/2006/relationships/notesSlide" Target="/ppt/notesSlides/notesSlide25.xml" Id="R23e2669dc8614acd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43aa2cd2b640fa"/><Relationship Type="http://schemas.openxmlformats.org/officeDocument/2006/relationships/notesSlide" Target="/ppt/notesSlides/notesSlide26.xml" Id="R68bc09f1278e470c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cf61eb0bd4f48e4"/><Relationship Type="http://schemas.openxmlformats.org/officeDocument/2006/relationships/notesSlide" Target="/ppt/notesSlides/notesSlide27.xml" Id="R2cf1dd260edf4878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2d08a1b0e1f4e1c"/><Relationship Type="http://schemas.openxmlformats.org/officeDocument/2006/relationships/notesSlide" Target="/ppt/notesSlides/notesSlide28.xml" Id="R858fd78c5f274373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01bc6be17ac436f"/><Relationship Type="http://schemas.openxmlformats.org/officeDocument/2006/relationships/notesSlide" Target="/ppt/notesSlides/notesSlide29.xml" Id="R231afa5af3ab4862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d18b83cff984f3b"/><Relationship Type="http://schemas.openxmlformats.org/officeDocument/2006/relationships/notesSlide" Target="/ppt/notesSlides/notesSlide30.xml" Id="R6204339638c14dc8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1df02f9d51d42db"/><Relationship Type="http://schemas.openxmlformats.org/officeDocument/2006/relationships/notesSlide" Target="/ppt/notesSlides/notesSlide31.xml" Id="R76d833cac826415f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e625139ed664338"/><Relationship Type="http://schemas.openxmlformats.org/officeDocument/2006/relationships/notesSlide" Target="/ppt/notesSlides/notesSlide32.xml" Id="R64f66118d65d41e1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99b23c6858425f"/><Relationship Type="http://schemas.openxmlformats.org/officeDocument/2006/relationships/notesSlide" Target="/ppt/notesSlides/notesSlide33.xml" Id="R59d2e52b1a12490e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67c1608ace344d7"/><Relationship Type="http://schemas.openxmlformats.org/officeDocument/2006/relationships/notesSlide" Target="/ppt/notesSlides/notesSlide34.xml" Id="Rc1d5f7fb62cf4eb6"/></Relationships>
</file>

<file path=ppt/slides/_rels/standalone_toolchain_7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7.xml" Id="Rdf5a61b497ea49b2"/><Relationship Id="rIdInputLink0" Type="http://schemas.openxmlformats.org/officeDocument/2006/relationships/hyperlink" Target="../P003_SDK&#20934;&#22791;&#19982;&#32534;&#35793;&#22120;&#36873;&#22411;_Windows.md#section-3-2" TargetMode="External"/></Relationships>
</file>

<file path=ppt/slides/_rels/standalone_toolchain_8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8.xml" Id="Rdf5a61b497ea49b2"/><Relationship Id="rIdInputLink0" Type="http://schemas.openxmlformats.org/officeDocument/2006/relationships/hyperlink" Target="../commands/P012_Windows/12.2.3-01.txt" TargetMode="External"/></Relationships>
</file>

<file path=ppt/slides/_rels/standalone_toolchain_9.xml.rels><?xml version='1.0' encoding='UTF-8' standalone='yes'?>
<Relationships xmlns="http://schemas.openxmlformats.org/package/2006/relationships"><Relationship Type="http://schemas.openxmlformats.org/officeDocument/2006/relationships/slideLayout" Target="../cmsiswest/slideLayouts/slideLayout6.xml" Id="R0e443bdef2fc4700"/><Relationship Type="http://schemas.openxmlformats.org/officeDocument/2006/relationships/notesSlide" Target="../notesSlides/standalone_toolchain_9.xml" Id="Rdf5a61b497ea49b2"/><Relationship Id="rIdInputLink0" Type="http://schemas.openxmlformats.org/officeDocument/2006/relationships/hyperlink" Target="../commands/P012_Windows/12.2.3-02.txt" TargetMode="External"/><Relationship Id="rIdInputLink1" Type="http://schemas.openxmlformats.org/officeDocument/2006/relationships/hyperlink" Target="../commands/P012_Windows/12.2.3-03.txt" TargetMode="External"/></Relationships>
</file>

<file path=ppt/slides/beginner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C1F0FD-4C31-4088-91E1-A6F1947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先标明实验输入和待生成文件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F4EBCA2-15C4-469E-88D9-5FF58CB1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12.0.1 · 不在原生工程里寻找尚未创建的材料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9D42E-FB42-439D-A3F2-577971B28260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5257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来源与时机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 / hello_world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官方原有，实验 A 直接使用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/ 目标所需 HAL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来自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；HC32 HAL 仅用于 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learning/board/labs/hc32_port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教程随附参考原件，官方 ZIP 不包含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new-board / hc32_port 工作目录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实验 B/C 由读者新建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 / .config /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配置或构建生成，操作前不存在正常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1D935DC-3C15-4C39-A69F-3F17D91453C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483999894"/>
      </p:ext>
    </p:extLst>
  </p:cSld>
</p:sld>
</file>

<file path=ppt/slides/beginner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02A3387-9804-434F-AC57-5523D01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先打开官方应用和板文件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F4EFFD5-8B3D-4A35-A4C3-93A6D10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12.1_先认识已有的 MPS2 与 AN386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CC3A31-8BAB-4020-B8B9-1F3738F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UCRT64；源码根；尚未配置构建。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boards/arm/mps2/board.yml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boards/arm/mps2/mps2_an386.dts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boards/arm/mps2/mps2_an386_defconfig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samples/hello_world/src/main.c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6BD22D21-EB18-4403-8843-0F8CD7A9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应用负责打印；板/SoC 描述硬件和控制台。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名称不是文件系统路径。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872AECE1-DBD9-46F4-91EC-AA0E5DF4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4924B1A-EF64-4847-A8DC-DBA932F7221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1223650731"/>
      </p:ext>
    </p:extLst>
  </p:cSld>
</p:sld>
</file>

<file path=ppt/slides/beginner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CCA7579-063A-44A5-AD2F-E2D197A2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工程要连接三种不同输入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A5A227A-0C7B-419D-A886-D3D3AA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 · 源码包、工具与模块各有入口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54D944B-AEC4-409C-B84C-50E1E6B9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2505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Zephyr_DIR：应用从哪棵主源码取得构建规则。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ZEPHYR_SDK_INSTALL_DIR：找到已安装的工具，不复制到工程。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ZEPHYR_MODULES：列出外部模块根，不执行下载。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再选择硬件；配置生成规则，构建才运行编译器。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2AC8F-E44E-43A4-90D7-EFE9AD2D5C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b567b4b98403b"/>
          <a:stretch xmlns:a="http://schemas.openxmlformats.org/drawingml/2006/main"/>
        </p:blipFill>
        <p:spPr>
          <a:xfrm xmlns:a="http://schemas.openxmlformats.org/drawingml/2006/main">
            <a:off x="2516188" y="4810125"/>
            <a:ext cx="7159625" cy="1047750"/>
          </a:xfrm>
          <a:prstGeom xmlns:a="http://schemas.openxmlformats.org/drawingml/2006/main" prst="rect">
            <a:avLst/>
          </a:prstGeom>
        </p:spPr>
      </p:pic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0B71593-866E-403C-9A9F-C80A1855FD0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1298307378"/>
      </p:ext>
    </p:extLst>
  </p:cSld>
</p:sld>
</file>

<file path=ppt/slides/beginner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A02279C-E4D2-472E-BF96-4E7119B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恢复原生路径与 Python 环境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30FBA0-0BAF-4168-8C21-61A8FC6D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42AB340-B28D-4861-BF00-4F18806E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C68F16B2-1859-4AC1-81D8-1F73EBD3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三项 Zephyr 变量在本块定义；SDK 指含 sdk_version 的实际内层，不是 bin。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9924557-200D-40BE-B131-EF192951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完整命令：P008_Windows/8.2.1-01.txt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519533FF-D3A5-4D84-A0A2-791F602C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674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E9CB251-F506-4343-AB77-439840F506A6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1439823008"/>
      </p:ext>
    </p:extLst>
  </p:cSld>
</p:sld>
</file>

<file path=ppt/slides/beginner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E54175B-17F2-4CA3-AADD-FF613C0B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配置前检查文件确实存在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F2EA140-63E7-4AC8-B42C-64900268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12.2.1_恢复环境并检查输入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119FBD4-3298-45FC-B3DD-35F154BE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UCRT64；源码根；ZEPHYR_SDK_INSTALL_DIR 来自本节，指实际 SDK 根。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"$ZEPHYR_SDK_INSTALL_DIR/sdk_version"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build/learning-tools/deps/cmsis_6/CMSIS/Core/Include/core_cm4.h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test -f build/learning-tools/deps/cmsis_6/zephyr/module.yml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-c 'import sys; print(sys.executable)'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723A653-22A6-4419-B27B-6FC5D09C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是 P002—P005 下载产物；此处不新建。缺失就返回相应安装步骤。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2B2E290F-5B59-4CEB-86CF-C8841A84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6EF92BB-AFB2-4FFC-AD96-F9575160F9A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306287637"/>
      </p:ext>
    </p:extLst>
  </p:cSld>
</p:sld>
</file>

<file path=ppt/slides/beginner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BAFE494-DC5E-420A-AF77-24771B06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配置已有板：完整输入一次提交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553DA35-D718-4BF4-942E-2192180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86CA6CE9-3209-47E7-A21F-CBB1A3B0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UCRT64；源码根；12.2.1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E9F1E1B-8A8A-4D9C-83DF-65E99E1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使用下方完整命令文件。-S 指官方应用，-B 是将由 CMake 创建的输出目录。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A5506D5-9865-4911-AC69-1A70D810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9B16B1E-7B57-4735-A081-5E9E29DDDB6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7385638"/>
      </p:ext>
    </p:extLst>
  </p:cSld>
</p:sld>
</file>

<file path=ppt/slides/beginner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F29D682-FA42-4EDB-BB8D-B6C77A20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配置结束后，再执行编译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591E4F1-502C-40BF-911A-6283E033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12.2.2_配置，再执行构建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0F2EFE9-01F7-4D6E-83EB-653B248D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UCRT64；源码根；上一条配置已成功。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4987DCC-8A40-4305-B7CD-D578F9DE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 配置成功不等于已有 ELF；生成的固件也不能烧进 HC32。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96FCCD5-6D96-4892-A536-D88EE438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3731145-4882-47BA-88E6-32D36ED2338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1843553494"/>
      </p:ext>
    </p:extLst>
  </p:cSld>
</p:sld>
</file>

<file path=ppt/slides/beginner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46789F65-E39B-4B58-8363-C991D25F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从真实产物确认用了哪一份依赖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2182E09-BE5E-4C0E-AD8C-12D2022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12.3_确认不是编错了板或模块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4A8F8B-E433-47CC-BD54-9C08BAB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查 SOC/CPU 配置、SDK 编译器与 CMSIS Core include。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再查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mps2/soc.c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reset.S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uart_cmsdk_apb.c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源文件来自内置支持；模块记录不等于全部源码被编译。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D1480B4-8C3E-4CFB-B026-8701752F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CF337A4-4C30-422F-B9D2-B37F659A254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825973137"/>
      </p:ext>
    </p:extLst>
  </p:cSld>
</p:sld>
</file>

<file path=ppt/slides/beginner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D5420EB2-44CB-45DF-8D27-837774AA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新文件必须写进新板目录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8E93A43-32A7-41A7-82E5-00BD49AC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先创建目录，再创建配置文件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22F5FAF-A7B9-4C3F-A021-252481B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读者新建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new-board/boards/others/practice_mps2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cat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&gt; 文件 &lt;&lt;'EOF' 将中间内容写成文件，EOF 单独成行。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登记新板和已有 an386；Kconfig 把选板接到 </a:t>
            </a:r>
            <a:r>
              <a:rPr sz="21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SOC_AN386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boards/arm/mps2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保留作为对照，不能覆盖它。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761BC28-3465-481A-B515-FACD1D0818E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21</a:t>
            </a:fld>
          </a:p>
        </p:txBody>
      </p:sp>
    </p:spTree>
    <p:extLst>
      <p:ext uri="{BB962C8B-B14F-4D97-AF65-F5344CB8AC3E}">
        <p14:creationId xmlns:p14="http://schemas.microsoft.com/office/powerpoint/2010/main" val="897000402"/>
      </p:ext>
    </p:extLst>
  </p:cSld>
</p:sld>
</file>

<file path=ppt/slides/beginner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BB6238B-7DA8-4AEC-99FB-872AF762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 board.yml 与板级 Kconfig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0839887-F45E-4CD3-813B-DD97A6D9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12.4.1_先登记新板身份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FAD7E88-EAE1-485F-BD41-9FCB53AF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完整操作单元创建两个文件并保留 SPDX；已有目标先核对，不覆盖自己的修改。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给出新板名，并列出已有 an386。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Kconfig.practice_mps2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将选板连接到 </a:t>
            </a:r>
            <a:r>
              <a:rPr sz="21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SOC_AN386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D3D4B0F-9B39-4338-98C6-58C69AD8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完整命令：P012_Windows/12.4.1-01.txt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5072B0-297A-412C-82A3-F411250D587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1127886734"/>
      </p:ext>
    </p:extLst>
  </p:cSld>
</p:sld>
</file>

<file path=ppt/slides/beginner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8BCC3AC0-858A-4027-ACDB-5872A222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board.yml 如何登记身份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6CEAA67-FC1C-4B1D-9045-AD5D6A57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3C4DC96-BE2F-48FF-BE31-4752A07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board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full_name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AN386 board registration exercise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vendor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others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socs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-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name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 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41161A3-D8CD-47FC-8C87-0CFB3D5E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new-board/boards/others/practice_mps2/board.yml（上页创建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 是新板名；socs 复用官方 an386；others 是练习板的厂商归类。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3D3CB61C-75BC-4052-A8D2-DC1EF226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636D69F-299F-4F40-B928-7053233D9A4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324740464"/>
      </p:ext>
    </p:extLst>
  </p:cSld>
</p:sld>
</file>

<file path=ppt/slides/beginner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90E452-5A02-491F-9151-5A2B995E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新建的 Kconfig 如何接到已有 SoC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F0C8A63-3D35-42B4-9DED-265F6717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文件内容，不是 Bash 命令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9BD59FCC-85B4-4483-9869-719A18C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SPDX-License-Identifier: Apache-2.0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select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SOC_AN386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C987E3-D4BA-4ADE-9A23-8E3155D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位置：同目录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Kconfig.practice_mps2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（前两页命令创建）。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文件名跟随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name；选中新板时选择已有 SoC。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这两份登记还没有提供 DTS、内存布局与默认配置，下一步继续补齐。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4968D45-A443-477E-99D4-655A0308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1730D3-FB91-4AB5-BEB6-2BC8868F17B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24</a:t>
            </a:fld>
          </a:p>
        </p:txBody>
      </p:sp>
    </p:spTree>
    <p:extLst>
      <p:ext uri="{BB962C8B-B14F-4D97-AF65-F5344CB8AC3E}">
        <p14:creationId xmlns:p14="http://schemas.microsoft.com/office/powerpoint/2010/main" val="2041771752"/>
      </p:ext>
    </p:extLst>
  </p:cSld>
</p:sld>
</file>

<file path=ppt/slides/beginner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79D877E-3056-4D4C-B2EA-BC8A8D49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检查新板能否被发现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F67E1E2-B526-4571-9EC4-222EBBB1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12.4.1_先登记新板身份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7FA87BF-812B-42E0-A28F-D66427BC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UCRT64；源码根。BOARD_ROOT 指包含 boards 的父目录。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scripts/list_boards.py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--board-root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build/learning-tools/p003/new-board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--soc-root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.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--board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practice_mps2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--cmakeformat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D88C477-D864-4EA0-82D8-F037E1C4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应显示 practice_mps2 与 an386；这时只完成身份，尚未补齐硬件描述。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0B4AC71-F0F6-48D0-AF74-7C98130C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完整命令：P012_Windows/12.4.1-02.txt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D7537C-A9C4-4EA8-9F32-626F3EE477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1004731672"/>
      </p:ext>
    </p:extLst>
  </p:cSld>
</p:sld>
</file>

<file path=ppt/slides/beginner_slide1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44F79DE-F999-4B10-A5BB-617949F6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从原板逐文件加入硬件描述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4AB4756-933B-4B83-8E6E-B38F76C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12.4.2_加入硬件描述和默认配置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258E091C-22AE-4684-A6C0-4345C8C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和被 include 的 dtsi 一并复制；defconfig 本次新建，GPIO 是 pinctrl 所需。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chosen 选择 UART，defconfig 开启串口控制台。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 GPIO：当前 MPS2 pinctrl 通过 GPIO 设置复用。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EB5E675-50FB-4D4A-A186-4F6181E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完整命令：P012_Windows/12.4.2-01.txt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0A1C9F6-2338-49AE-8E1D-B94A610F01C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26</a:t>
            </a:fld>
          </a:p>
        </p:txBody>
      </p:sp>
    </p:spTree>
    <p:extLst>
      <p:ext uri="{BB962C8B-B14F-4D97-AF65-F5344CB8AC3E}">
        <p14:creationId xmlns:p14="http://schemas.microsoft.com/office/powerpoint/2010/main" val="2095681404"/>
      </p:ext>
    </p:extLst>
  </p:cSld>
</p:sld>
</file>

<file path=ppt/slides/beginner_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44E6401A-742D-4450-9552-840629F7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配置练习板：新增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3CE353F-A600-44DB-963A-9CD602CF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792D480-3FCF-4C10-8E3B-4A61A60A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UCRT64；源码根；12.2.1 的 SDK 已注册，源码入口按本命令选择，.venv 已激活。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9A70E524-4738-4AE6-921A-E4D2A894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BOARD_ROOT 指包含 boards 的父目录；应用/SDK/CMSIS 与第一次相同，输出另用 build-practice。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7044B11-1113-4343-9C9D-FD71D8F6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19B2825-BE43-4089-B37A-DD3D58F8166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23</a:t>
            </a:fld>
          </a:p>
        </p:txBody>
      </p:sp>
    </p:spTree>
    <p:extLst>
      <p:ext uri="{BB962C8B-B14F-4D97-AF65-F5344CB8AC3E}">
        <p14:creationId xmlns:p14="http://schemas.microsoft.com/office/powerpoint/2010/main" val="1364002091"/>
      </p:ext>
    </p:extLst>
  </p:cSld>
</p:sld>
</file>

<file path=ppt/slides/beginner_slide1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B11023-B6B0-4024-A628-B2A265EE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构建后确认板变了，芯片没变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E825832-C7EC-4E56-88BB-D428A741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12.4.3_用同一应用验证最小增量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4C806B1-DCF8-4941-84E2-C9E517FC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Windows UCRT64；源码根 /g/zephyr_practice/zephyr-main；根 .venv 已激活。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--build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build/learning-tools/p003/build-practice-sdk-auto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A02B93"/>
                </ns2:solidFill>
                <ns2:latin typeface="Consolas"/>
                <ns2:ea typeface="Consolas"/>
                <ns2:cs typeface="Consolas"/>
              </ns2:rPr>
              <ns2:t>grep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-E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'^CONFIG_(</ns2:t>
            </ns2:r>
            <ns2:r>
              <ns2:rPr sz="18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BOARD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|SOC|CPU_CORTEX_M4)'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 </ns3:t>
            </ns3:r>
            <ns3:r>
              <ns3:rPr sz="187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build/learning-tools/p003/build-practice-sdk-auto/zephyr/.config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A02B93"/>
                </ns4:solidFill>
                <ns4:latin typeface="Consolas"/>
                <ns4:ea typeface="Consolas"/>
                <ns4:cs typeface="Consolas"/>
              </ns4:rPr>
              <ns4:t>ls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-l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0070C0"/>
                </ns4:solidFill>
                <ns4:latin typeface="Consolas"/>
                <ns4:ea typeface="Consolas"/>
                <ns4:cs typeface="Consolas"/>
              </ns4:rPr>
              <ns4:t>build/learning-tools/p003/build-practice-sdk-auto/zephyr/zephyr.elf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D0DA497-C665-40DC-B253-C440F2B5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</a:t>
            </a:r>
            <a:r>
              <a:rPr sz="1875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为 practice_mps2，SOC 仍为 an386；说明复用了已有芯片实现。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F5555DA4-44D2-4CA6-B307-BCBF7A8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完整命令：P012_Windows/12.4.3-02.txt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D2A144F-1A5A-4280-9FB9-15FFAD7C9FA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1959061681"/>
      </p:ext>
    </p:extLst>
  </p:cSld>
</p:sld>
</file>

<file path=ppt/slides/beginner_slide1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956D74A3-2448-4DD7-855C-4FB70FE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取得教程适配原件，再创建工作副本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1579341-BDA5-4547-86FE-AA54359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12.5—12.6 · 官方样式不等于上游已收录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DCCCA00-86BF-428D-B179-9941A96F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将随课程取得的 learning 放入实验源码根。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先确认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learning/board/labs/hc32_port/zephyr/module.yml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已存在。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这是教程材料，不在 Zephyr 官方 ZIP 中；缺失时先补材料。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逐层加入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build/learning-tools/p003/hc32_port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，只编译这个工作副本。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4E33F81-2F8B-4FE3-A525-98A602073EA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31</a:t>
            </a:fld>
          </a:p>
        </p:txBody>
      </p:sp>
    </p:spTree>
    <p:extLst>
      <p:ext uri="{BB962C8B-B14F-4D97-AF65-F5344CB8AC3E}">
        <p14:creationId xmlns:p14="http://schemas.microsoft.com/office/powerpoint/2010/main" val="113103686"/>
      </p:ext>
    </p:extLst>
  </p:cSld>
</p:sld>
</file>

<file path=ppt/slides/beginner_slide1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B1BD8A6-F7EE-493F-A258-8030E9BF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1 步：模块与 SoC 身份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320489-72C3-4A4F-87EA-67C2F22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12.6.1_登记模块和 SoC 身份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F399B6C5-3322-4555-87AA-271FC4E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56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UCRT64；源码根；随附 learning 已放入源码根。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test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learning/board/labs/hc32_port/zephyr/module.yml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build/learning-tools/p003/hc32_port/soc/xhsc/hc32f4a0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learning/board/labs/hc32_port/zephyr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learning/board/labs/hc32_port/Kconfig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learning/board/labs/hc32_port/CMakeLists.txt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learning/board/labs/hc32_port/soc/xhsc/hc32f4a0/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{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soc.yml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Kconfig.soc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Kconfig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Kconfig.defconfig</a:t>
            </a: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} \</a:t>
            </a:r>
          </a:p>
          <a:p xmlns:a="http://schemas.openxmlformats.org/drawingml/2006/main">
            <a:pPr>
              <a:lnSpc>
                <a:spcPct val="120000"/>
              </a:lnSpc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72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build/learning-tools/p003/hc32_port/soc/xhsc/hc32f4a0/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3EAAEE6D-5408-417A-8747-01896ABB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9100"/>
            <a:ext cx="10972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cp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的源为随附原件，目标是本节新建副本；入口引用的驱动稍后才加入，现在不完整配置。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C0268B3-4C3B-4778-AA75-25A2312D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66CBED3-EA15-40B6-B756-3FC4E7A893F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33</a:t>
            </a:fld>
          </a:p>
        </p:txBody>
      </p:sp>
    </p:spTree>
    <p:extLst>
      <p:ext uri="{BB962C8B-B14F-4D97-AF65-F5344CB8AC3E}">
        <p14:creationId xmlns:p14="http://schemas.microsoft.com/office/powerpoint/2010/main" val="7115492"/>
      </p:ext>
    </p:extLst>
  </p:cSld>
</p:sld>
</file>

<file path=ppt/slides/beginner_slide1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F57871B7-A125-4864-B64A-F9BB8E56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2 步：芯片资源与 PCB 连接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575B419-55C8-45BA-B425-CC22B3B7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4EB57750-C383-4D35-B820-22CDF4C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UCRT64；源码根；工作模块已由 12.6.1 创建。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learning/board/labs/hc32_port/dts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learning/board/labs/hc32_port/boards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build/learning-tools/p003/hc32_port/dts/bindings/vendor-prefixes.txt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build/learning-tools/p003/hc32_port/boards/uyup/uyup_rpi_a/board.yml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CCBAADA-5900-41C8-B6F9-E8223E95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dts/boards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来自随附适配原件，工作副本中新增。核对型号、内存、12 MHz 与实际连线。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065BC236-442D-4E33-ACA3-9FC548B1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232609F-0EDC-4957-80C2-7C42883AE7C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35</a:t>
            </a:fld>
          </a:p>
        </p:txBody>
      </p:sp>
    </p:spTree>
    <p:extLst>
      <p:ext uri="{BB962C8B-B14F-4D97-AF65-F5344CB8AC3E}">
        <p14:creationId xmlns:p14="http://schemas.microsoft.com/office/powerpoint/2010/main" val="82566660"/>
      </p:ext>
    </p:extLst>
  </p:cSld>
</p:sld>
</file>

<file path=ppt/slides/beginner_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C9EBD4BB-2590-4C2A-8595-D479F0E5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身份可发现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9B39964-B22B-4827-8A97-9D1248CB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12.6.2_描述芯片资源，再描述 PCB 连接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28F3C461-95B5-4417-84DE-1E4F100D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UCRT64；源码根；查询只检查发现关系，不编译驱动。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python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scripts/list_boards.py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--board-root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--soc-root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--board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uyup_rpi_a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--cmakeformat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'{NAME};{DIR};{QUALIFIERS}'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23C5F0E-5F8A-41A7-B2D9-C89769A2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出现 uyup_rpi_a/hc32f4a0pitb 只证明登记，不能据此宣布启动与驱动完成。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BFB3417-3FF0-40B4-8D48-3C41512F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3C709E4-544C-4B54-8666-E3CFBF9A0B2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37</a:t>
            </a:fld>
          </a:p>
        </p:txBody>
      </p:sp>
    </p:spTree>
    <p:extLst>
      <p:ext uri="{BB962C8B-B14F-4D97-AF65-F5344CB8AC3E}">
        <p14:creationId xmlns:p14="http://schemas.microsoft.com/office/powerpoint/2010/main" val="474411313"/>
      </p:ext>
    </p:extLst>
  </p:cSld>
</p:sld>
</file>

<file path=ppt/slides/beginner_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8A8F704-A7A3-4E58-88F3-67E63BA7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3 步：启动、时钟和链接入口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B411A5B-EB8D-4461-BDD0-BEDD561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12.6.3_接入复位、时钟和链接布局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D1973E2-8231-428E-AEFE-1DDCCB01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逐项阅读 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soc.c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reset_hook.S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1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icg.ld</a:t>
            </a: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SoC CMake；不能只把 AN386 改名。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共用 Zephyr 复位和向量框架，补 HC32 时钟与配置字。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CMake 从已识别 HAL 根加入 system 与 DDL 源文件。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C242A409-65F7-4D31-93CA-5D3153FE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完整命令：P012_Windows/12.6.3-01.txt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3D553DC-E8E4-41D2-B09F-E8FE34223C6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429999873"/>
      </p:ext>
    </p:extLst>
  </p:cSld>
</p:sld>
</file>

<file path=ppt/slides/beginner_slide2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0767FD89-090F-4085-8AFC-DAD1E992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4 步：把 HAL 接到 Zephyr API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739C8D8-12A5-44B7-B1A4-5BA984C5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12.6.4_把 HAL 能力接成 Zephyr 驱动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BF59EA2-5DFE-4A9F-B1BD-3350481A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cp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-R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learning/board/labs/hc32_port/drivers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build/learning-tools/p003/hc32_port/Kconfig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build/learning-tools/p003/hc32_port/CMakeLists.txt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cat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build/learning-tools/p003/hc32_port/drivers/serial/Kconfig.hc32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EA8ECE9-5955-4E2B-8A4F-7045464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选功能，CMake 选源文件，binding/DTS 给硬件数据，驱动调用 HAL。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D9E90FED-A45A-42DA-9ACB-9BCD774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完整命令：P012_Windows/12.6.4-01.txt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C07A65B-AD62-4CF2-846B-19A729FF5E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695563864"/>
      </p:ext>
    </p:extLst>
  </p:cSld>
</p:sld>
</file>

<file path=ppt/slides/beginner_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5076E31-80DF-4A7B-A056-32129B0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 5 步：比较原件与工作副本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115C11E-6D4D-442D-A2C0-200A798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12.6.5_检查工作模块与配套材料是否一致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2F76FF5-47D0-4F0D-A1D6-49252FD9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应得到 missing 和 changed 均为空。先完成可解释的基线，再修改自己的板参数。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比较模块入口、SoC、DTS/板和驱动是否完整。</a:t>
            </a:r>
          </a:p>
          <a:p xmlns:a="http://schemas.openxmlformats.org/drawingml/2006/main">
            <a:pPr>
              <a:lnSpc>
                <a:spcPct val="120000"/>
              </a:lnSpc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空差异只证明复制一致；构建与硬件运行仍分开验证。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4697EE0-80DD-4D55-924D-2ED8446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完整命令：P012_Windows/12.6.5-01.txt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7C70439-41B5-4F95-AA77-3F3B766ED22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42</a:t>
            </a:fld>
          </a:p>
        </p:txBody>
      </p:sp>
    </p:spTree>
    <p:extLst>
      <p:ext uri="{BB962C8B-B14F-4D97-AF65-F5344CB8AC3E}">
        <p14:creationId xmlns:p14="http://schemas.microsoft.com/office/powerpoint/2010/main" val="1524420563"/>
      </p:ext>
    </p:extLst>
  </p:cSld>
</p:sld>
</file>

<file path=ppt/slides/beginner_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12C7156-D9AB-4F8E-9AC4-DF2A56FC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 HC32：增加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D576961-CCEB-49E2-9BF0-F77AFCAD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12.7_编译所选 HC32 板的同一个应用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6671A04-6410-4842-AB64-90531E2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完整命令包含三个模块根，以分号分隔；不把同名参考原件再次加入，避免重复定义。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打开下方“完整命令”，复制本操作单元。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文件已含目录/终端注释；按正文先检查前提，再粘贴执行。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32E1AEC-6DA4-461E-833D-C69B6B10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完整命令：P008_Windows/8.7-01.txt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0956932-0D9D-4DB1-8CCC-902A39467AF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2031488532"/>
      </p:ext>
    </p:extLst>
  </p:cSld>
</p:sld>
</file>

<file path=ppt/slides/beginner_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4320223-CF82-4906-ADD6-69BE2D37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ABABC6-2DDA-406E-9DB2-24470789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12.7_编译所选 HC32 板的同一个应用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A826E63-27E4-47B1-8055-466C286C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UCRT64；源码根；配置成功后。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81490B6-7537-4884-B333-F243906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 ELF 是构建通过；本章节尚未烧录和验收实板外设。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285F2D5-AB85-453A-8EB8-BA302DDA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5A2BE20-A4CA-400A-A056-49019BBEE64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40</a:t>
            </a:fld>
          </a:p>
        </p:txBody>
      </p:sp>
    </p:spTree>
    <p:extLst>
      <p:ext uri="{BB962C8B-B14F-4D97-AF65-F5344CB8AC3E}">
        <p14:creationId xmlns:p14="http://schemas.microsoft.com/office/powerpoint/2010/main" val="1299838940"/>
      </p:ext>
    </p:extLst>
  </p:cSld>
</p:sld>
</file>

<file path=ppt/slides/beginner_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33CD19E4-AB66-43C8-B4D2-FAB43B18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配置和 HAL 实际生效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8BF58EB-A61B-4165-8BFF-8E74A675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12.8_按阶段验收，留下可以解释的结果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A0ACC08-F9A7-4094-917E-D8D4D3C0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UCRT64；源码根；HC32 构建已成功。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-E '^CONFIG_(BOARD|SOC|CPU_CORTEX_M4|CPU_HAS_FPU|HAS_CMSIS|SYS_CLOCK_HW_CYCLES_PER_SEC)' \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build/learning-tools/p003/build-hc32/zephyr/.config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cat build/learning-tools/p003/build-hc32/zephyr_modules.txt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grep -F 'hc32f4a0' build/learning-tools/p003/build-hc32/compile_commands.json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F65FC8AC-4F04-4477-8AE3-CCB87B6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 .config、模块清单及真实编译命令；12 MHz 是本入门快照阶段，不沿用后续 USB 时钟。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90330002-39D2-415A-A4C9-9A8F3F3B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608F861-2915-4E7E-8C31-A8CAC821F6E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2008371078"/>
      </p:ext>
    </p:extLst>
  </p:cSld>
</p:sld>
</file>

<file path=ppt/slides/cmsiswest_slide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3DAAFEC-1FE3-4D2E-AA62-D8ADED65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已有板构建前逐项确认材料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C6273F4-0E4F-4176-B884-C12789D9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 · UCRT64 位于实验源码根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2158-C976-40D4-BC63-6B380A0683A7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 / 位置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zephyr-main；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P003 所选真实 SDK 根与 ARM 工具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查询后，再查模块入口与 Core 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，各实验用新目录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BC2F7EC-A2E9-409C-9750-28A00978CF09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968810106"/>
      </p:ext>
    </p:extLst>
  </p:cSld>
</p:sld>
</file>

<file path=ppt/slides/cmsiswest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A246DF6E-3247-462E-9633-CB99791B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工程、工具和模块各有入口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B57862A-A203-424A-A157-D77B2CF2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 · CMake 与 west 分工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65FEDD3-C1B6-4DED-BC6C-B9E00F47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源码入口：</ns0:t>
            </ns0:r>
            <ns0:r>
              <ns0:rPr sz="2175" b="0">
                <ns0:solidFill>
                  <ns0:srgbClr val="B84E00"/>
                </ns0:solidFill>
                <ns0:latin typeface="Microsoft YaHei"/>
                <ns0:ea typeface="Microsoft YaHei"/>
                <ns0:cs typeface="Microsoft YaHei"/>
              </ns0:rPr>
              <ns0:t>Zephyr_DIR</ns0:t>
            </ns0:r>
            <ns0:r>
              <ns0:rPr sz="2175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 选择 G 盘工程规则。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SDK 包注册：默认发现可用工具，不再重复传类型和根。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A02B93"/>
                </ns2:solidFill>
                <ns2:latin typeface="Microsoft YaHei"/>
                <ns2:ea typeface="Microsoft YaHei"/>
                <ns2:cs typeface="Microsoft YaHei"/>
              </ns2:rPr>
              <ns2:t>west</ns2:t>
            </ns2: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 工作区：提供 CMSIS；额外 HAL 在后面按需追加。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2175" b="0">
                <ns3:solidFill>
                  <ns3:srgbClr val="B84E00"/>
                </ns3:solidFill>
                <ns3:latin typeface="Microsoft YaHei"/>
                <ns3:ea typeface="Microsoft YaHei"/>
                <ns3:cs typeface="Microsoft YaHei"/>
              </ns3:rPr>
              <ns3:t>BOARD</ns3:t>
            </ns3:r>
            <ns3:r>
              <ns3:rPr sz="2175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 选择硬件实现；用配置与编译清单核对来源。</ns3:t>
            </ns3:r>
          </ns3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16DF286-7262-4C91-9381-D33270554B9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87537990"/>
      </p:ext>
    </p:extLst>
  </p:cSld>
</p:sld>
</file>

<file path=ppt/slides/cmsiswest_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00D62DC-13D2-49DA-9EC7-189F0888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本次终端只准备源码与 Python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73F3B42-27FD-484B-9E0B-3E24DD7D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39E7DE3F-B28E-4413-818D-62A9EFEA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646173"/>
                </ns1:solidFill>
                <ns1:latin typeface="Consolas"/>
                <ns1:ea typeface="Consolas"/>
                <ns1:cs typeface="Consolas"/>
              </ns1:rPr>
              <ns1:t># UCRT64；源码根；重开终端时重新执行本块。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A02B93"/>
                </ns2:solidFill>
                <ns2:latin typeface="Consolas"/>
                <ns2:ea typeface="Consolas"/>
                <ns2:cs typeface="Consolas"/>
              </ns2:rPr>
              <ns2:t>cd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0070C0"/>
                </ns2:solidFill>
                <ns2:latin typeface="Consolas"/>
                <ns2:ea typeface="Consolas"/>
                <ns2:cs typeface="Consolas"/>
              </ns2:rPr>
              <ns2:t>/g/zephyr_practice/zephyr-main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A02B93"/>
                </ns3:solidFill>
                <ns3:latin typeface="Consolas"/>
                <ns3:ea typeface="Consolas"/>
                <ns3:cs typeface="Consolas"/>
              </ns3:rPr>
              <ns3:t>source</ns3:t>
            </ns3:r>
            <ns3:r>
              <ns3:rPr sz="18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</ns3:t>
            </ns3:r>
            <ns3:r>
              <ns3:rPr sz="187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.venv/Scripts/activate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A02B93"/>
                </ns4:solidFill>
                <ns4:latin typeface="Consolas"/>
                <ns4:ea typeface="Consolas"/>
                <ns4:cs typeface="Consolas"/>
              </ns4:rPr>
              <ns4:t>export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ZEPHYR_BASE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="$(</ns4:t>
            </ns4:r>
            <ns4:r>
              <ns4:rPr sz="1875" b="0">
                <ns4:solidFill>
                  <ns4:srgbClr val="A02B93"/>
                </ns4:solidFill>
                <ns4:latin typeface="Consolas"/>
                <ns4:ea typeface="Consolas"/>
                <ns4:cs typeface="Consolas"/>
              </ns4:rPr>
              <ns4:t>cygpath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-m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"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$PWD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")"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875" b="0">
                <ns5:solidFill>
                  <ns5:srgbClr val="A02B93"/>
                </ns5:solidFill>
                <ns5:latin typeface="Consolas"/>
                <ns5:ea typeface="Consolas"/>
                <ns5:cs typeface="Consolas"/>
              </ns5:rPr>
              <ns5:t>unset</ns5:t>
            </ns5:r>
            <ns5:r>
              <ns5:rPr sz="187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</ns5:t>
            </ns5:r>
            <ns5:r>
              <ns5:rPr sz="187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ZEPHYR_MODULES</ns5:t>
            </ns5:r>
            <ns5:r>
              <ns5:rPr sz="187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</ns5:t>
            </ns5:r>
            <ns5:r>
              <ns5:rPr sz="187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EXTRA_ZEPHYR_MODULES</ns5:t>
            </ns5:r>
            <ns5:r>
              <ns5:rPr sz="187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</ns5:t>
            </ns5:r>
            <ns5:r>
              <ns5:rPr sz="187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ZEPHYR_EXTRA_MODULES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8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875" b="0">
                <ns6:solidFill>
                  <ns6:srgbClr val="A02B93"/>
                </ns6:solidFill>
                <ns6:latin typeface="Consolas"/>
                <ns6:ea typeface="Consolas"/>
                <ns6:cs typeface="Consolas"/>
              </ns6:rPr>
              <ns6:t>python</ns6:t>
            </ns6:r>
            <ns6:r>
              <ns6:rPr sz="187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</ns6:t>
            </ns6:r>
            <ns6:r>
              <ns6:rPr sz="187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-m</ns6:t>
            </ns6:r>
            <ns6:r>
              <ns6:rPr sz="187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pip check</ns6:t>
            </ns6:r>
          </ns6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E92039E-4656-4F0A-B673-5144C668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7:p xmlns:ns7="http://schemas.openxmlformats.org/drawingml/2006/main">
            <ns7:pPr>
              <ns7:lnSpc>
                <ns7:spcPct val="120000"/>
              </ns7:lnSpc>
              <ns7:def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875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SDK 已有效注册，默认发现即可；新构建目录避开旧缓存。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若曾手动选工具链，按正文条件恢复块取消旧输入。</ns8:t>
            </ns8:r>
          </ns8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C35C055-54EF-4A8F-A066-188EFEE4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E10EF36-729B-4009-8FDF-0D8DC103CEE1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308320861"/>
      </p:ext>
    </p:extLst>
  </p:cSld>
</p:sld>
</file>

<file path=ppt/slides/cmsiswest_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B6F71297-4190-492B-BD97-DB5078A9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配置前核对 SDK 与 west 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658F8F1-2021-46EC-8B81-99F77A0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CC68879-E6E1-4E49-9909-A2FC16A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UCRT64；源码根；检查已安装文件；实际选中的 SDK 要在配置后核验。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cat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../zephyr-sdk-1.0.1/sdk_version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A02B93"/>
                </ns2:solidFill>
                <ns2:latin typeface="Consolas"/>
                <ns2:ea typeface="Consolas"/>
                <ns2:cs typeface="Consolas"/>
              </ns2:rPr>
              <ns2:t>test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-f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0070C0"/>
                </ns2:solidFill>
                <ns2:latin typeface="Consolas"/>
                <ns2:ea typeface="Consolas"/>
                <ns2:cs typeface="Consolas"/>
              </ns2:rPr>
              <ns2:t>../modules/hal/cmsis_6/CMSIS/Core/Include/core_cm4.h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A02B93"/>
                </ns3:solidFill>
                <ns3:latin typeface="Consolas"/>
                <ns3:ea typeface="Consolas"/>
                <ns3:cs typeface="Consolas"/>
              </ns3:rPr>
              <ns3:t>test</ns3:t>
            </ns3:r>
            <ns3:r>
              <ns3:rPr sz="18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</ns3:t>
            </ns3:r>
            <ns3:r>
              <ns3:rPr sz="187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-f</ns3:t>
            </ns3:r>
            <ns3:r>
              <ns3:rPr sz="18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</ns3:t>
            </ns3:r>
            <ns3:r>
              <ns3:rPr sz="187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../modules/hal/cmsis_6/zephyr/module.yml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A02B93"/>
                </ns4:solidFill>
                <ns4:latin typeface="Consolas"/>
                <ns4:ea typeface="Consolas"/>
                <ns4:cs typeface="Consolas"/>
              </ns4:rPr>
              <ns4:t>python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-c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'import sys; </ns4:t>
            </ns4:r>
            <ns4:r>
              <ns4:rPr sz="1875" b="0">
                <ns4:solidFill>
                  <ns4:srgbClr val="087B3D"/>
                </ns4:solidFill>
                <ns4:latin typeface="Consolas"/>
                <ns4:ea typeface="Consolas"/>
                <ns4:cs typeface="Consolas"/>
              </ns4:rPr>
              <ns4:t>print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(sys.executable)'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4899F3-5889-4D77-8C0D-A7F0C7A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5:p xmlns:ns5="http://schemas.openxmlformats.org/drawingml/2006/main">
            <ns5:pPr>
              <ns5:lnSpc>
                <ns5:spcPct val="120000"/>
              </ns5:lnSpc>
              <ns5:def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rPr>
              <ns5:t>还要核对 </ns5:t>
            </ns5:r>
            <ns5:r>
              <ns5:rPr sz="1875" b="0">
                <ns5:solidFill>
                  <ns5:srgbClr val="A02B93"/>
                </ns5:solidFill>
                <ns5:latin typeface="Microsoft YaHei"/>
                <ns5:ea typeface="Microsoft YaHei"/>
                <ns5:cs typeface="Microsoft YaHei"/>
              </ns5:rPr>
              <ns5:t>west</ns5:t>
            </ns5:r>
            <ns5:r>
              <ns5:rPr sz="1875" b="0">
                <ns5:solidFill>
                  <ns5:srgbClr val="29263B"/>
                </ns5:solidFill>
                <ns5:latin typeface="Microsoft YaHei"/>
                <ns5:ea typeface="Microsoft YaHei"/>
                <ns5:cs typeface="Microsoft YaHei"/>
              </ns5:rPr>
              <ns5:t> topdir/list；完整块遇缺项即停止。</ns5:t>
            </ns5:r>
          </ns5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0DCC374-AC07-4F0B-9EBD-9B4A6632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完整命令：P012_Windows/12.2.1-03.txt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0C738D4-AA11-47A8-98FE-67623997186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1960606150"/>
      </p:ext>
    </p:extLst>
  </p:cSld>
</p:sld>
</file>

<file path=ppt/slides/cmsiswest_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77B4D2D-F423-45AB-B8DC-0C0B5E1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 MPS2 / AN386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4794C5BF-02D2-43EC-9B09-B407B88F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73125547-9C23-441D-AD85-3DC5986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Windows UCRT64；源码根；12.2.1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-S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samples/hello_world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-B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build/learning-tools/p003/build-mps2-sdk-auto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-G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 </ns2:t>
            </ns2:r>
            <ns2:r>
              <ns2:rPr sz="172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-DBOARD</ns2:t>
            </ns2:r>
            <ns2:r>
              <ns2:rPr sz="172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=mps2/an386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 "</ns3:t>
            </ns3:r>
            <ns3:r>
              <ns3:rPr sz="172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-DZephyr_DIR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=</ns3:t>
            </ns3:r>
            <ns3:r>
              <ns3:rPr sz="172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$ZEPHYR_BASE</ns3:t>
            </ns3:r>
            <ns3:r>
              <ns3:rPr sz="172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/share/zephyr-package/cmake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 "</ns4:t>
            </ns4:r>
            <ns4:r>
              <ns4:rPr sz="172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-DZEPHYR_BASE</ns4:t>
            </ns4: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=</ns4:t>
            </ns4:r>
            <ns4:r>
              <ns4:rPr sz="172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$ZEPHYR_BASE</ns4:t>
            </ns4: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 </ns5:t>
            </ns5:r>
            <ns5:r>
              <ns5:rPr sz="172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-DEXTRA_ZEPHYR_MODULES</ns5:t>
            </ns5: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= </ns5:t>
            </ns5:r>
            <ns5:r>
              <ns5:rPr sz="172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-DZEPHYR_EXTRA_MODULES</ns5:t>
            </ns5: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=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 "</ns6:t>
            </ns6:r>
            <ns6:r>
              <ns6:rPr sz="172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-DPython3_EXECUTABLE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=$(</ns6:t>
            </ns6:r>
            <ns6:r>
              <ns6:rPr sz="1725" b="0">
                <ns6:solidFill>
                  <ns6:srgbClr val="A02B93"/>
                </ns6:solidFill>
                <ns6:latin typeface="Consolas"/>
                <ns6:ea typeface="Consolas"/>
                <ns6:cs typeface="Consolas"/>
              </ns6:rPr>
              <ns6:t>cygpath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</ns6:t>
            </ns6:r>
            <ns6:r>
              <ns6:rPr sz="172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-m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"$(</ns6:t>
            </ns6:r>
            <ns6:r>
              <ns6:rPr sz="1725" b="0">
                <ns6:solidFill>
                  <ns6:srgbClr val="A02B93"/>
                </ns6:solidFill>
                <ns6:latin typeface="Consolas"/>
                <ns6:ea typeface="Consolas"/>
                <ns6:cs typeface="Consolas"/>
              </ns6:rPr>
              <ns6:t>command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</ns6:t>
            </ns6:r>
            <ns6:r>
              <ns6:rPr sz="172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-v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</ns6:t>
            </ns6:r>
            <ns6:r>
              <ns6:rPr sz="1725" b="0">
                <ns6:solidFill>
                  <ns6:srgbClr val="A02B93"/>
                </ns6:solidFill>
                <ns6:latin typeface="Consolas"/>
                <ns6:ea typeface="Consolas"/>
                <ns6:cs typeface="Consolas"/>
              </ns6:rPr>
              <ns6:t>python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)")"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 </ns7:t>
            </ns7:r>
            <ns7:r>
              <ns7:rPr sz="172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-DCMAKE_EXPORT_COMPILE_COMMANDS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=ON</ns7:t>
            </ns7:r>
          </ns7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72DBC9D-3B8E-4883-B8AC-D2791FC9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8:p xmlns:ns8="http://schemas.openxmlformats.org/drawingml/2006/main">
            <ns8:pPr>
              <ns8:lnSpc>
                <ns8:spcPct val="120000"/>
              </ns8:lnSpc>
              <ns8:def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defRPr>
            </ns8:pPr>
            <ns8:r>
              <ns8:rPr sz="1875" b="0">
                <ns8:solidFill>
                  <ns8:srgbClr val="29263B"/>
                </ns8:solidFill>
                <ns8:latin typeface="Microsoft YaHei"/>
                <ns8:ea typeface="Microsoft YaHei"/>
                <ns8:cs typeface="Microsoft YaHei"/>
              </ns8:rPr>
              <ns8:t>未传工具链类型与 SDK 根，观察默认发现已注册 SDK。</ns8:t>
            </ns8:r>
          </ns8:p>
          <ns9:p xmlns:ns9="http://schemas.openxmlformats.org/drawingml/2006/main">
            <ns9:pPr>
              <ns9:lnSpc>
                <ns9:spcPct val="120000"/>
              </ns9:lnSpc>
              <ns9:def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defRPr>
            </ns9:pPr>
            <ns9:r>
              <ns9:rPr sz="1875" b="0">
                <ns9:solidFill>
                  <ns9:srgbClr val="29263B"/>
                </ns9:solidFill>
                <ns9:latin typeface="Microsoft YaHei"/>
                <ns9:ea typeface="Microsoft YaHei"/>
                <ns9:cs typeface="Microsoft YaHei"/>
              </ns9:rPr>
              <ns9:t>使用新 build-mps2-sdk-auto；不要复用旧的手动配置缓存。</ns9:t>
            </ns9:r>
          </ns9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427C5742-ADE0-4E56-AD4C-8D493EC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完整命令：P012_Windows/12.2.2-01.txt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3C658E6-A015-4B14-B4A2-1C89335E111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cmsiswest_slide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A0F1BA86-5FB9-4D9F-B82A-76F32E4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配置结束后再编译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D523B72-0F13-4DCA-A090-3DF6221E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043C914C-312C-4B4A-896C-5172B6E2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UCRT64；源码根；上一条配置已成功。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--build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build/learning-tools/p003/build-mps2-sdk-auto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A02B93"/>
                </ns2:solidFill>
                <ns2:latin typeface="Consolas"/>
                <ns2:ea typeface="Consolas"/>
                <ns2:cs typeface="Consolas"/>
              </ns2:rPr>
              <ns2:t>ls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-l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0070C0"/>
                </ns2:solidFill>
                <ns2:latin typeface="Consolas"/>
                <ns2:ea typeface="Consolas"/>
                <ns2:cs typeface="Consolas"/>
              </ns2:rPr>
              <ns2:t>build/learning-tools/p003/build-mps2-sdk-auto/zephyr/zephyr.elf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54B40CB-6668-40C8-B56B-27734E3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ELF 生成且构建成功才算通过；这里是 AN386，不是 HC32 实板。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5A54DD8A-358E-44E2-B1D1-EB86B0E3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完整命令：P012_Windows/12.2.2-02.txt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27C8142-1B5E-4708-92BD-AD750F6B3D4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731350690"/>
      </p:ext>
    </p:extLst>
  </p:cSld>
</p:sld>
</file>

<file path=ppt/slides/cmsiswest_slide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15AE21FC-7619-4E14-8685-3E8686A2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练习板只追加 BOARD_ROOT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62B4DB1-3B8B-4594-9105-BC552DD2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12.4.3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B9C401B3-B534-4FEF-82FF-F0B436C0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72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72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72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Windows UCRT64；源码根；12.2.1 源码环境已准备；SDK 已注册，使用新构建目录。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72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72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-S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samples/hello_world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-B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build/learning-tools/p003/build-practice-sdk-auto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72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-G</ns1:t>
            </ns1:r>
            <ns1:r>
              <ns1:rPr sz="172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72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72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 </ns2:t>
            </ns2:r>
            <ns2:r>
              <ns2:rPr sz="172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-DBOARD</ns2:t>
            </ns2:r>
            <ns2:r>
              <ns2:rPr sz="172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=practice_mps2/an386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72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 "</ns3:t>
            </ns3:r>
            <ns3:r>
              <ns3:rPr sz="172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-DBOARD_ROOT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=$(</ns3:t>
            </ns3:r>
            <ns3:r>
              <ns3:rPr sz="1725" b="0">
                <ns3:solidFill>
                  <ns3:srgbClr val="A02B93"/>
                </ns3:solidFill>
                <ns3:latin typeface="Consolas"/>
                <ns3:ea typeface="Consolas"/>
                <ns3:cs typeface="Consolas"/>
              </ns3:rPr>
              <ns3:t>cygpath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</ns3:t>
            </ns3:r>
            <ns3:r>
              <ns3:rPr sz="172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-m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"</ns3:t>
            </ns3:r>
            <ns3:r>
              <ns3:rPr sz="172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$PWD</ns3:t>
            </ns3:r>
            <ns3:r>
              <ns3:rPr sz="172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/build/learning-tools/p003/new-board</ns3:t>
            </ns3:r>
            <ns3:r>
              <ns3:rPr sz="172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")"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72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 "</ns4:t>
            </ns4:r>
            <ns4:r>
              <ns4:rPr sz="172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-DZephyr_DIR</ns4:t>
            </ns4: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=</ns4:t>
            </ns4:r>
            <ns4:r>
              <ns4:rPr sz="172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$ZEPHYR_BASE</ns4:t>
            </ns4:r>
            <ns4:r>
              <ns4:rPr sz="1725" b="0">
                <ns4:solidFill>
                  <ns4:srgbClr val="0070C0"/>
                </ns4:solidFill>
                <ns4:latin typeface="Consolas"/>
                <ns4:ea typeface="Consolas"/>
                <ns4:cs typeface="Consolas"/>
              </ns4:rPr>
              <ns4:t>/share/zephyr-package/cmake</ns4:t>
            </ns4:r>
            <ns4:r>
              <ns4:rPr sz="172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72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 "</ns5:t>
            </ns5:r>
            <ns5:r>
              <ns5:rPr sz="172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-DZEPHYR_BASE</ns5:t>
            </ns5: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=</ns5:t>
            </ns5:r>
            <ns5:r>
              <ns5:rPr sz="1725" b="0">
                <ns5:solidFill>
                  <ns5:srgbClr val="B84E00"/>
                </ns5:solidFill>
                <ns5:latin typeface="Consolas"/>
                <ns5:ea typeface="Consolas"/>
                <ns5:cs typeface="Consolas"/>
              </ns5:rPr>
              <ns5:t>$ZEPHYR_BASE</ns5:t>
            </ns5:r>
            <ns5:r>
              <ns5:rPr sz="172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"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72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 </ns6:t>
            </ns6:r>
            <ns6:r>
              <ns6:rPr sz="172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-DEXTRA_ZEPHYR_MODULES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= </ns6:t>
            </ns6:r>
            <ns6:r>
              <ns6:rPr sz="172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-DZEPHYR_EXTRA_MODULES</ns6:t>
            </ns6:r>
            <ns6:r>
              <ns6:rPr sz="172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72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 "</ns7:t>
            </ns7:r>
            <ns7:r>
              <ns7:rPr sz="172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-DPython3_EXECUTABLE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=$(</ns7:t>
            </ns7:r>
            <ns7:r>
              <ns7:rPr sz="172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cygpath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72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-m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"$(</ns7:t>
            </ns7:r>
            <ns7:r>
              <ns7:rPr sz="172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command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72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-v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72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python</ns7:t>
            </ns7:r>
            <ns7:r>
              <ns7:rPr sz="172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72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725" b="0">
                <ns8:solidFill>
                  <ns8:srgbClr val="29263B"/>
                </ns8:solidFill>
                <ns8:latin typeface="Consolas"/>
                <ns8:ea typeface="Consolas"/>
                <ns8:cs typeface="Consolas"/>
              </ns8:rPr>
              <ns8:t>  </ns8:t>
            </ns8:r>
            <ns8:r>
              <ns8:rPr sz="1725" b="0">
                <ns8:solidFill>
                  <ns8:srgbClr val="B84E00"/>
                </ns8:solidFill>
                <ns8:latin typeface="Consolas"/>
                <ns8:ea typeface="Consolas"/>
                <ns8:cs typeface="Consolas"/>
              </ns8:rPr>
              <ns8:t>-DCMAKE_EXPORT_COMPILE_COMMANDS</ns8:t>
            </ns8:r>
            <ns8:r>
              <ns8:rPr sz="1725" b="0">
                <ns8:solidFill>
                  <ns8:srgbClr val="29263B"/>
                </ns8:solidFill>
                <ns8:latin typeface="Consolas"/>
                <ns8:ea typeface="Consolas"/>
                <ns8:cs typeface="Consolas"/>
              </ns8:rPr>
              <ns8:t>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0A840A52-A0CD-4CCA-B40E-969BF767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保留同一个应用、SoC、SDK 与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CMSIS。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只增加练习板根，构建进入新的 build-practice-sdk-auto。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D308AA2-47E9-4A9A-8A03-E13070B0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完整命令：P012_Windows/12.4.3-01.txt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D46D055-C48C-4665-AA8B-41BF287DDE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27</a:t>
            </a:fld>
          </a:p>
        </p:txBody>
      </p:sp>
    </p:spTree>
    <p:extLst>
      <p:ext uri="{BB962C8B-B14F-4D97-AF65-F5344CB8AC3E}">
        <p14:creationId xmlns:p14="http://schemas.microsoft.com/office/powerpoint/2010/main" val="898079521"/>
      </p:ext>
    </p:extLst>
  </p:cSld>
</p:sld>
</file>

<file path=ppt/slides/cmsiswest_slide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992BD963-A29D-4CA9-97DE-30485A96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追加 HAL 与适配模块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AB9435-E855-4651-82F9-16FCA763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E03ACB5A-9FEE-4372-AF58-071DA6A9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5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5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Windows UCRT64；源码根；已按 12.5.1 选择现有 HAL_XHSC_DIR；材料齐全。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5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5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5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-S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5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samples/hello_world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5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-B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5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build/learning-tools/p003/build-hc32-sdk-auto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5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-G</ns1:t>
            </ns1:r>
            <ns1:r>
              <ns1:rPr sz="15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Ninja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5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5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 </ns2:t>
            </ns2:r>
            <ns2:r>
              <ns2:rPr sz="15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-DBOARD</ns2:t>
            </ns2:r>
            <ns2:r>
              <ns2:rPr sz="15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=uyup_rpi_a/hc32f4a0pitb \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5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5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 "</ns3:t>
            </ns3:r>
            <ns3:r>
              <ns3:rPr sz="157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-DZephyr_DIR</ns3:t>
            </ns3:r>
            <ns3:r>
              <ns3:rPr sz="15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=</ns3:t>
            </ns3:r>
            <ns3:r>
              <ns3:rPr sz="1575" b="0">
                <ns3:solidFill>
                  <ns3:srgbClr val="B84E00"/>
                </ns3:solidFill>
                <ns3:latin typeface="Consolas"/>
                <ns3:ea typeface="Consolas"/>
                <ns3:cs typeface="Consolas"/>
              </ns3:rPr>
              <ns3:t>$ZEPHYR_BASE</ns3:t>
            </ns3:r>
            <ns3:r>
              <ns3:rPr sz="157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/share/zephyr-package/cmake</ns3:t>
            </ns3:r>
            <ns3:r>
              <ns3:rPr sz="15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" \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5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5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 "</ns4:t>
            </ns4:r>
            <ns4:r>
              <ns4:rPr sz="15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-DZEPHYR_BASE</ns4:t>
            </ns4:r>
            <ns4:r>
              <ns4:rPr sz="15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=</ns4:t>
            </ns4:r>
            <ns4:r>
              <ns4:rPr sz="15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$ZEPHYR_BASE</ns4:t>
            </ns4:r>
            <ns4:r>
              <ns4:rPr sz="15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" \</ns4:t>
            </ns4:r>
          </ns4:p>
          <ns5:p xmlns:ns5="http://schemas.openxmlformats.org/drawingml/2006/main">
            <ns5:pPr>
              <ns5:lnSpc>
                <ns5:spcPct val="120000"/>
              </ns5:lnSpc>
              <ns5:defRPr sz="1575" b="0">
                <ns5:solidFill>
                  <ns5:srgbClr val="005968"/>
                </ns5:solidFill>
                <ns5:latin typeface="Consolas"/>
                <ns5:ea typeface="Consolas"/>
                <ns5:cs typeface="Consolas"/>
              </ns5:defRPr>
            </ns5:pPr>
            <ns5:r>
              <ns5:rPr sz="157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 "-DEXTRA_ZEPHYR_MODULES=$HAL_XHSC_DIR;$(cygpath -m "$PWD/</ns5:t>
            </ns5:r>
            <ns5:r>
              <ns5:rPr sz="1575" b="0">
                <ns5:solidFill>
                  <ns5:srgbClr val="0070C0"/>
                </ns5:solidFill>
                <ns5:latin typeface="Consolas"/>
                <ns5:ea typeface="Consolas"/>
                <ns5:cs typeface="Consolas"/>
              </ns5:rPr>
              <ns5:t>build/learning-tools/p003/hc32_port")"</ns5:t>
            </ns5:r>
            <ns5:r>
              <ns5:rPr sz="1575" b="0">
                <ns5:solidFill>
                  <ns5:srgbClr val="29263B"/>
                </ns5:solidFill>
                <ns5:latin typeface="Consolas"/>
                <ns5:ea typeface="Consolas"/>
                <ns5:cs typeface="Consolas"/>
              </ns5:rPr>
              <ns5:t> \</ns5:t>
            </ns5:r>
          </ns5:p>
          <ns6:p xmlns:ns6="http://schemas.openxmlformats.org/drawingml/2006/main">
            <ns6:pPr>
              <ns6:lnSpc>
                <ns6:spcPct val="120000"/>
              </ns6:lnSpc>
              <ns6:defRPr sz="1575" b="0">
                <ns6:solidFill>
                  <ns6:srgbClr val="005968"/>
                </ns6:solidFill>
                <ns6:latin typeface="Consolas"/>
                <ns6:ea typeface="Consolas"/>
                <ns6:cs typeface="Consolas"/>
              </ns6:defRPr>
            </ns6:pPr>
            <ns6:r>
              <ns6:rPr sz="157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  </ns6:t>
            </ns6:r>
            <ns6:r>
              <ns6:rPr sz="1575" b="0">
                <ns6:solidFill>
                  <ns6:srgbClr val="B84E00"/>
                </ns6:solidFill>
                <ns6:latin typeface="Consolas"/>
                <ns6:ea typeface="Consolas"/>
                <ns6:cs typeface="Consolas"/>
              </ns6:rPr>
              <ns6:t>-DZEPHYR_EXTRA_MODULES</ns6:t>
            </ns6:r>
            <ns6:r>
              <ns6:rPr sz="1575" b="0">
                <ns6:solidFill>
                  <ns6:srgbClr val="29263B"/>
                </ns6:solidFill>
                <ns6:latin typeface="Consolas"/>
                <ns6:ea typeface="Consolas"/>
                <ns6:cs typeface="Consolas"/>
              </ns6:rPr>
              <ns6:t>= \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575" b="0">
                <ns7:solidFill>
                  <ns7:srgbClr val="005968"/>
                </ns7:solidFill>
                <ns7:latin typeface="Consolas"/>
                <ns7:ea typeface="Consolas"/>
                <ns7:cs typeface="Consolas"/>
              </ns7:defRPr>
            </ns7:pP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 "</ns7:t>
            </ns7:r>
            <ns7:r>
              <ns7:rPr sz="157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-DPython3_EXECUTABLE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=$(</ns7:t>
            </ns7:r>
            <ns7:r>
              <ns7:rPr sz="157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cygpath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57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-m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"$(</ns7:t>
            </ns7:r>
            <ns7:r>
              <ns7:rPr sz="157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command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575" b="0">
                <ns7:solidFill>
                  <ns7:srgbClr val="B84E00"/>
                </ns7:solidFill>
                <ns7:latin typeface="Consolas"/>
                <ns7:ea typeface="Consolas"/>
                <ns7:cs typeface="Consolas"/>
              </ns7:rPr>
              <ns7:t>-v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 </ns7:t>
            </ns7:r>
            <ns7:r>
              <ns7:rPr sz="1575" b="0">
                <ns7:solidFill>
                  <ns7:srgbClr val="A02B93"/>
                </ns7:solidFill>
                <ns7:latin typeface="Consolas"/>
                <ns7:ea typeface="Consolas"/>
                <ns7:cs typeface="Consolas"/>
              </ns7:rPr>
              <ns7:t>python</ns7:t>
            </ns7:r>
            <ns7:r>
              <ns7:rPr sz="1575" b="0">
                <ns7:solidFill>
                  <ns7:srgbClr val="29263B"/>
                </ns7:solidFill>
                <ns7:latin typeface="Consolas"/>
                <ns7:ea typeface="Consolas"/>
                <ns7:cs typeface="Consolas"/>
              </ns7:rPr>
              <ns7:t>)")" \</ns7:t>
            </ns7:r>
          </ns7:p>
          <ns8:p xmlns:ns8="http://schemas.openxmlformats.org/drawingml/2006/main">
            <ns8:pPr>
              <ns8:lnSpc>
                <ns8:spcPct val="120000"/>
              </ns8:lnSpc>
              <ns8:defRPr sz="1575" b="0">
                <ns8:solidFill>
                  <ns8:srgbClr val="005968"/>
                </ns8:solidFill>
                <ns8:latin typeface="Consolas"/>
                <ns8:ea typeface="Consolas"/>
                <ns8:cs typeface="Consolas"/>
              </ns8:defRPr>
            </ns8:pPr>
            <ns8:r>
              <ns8:rPr sz="1575" b="0">
                <ns8:solidFill>
                  <ns8:srgbClr val="29263B"/>
                </ns8:solidFill>
                <ns8:latin typeface="Consolas"/>
                <ns8:ea typeface="Consolas"/>
                <ns8:cs typeface="Consolas"/>
              </ns8:rPr>
              <ns8:t>  </ns8:t>
            </ns8:r>
            <ns8:r>
              <ns8:rPr sz="1575" b="0">
                <ns8:solidFill>
                  <ns8:srgbClr val="B84E00"/>
                </ns8:solidFill>
                <ns8:latin typeface="Consolas"/>
                <ns8:ea typeface="Consolas"/>
                <ns8:cs typeface="Consolas"/>
              </ns8:rPr>
              <ns8:t>-DCMAKE_EXPORT_COMPILE_COMMANDS</ns8:t>
            </ns8:r>
            <ns8:r>
              <ns8:rPr sz="1575" b="0">
                <ns8:solidFill>
                  <ns8:srgbClr val="29263B"/>
                </ns8:solidFill>
                <ns8:latin typeface="Consolas"/>
                <ns8:ea typeface="Consolas"/>
                <ns8:cs typeface="Consolas"/>
              </ns8:rPr>
              <ns8:t>=ON</ns8:t>
            </ns8:r>
          </ns8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461CD54E-DC05-4ED1-ACC3-B4954562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HAL_XHSC_DIR 取实际已有根；再追加工作适配模块。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 继续由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提供，不替换整个模块列表。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BE394D0-F49D-45F6-9E52-92511D65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完整命令：P012_Windows/12.7-01.txt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7939507-5003-403F-B3FC-64DC71C7C14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44</a:t>
            </a:fld>
          </a:p>
        </p:txBody>
      </p:sp>
    </p:spTree>
    <p:extLst>
      <p:ext uri="{BB962C8B-B14F-4D97-AF65-F5344CB8AC3E}">
        <p14:creationId xmlns:p14="http://schemas.microsoft.com/office/powerpoint/2010/main" val="823577949"/>
      </p:ext>
    </p:extLst>
  </p:cSld>
</p:sld>
</file>

<file path=ppt/slides/cmsiswest_slide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E9C9B746-E28C-4B47-8867-9E8738BDA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编译同一个 hello_world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F69E3C-9EC9-42EB-B58A-C6C6890F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1E52C86-891C-467B-B138-DEC5E12C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UCRT64；源码根；配置成功后。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cmake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--build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0070C0"/>
                </ns1:solidFill>
                <ns1:latin typeface="Consolas"/>
                <ns1:ea typeface="Consolas"/>
                <ns1:cs typeface="Consolas"/>
              </ns1:rPr>
              <ns1:t>build/learning-tools/p003/build-hc32-sdk-auto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A02B93"/>
                </ns2:solidFill>
                <ns2:latin typeface="Consolas"/>
                <ns2:ea typeface="Consolas"/>
                <ns2:cs typeface="Consolas"/>
              </ns2:rPr>
              <ns2:t>ls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B84E00"/>
                </ns2:solidFill>
                <ns2:latin typeface="Consolas"/>
                <ns2:ea typeface="Consolas"/>
                <ns2:cs typeface="Consolas"/>
              </ns2:rPr>
              <ns2:t>-l</ns2:t>
            </ns2: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</ns2:t>
            </ns2:r>
            <ns2:r>
              <ns2:rPr sz="1875" b="0">
                <ns2:solidFill>
                  <ns2:srgbClr val="0070C0"/>
                </ns2:solidFill>
                <ns2:latin typeface="Consolas"/>
                <ns2:ea typeface="Consolas"/>
                <ns2:cs typeface="Consolas"/>
              </ns2:rPr>
              <ns2:t>build/learning-tools/p003/build-hc32-sdk-auto/zephyr/zephyr.elf</ns2:t>
            </ns2:r>
          </ns2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A6BDB4-2D4C-472C-87CA-F534DD20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本次使用 build-hc32-sdk-auto；生成固件不代表已通过实板验证。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E9A0E0E7-19BC-4E10-ABDD-72E6214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完整命令：P012_Windows/12.7-02.txt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0EFC760-08CF-41B7-B751-4937A45E827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45</a:t>
            </a:fld>
          </a:p>
        </p:txBody>
      </p:sp>
    </p:spTree>
    <p:extLst>
      <p:ext uri="{BB962C8B-B14F-4D97-AF65-F5344CB8AC3E}">
        <p14:creationId xmlns:p14="http://schemas.microsoft.com/office/powerpoint/2010/main" val="835242090"/>
      </p:ext>
    </p:extLst>
  </p:cSld>
</p:sld>
</file>

<file path=ppt/slides/cmsiswest_slide1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2E212547-DD60-4DB2-B464-B34411D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HC32 配置与实际模块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3D535DC-0C3A-4895-9BDF-65144546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97B57DF-BDF4-49DC-B0B9-F5895CA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83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875" b="0">
                <ns0:solidFill>
                  <ns0:srgbClr val="005968"/>
                </ns0:solidFill>
                <ns0:latin typeface="Consolas"/>
                <ns0:ea typeface="Consolas"/>
                <ns0:cs typeface="Consolas"/>
              </ns0:defRPr>
            </ns0:pPr>
            <ns0:r>
              <ns0:rPr sz="1875" b="0">
                <ns0:solidFill>
                  <ns0:srgbClr val="646173"/>
                </ns0:solidFill>
                <ns0:latin typeface="Consolas"/>
                <ns0:ea typeface="Consolas"/>
                <ns0:cs typeface="Consolas"/>
              </ns0:rPr>
              <ns0:t># UCRT64；源码根；HC32 构建已成功。</ns0:t>
            </ns0:r>
          </ns0:p>
          <ns1:p xmlns:ns1="http://schemas.openxmlformats.org/drawingml/2006/main">
            <ns1:pPr>
              <ns1:lnSpc>
                <ns1:spcPct val="120000"/>
              </ns1:lnSpc>
              <ns1:defRPr sz="1875" b="0">
                <ns1:solidFill>
                  <ns1:srgbClr val="005968"/>
                </ns1:solidFill>
                <ns1:latin typeface="Consolas"/>
                <ns1:ea typeface="Consolas"/>
                <ns1:cs typeface="Consolas"/>
              </ns1:defRPr>
            </ns1:pPr>
            <ns1:r>
              <ns1:rPr sz="1875" b="0">
                <ns1:solidFill>
                  <ns1:srgbClr val="A02B93"/>
                </ns1:solidFill>
                <ns1:latin typeface="Consolas"/>
                <ns1:ea typeface="Consolas"/>
                <ns1:cs typeface="Consolas"/>
              </ns1:rPr>
              <ns1:t>grep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</ns1:t>
            </ns1:r>
            <ns1:r>
              <ns1:rPr sz="18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-E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 '^CONFIG_(</ns1:t>
            </ns1:r>
            <ns1:r>
              <ns1:rPr sz="1875" b="0">
                <ns1:solidFill>
                  <ns1:srgbClr val="B84E00"/>
                </ns1:solidFill>
                <ns1:latin typeface="Consolas"/>
                <ns1:ea typeface="Consolas"/>
                <ns1:cs typeface="Consolas"/>
              </ns1:rPr>
              <ns1:t>BOARD</ns1:t>
            </ns1:r>
            <ns1:r>
              <ns1:rPr sz="1875" b="0">
                <ns1:solidFill>
                  <ns1:srgbClr val="29263B"/>
                </ns1:solidFill>
                <ns1:latin typeface="Consolas"/>
                <ns1:ea typeface="Consolas"/>
                <ns1:cs typeface="Consolas"/>
              </ns1:rPr>
              <ns1:t>|SOC|CPU_CORTEX_M4|CPU_HAS_FPU|HAS_CMSIS|SYS_CLOCK_HW_CYCLES_PER_SEC)' \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1875" b="0">
                <ns2:solidFill>
                  <ns2:srgbClr val="005968"/>
                </ns2:solidFill>
                <ns2:latin typeface="Consolas"/>
                <ns2:ea typeface="Consolas"/>
                <ns2:cs typeface="Consolas"/>
              </ns2:defRPr>
            </ns2:pPr>
            <ns2:r>
              <ns2:rPr sz="1875" b="0">
                <ns2:solidFill>
                  <ns2:srgbClr val="29263B"/>
                </ns2:solidFill>
                <ns2:latin typeface="Consolas"/>
                <ns2:ea typeface="Consolas"/>
                <ns2:cs typeface="Consolas"/>
              </ns2:rPr>
              <ns2:t>  </ns2:t>
            </ns2:r>
            <ns2:r>
              <ns2:rPr sz="1875" b="0">
                <ns2:solidFill>
                  <ns2:srgbClr val="0070C0"/>
                </ns2:solidFill>
                <ns2:latin typeface="Consolas"/>
                <ns2:ea typeface="Consolas"/>
                <ns2:cs typeface="Consolas"/>
              </ns2:rPr>
              <ns2:t>build/learning-tools/p003/build-hc32-sdk-auto/zephyr/.config</ns2:t>
            </ns2:r>
          </ns2:p>
          <ns3:p xmlns:ns3="http://schemas.openxmlformats.org/drawingml/2006/main">
            <ns3:pPr>
              <ns3:lnSpc>
                <ns3:spcPct val="120000"/>
              </ns3:lnSpc>
              <ns3:defRPr sz="1875" b="0">
                <ns3:solidFill>
                  <ns3:srgbClr val="005968"/>
                </ns3:solidFill>
                <ns3:latin typeface="Consolas"/>
                <ns3:ea typeface="Consolas"/>
                <ns3:cs typeface="Consolas"/>
              </ns3:defRPr>
            </ns3:pPr>
            <ns3:r>
              <ns3:rPr sz="1875" b="0">
                <ns3:solidFill>
                  <ns3:srgbClr val="A02B93"/>
                </ns3:solidFill>
                <ns3:latin typeface="Consolas"/>
                <ns3:ea typeface="Consolas"/>
                <ns3:cs typeface="Consolas"/>
              </ns3:rPr>
              <ns3:t>cat</ns3:t>
            </ns3:r>
            <ns3:r>
              <ns3:rPr sz="1875" b="0">
                <ns3:solidFill>
                  <ns3:srgbClr val="29263B"/>
                </ns3:solidFill>
                <ns3:latin typeface="Consolas"/>
                <ns3:ea typeface="Consolas"/>
                <ns3:cs typeface="Consolas"/>
              </ns3:rPr>
              <ns3:t> </ns3:t>
            </ns3:r>
            <ns3:r>
              <ns3:rPr sz="1875" b="0">
                <ns3:solidFill>
                  <ns3:srgbClr val="0070C0"/>
                </ns3:solidFill>
                <ns3:latin typeface="Consolas"/>
                <ns3:ea typeface="Consolas"/>
                <ns3:cs typeface="Consolas"/>
              </ns3:rPr>
              <ns3:t>build/learning-tools/p003/build-hc32-sdk-auto/zephyr_modules.txt</ns3:t>
            </ns3:r>
          </ns3:p>
          <ns4:p xmlns:ns4="http://schemas.openxmlformats.org/drawingml/2006/main">
            <ns4:pPr>
              <ns4:lnSpc>
                <ns4:spcPct val="120000"/>
              </ns4:lnSpc>
              <ns4:defRPr sz="1875" b="0">
                <ns4:solidFill>
                  <ns4:srgbClr val="005968"/>
                </ns4:solidFill>
                <ns4:latin typeface="Consolas"/>
                <ns4:ea typeface="Consolas"/>
                <ns4:cs typeface="Consolas"/>
              </ns4:defRPr>
            </ns4:pPr>
            <ns4:r>
              <ns4:rPr sz="1875" b="0">
                <ns4:solidFill>
                  <ns4:srgbClr val="A02B93"/>
                </ns4:solidFill>
                <ns4:latin typeface="Consolas"/>
                <ns4:ea typeface="Consolas"/>
                <ns4:cs typeface="Consolas"/>
              </ns4:rPr>
              <ns4:t>grep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</ns4:t>
            </ns4:r>
            <ns4:r>
              <ns4:rPr sz="1875" b="0">
                <ns4:solidFill>
                  <ns4:srgbClr val="B84E00"/>
                </ns4:solidFill>
                <ns4:latin typeface="Consolas"/>
                <ns4:ea typeface="Consolas"/>
                <ns4:cs typeface="Consolas"/>
              </ns4:rPr>
              <ns4:t>-F</ns4:t>
            </ns4:r>
            <ns4:r>
              <ns4:rPr sz="1875" b="0">
                <ns4:solidFill>
                  <ns4:srgbClr val="29263B"/>
                </ns4:solidFill>
                <ns4:latin typeface="Consolas"/>
                <ns4:ea typeface="Consolas"/>
                <ns4:cs typeface="Consolas"/>
              </ns4:rPr>
              <ns4:t> 'hc32f4a0' </ns4:t>
            </ns4:r>
            <ns4:r>
              <ns4:rPr sz="1875" b="0">
                <ns4:solidFill>
                  <ns4:srgbClr val="0070C0"/>
                </ns4:solidFill>
                <ns4:latin typeface="Consolas"/>
                <ns4:ea typeface="Consolas"/>
                <ns4:cs typeface="Consolas"/>
              </ns4:rPr>
              <ns4:t>build/learning-tools/p003/build-hc32-sdk-auto/compile_commands.json</ns4:t>
            </ns4:r>
          </ns4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0C37C9A-5DB2-4E1A-A169-37015D25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模块记录查发现结果；再查 CMSIS include 与实际 DDL 源。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10B97060-78E7-4EBC-B8F6-A0F54136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完整命令：P012_Windows/12.8-01.txt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2EA1595-7B58-4C5C-954F-918FA1494A3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273746464"/>
      </p:ext>
    </p:extLst>
  </p:cSld>
</p:sld>
</file>

<file path=ppt/slides/cmsiswest_slide1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7EA971D-F8B9-45C3-AFC4-546AD5D9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可选：固定 SDK，保留模块自动发现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8735869-90E6-4F36-ADBD-C2F607CF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12.9.5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564BA0B-FD30-4B89-9FBC-C4BE42E3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1:p xmlns:ns1="http://schemas.openxmlformats.org/drawingml/2006/main">
            <ns1:pPr>
              <ns1:lnSpc>
                <ns1:spcPct val="120000"/>
              </ns1:lnSpc>
              <ns1:def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2175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这是默认发现以外的固定组合，不是每个工程的必做步骤。</ns1:t>
            </ns1:r>
          </ns1:p>
          <ns2:p xmlns:ns2="http://schemas.openxmlformats.org/drawingml/2006/main">
            <ns2:pPr>
              <ns2:lnSpc>
                <ns2:spcPct val="120000"/>
              </ns2:lnSpc>
              <ns2:def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2175" b="0">
                <ns2:solidFill>
                  <ns2:srgbClr val="29263B"/>
                </ns2:solidFill>
                <ns2:latin typeface="Microsoft YaHei"/>
                <ns2:ea typeface="Microsoft YaHei"/>
                <ns2:cs typeface="Microsoft YaHei"/>
              </ns2:rPr>
              <ns2:t>应用旁创建或合并预设；模板有意固定 SDK 根和类型。</ns2:t>
            </ns2:r>
          </ns2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65B0994F-C866-4FEE-9D09-56CA234B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4F4BFB9-2E9F-45AA-AF29-DC43DAABDC9E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53</a:t>
            </a:fld>
          </a:p>
        </p:txBody>
      </p:sp>
    </p:spTree>
    <p:extLst>
      <p:ext uri="{BB962C8B-B14F-4D97-AF65-F5344CB8AC3E}">
        <p14:creationId xmlns:p14="http://schemas.microsoft.com/office/powerpoint/2010/main" val="1000677428"/>
      </p:ext>
    </p:extLst>
  </p:cSld>
</p:sld>
</file>

<file path=ppt/slides/cmsiswest_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3655FA2-5B4A-41AB-B598-7AD489BA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新终端选择预设并构建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2C508E-4889-4001-8664-8C7C4EFD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75" b="0">
                <ns0:solidFill>
                  <ns0:srgbClr val="6845AC"/>
                </ns0:solidFill>
                <ns0:latin typeface="Microsoft YaHei"/>
                <ns0:ea typeface="Microsoft YaHei"/>
                <ns0:cs typeface="Microsoft YaHei"/>
              </ns0:rPr>
              <ns0:t>12.9.5 · 仅选择了用户预设替代路线时执行</ns0:t>
            </ns0:r>
          </ns0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5DC47559-AAE2-47FD-AD92-DC022AF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source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.venv/Scripts/activate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samples/hello_world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--list-presets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--preset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mps2-west-local</a:t>
            </a:r>
          </a:p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--build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--preset</a:t>
            </a:r>
            <a:r>
              <a:rPr sz="18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mps2-west-local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7B63BE93-5D29-478C-9C40-59AC6235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</a:t>
            </a:r>
            <a:r>
              <a:rPr sz="18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，核对当前 Git；SDK 从预设读取，模块由 </a:t>
            </a:r>
            <a:r>
              <a:rPr sz="1875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发现。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A549AB19-D52C-413F-9E32-779776F9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完整命令：P012_Windows/12.9.5-02.txt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0E0EAFB-139C-4F46-8189-986E0E4DFA3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54</a:t>
            </a:fld>
          </a:p>
        </p:txBody>
      </p:sp>
    </p:spTree>
    <p:extLst>
      <p:ext uri="{BB962C8B-B14F-4D97-AF65-F5344CB8AC3E}">
        <p14:creationId xmlns:p14="http://schemas.microsoft.com/office/powerpoint/2010/main" val="179281474"/>
      </p:ext>
    </p:extLst>
  </p:cSld>
</p:sld>
</file>

<file path=ppt/slides/cmsiswest_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52198FF-F202-472B-B8FD-40473C56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相对 AN386 的增量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D23983E-5273-47C1-9DE7-D93FEB1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 · 保留基础模块，只追加移植输入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46ABF-C78C-45BA-B85B-55CBF31DA032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这一次的选择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build/learning-tools/p003/build-hc32-sdk-auto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工作区中的 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EXTRA_ZEPHYR_MODULES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 HAL + 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92674B5-490E-46F6-9C0D-5708565D65B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43</a:t>
            </a:fld>
          </a:p>
        </p:txBody>
      </p:sp>
    </p:spTree>
    <p:extLst>
      <p:ext uri="{BB962C8B-B14F-4D97-AF65-F5344CB8AC3E}">
        <p14:creationId xmlns:p14="http://schemas.microsoft.com/office/powerpoint/2010/main" val="24779360"/>
      </p:ext>
    </p:extLst>
  </p:cSld>
</p:sld>
</file>

<file path=ppt/slides/firmware_formats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52E1E4F1-9E03-4590-8BCF-FC0428FD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本次 HC32 同时生成 ELF、HEX 和 BIN</a:t>
            </a:r>
          </a:p>
        </p:txBody>
      </p:sp>
      <p:sp>
        <p:nvSpPr>
          <p:cNvPr id="2" name="Stage">
            <a:extLst xmlns:a="http://schemas.openxmlformats.org/drawingml/2006/main">
              <a:ext uri="{FF2B5EF4-FFF2-40B4-BE49-F238E27FC236}">
                <a16:creationId xmlns:a16="http://schemas.microsoft.com/office/drawing/2014/main" id="{12AA3BF6-5404-4A53-94D9-2F27FCFDD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t>12.7.1 · 先核对产物，再区分烧录接入阶段</a:t>
            </a:r>
          </a:p>
        </p:txBody>
      </p:sp>
      <p:sp>
        <p:nvSpPr>
          <p:cNvPr id="3" name="Configuration">
            <a:extLst xmlns:a="http://schemas.openxmlformats.org/drawingml/2006/main">
              <a:ext uri="{FF2B5EF4-FFF2-40B4-BE49-F238E27FC236}">
                <a16:creationId xmlns:a16="http://schemas.microsoft.com/office/drawing/2014/main" id="{00A407A8-D29E-4DBA-A433-5A9C5470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教程适配的板级 defconfig 已设置 </a:t>
            </a:r>
            <a:r>
              <a:rPr>
                <a:solidFill>
                  <a:srgbClr val="B84E00"/>
                </a:solidFill>
              </a:rPr>
              <a:t>CONFIG_BUILD_OUTPUT_HEX</a:t>
            </a:r>
            <a:r>
              <a:rPr>
                <a:solidFill>
                  <a:srgbClr val="B84E00"/>
                </a:solidFill>
              </a:rPr>
              <a:t>=y</a:t>
            </a:r>
            <a:r>
              <a:rPr/>
              <a:t>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BIN 使用 Zephyr 默认开启值；ELF 始终是本次核心链接产物。</a:t>
            </a:r>
          </a:p>
        </p:txBody>
      </p:sp>
      <p:sp>
        <p:nvSpPr>
          <p:cNvPr id="4" name="Command">
            <a:extLst xmlns:a="http://schemas.openxmlformats.org/drawingml/2006/main">
              <a:ext uri="{FF2B5EF4-FFF2-40B4-BE49-F238E27FC236}">
                <a16:creationId xmlns:a16="http://schemas.microsoft.com/office/drawing/2014/main" id="{255192A2-0F95-471D-A3A2-6B38F0FD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109728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646173"/>
                </a:solidFill>
              </a:rPr>
              <a:t># Windows UCRT64；源码根；12.7 的 HC32 构建已成功。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-E</a:t>
            </a:r>
            <a:r>
              <a:rPr>
                <a:solidFill>
                  <a:srgbClr val="29263B"/>
                </a:solidFill>
              </a:rPr>
              <a:t> '^</a:t>
            </a:r>
            <a:r>
              <a:rPr>
                <a:solidFill>
                  <a:srgbClr val="B84E00"/>
                </a:solidFill>
              </a:rPr>
              <a:t>CONFIG_BUILD_OUTPUT_</a:t>
            </a:r>
            <a:r>
              <a:rPr>
                <a:solidFill>
                  <a:srgbClr val="29263B"/>
                </a:solidFill>
              </a:rPr>
              <a:t>(HEX|BIN)='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</a:t>
            </a:r>
            <a:r>
              <a:rPr>
                <a:solidFill>
                  <a:srgbClr val="0070C0"/>
                </a:solidFill>
              </a:rPr>
              <a:t>build/learning-tools/p003/build-hc32-sdk-auto/zephyr/.config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find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build/learning-tools/p003/build-hc32-sdk-auto/zephyr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-maxdepth</a:t>
            </a:r>
            <a:r>
              <a:rPr>
                <a:solidFill>
                  <a:srgbClr val="29263B"/>
                </a:solidFill>
              </a:rPr>
              <a:t> 1 \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725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29263B"/>
                </a:solidFill>
              </a:rPr>
              <a:t>  \( </a:t>
            </a:r>
            <a:r>
              <a:rPr>
                <a:solidFill>
                  <a:srgbClr val="B84E00"/>
                </a:solidFill>
              </a:rPr>
              <a:t>-name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B84E00"/>
                </a:solidFill>
              </a:rPr>
              <a:t>-o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-name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0070C0"/>
                </a:solidFill>
              </a:rPr>
              <a:t>zephyr.hex</a:t>
            </a:r>
            <a:r>
              <a:rPr>
                <a:solidFill>
                  <a:srgbClr val="29263B"/>
                </a:solidFill>
              </a:rPr>
              <a:t>' </a:t>
            </a:r>
            <a:r>
              <a:rPr>
                <a:solidFill>
                  <a:srgbClr val="B84E00"/>
                </a:solidFill>
              </a:rPr>
              <a:t>-o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-name</a:t>
            </a:r>
            <a:r>
              <a:rPr>
                <a:solidFill>
                  <a:srgbClr val="29263B"/>
                </a:solidFill>
              </a:rPr>
              <a:t> '</a:t>
            </a:r>
            <a:r>
              <a:rPr>
                <a:solidFill>
                  <a:srgbClr val="0070C0"/>
                </a:solidFill>
              </a:rPr>
              <a:t>zephyr.bin</a:t>
            </a:r>
            <a:r>
              <a:rPr>
                <a:solidFill>
                  <a:srgbClr val="29263B"/>
                </a:solidFill>
              </a:rPr>
              <a:t>' \) </a:t>
            </a:r>
            <a:r>
              <a:rPr>
                <a:solidFill>
                  <a:srgbClr val="B84E00"/>
                </a:solidFill>
              </a:rPr>
              <a:t>-print</a:t>
            </a:r>
          </a:p>
        </p:txBody>
      </p:sp>
      <p:sp>
        <p:nvSpPr>
          <p:cNvPr id="5" name="Runner">
            <a:extLst xmlns:a="http://schemas.openxmlformats.org/drawingml/2006/main">
              <a:ext uri="{FF2B5EF4-FFF2-40B4-BE49-F238E27FC236}">
                <a16:creationId xmlns:a16="http://schemas.microsoft.com/office/drawing/2014/main" id="{5D13D28F-FA92-43F9-A6BF-5A4C4DB3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本章尚未接入 runner。正式接入 pyOCD 后：烧录优先 HEX → BIN → ELF；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/>
              <a:t>三者齐全时选 HEX，源码调试读 ELF。产物存在不等于已下载或运行。</a:t>
            </a:r>
          </a:p>
        </p:txBody>
      </p:sp>
      <p:sp>
        <p:nvSpPr>
          <p:cNvPr id="6" name="Source">
            <a:extLst xmlns:a="http://schemas.openxmlformats.org/drawingml/2006/main">
              <a:ext uri="{FF2B5EF4-FFF2-40B4-BE49-F238E27FC236}">
                <a16:creationId xmlns:a16="http://schemas.microsoft.com/office/drawing/2014/main" id="{70E4A332-122E-45D7-97FA-E288000C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xmlns:r="http://schemas.openxmlformats.org/officeDocument/2006/relationships" r:id="R70fd65e9c4634740"/>
              </a:rPr>
              <a:t>依据：板级 defconfig；</a:t>
            </a:r>
            <a:r>
              <a:rPr u="sng">
                <a:solidFill>
                  <a:srgbClr val="0070C0"/>
                </a:solidFill>
                <a:hlinkClick xmlns:r="http://schemas.openxmlformats.org/officeDocument/2006/relationships" r:id="R70fd65e9c4634740"/>
              </a:rPr>
              <a:t>Kconfig.zephyr</a:t>
            </a:r>
            <a:r>
              <a:rPr u="sng">
                <a:solidFill>
                  <a:srgbClr val="397589"/>
                </a:solidFill>
                <a:hlinkClick xmlns:r="http://schemas.openxmlformats.org/officeDocument/2006/relationships" r:id="R70fd65e9c4634740"/>
              </a:rPr>
              <a:t>；</a:t>
            </a:r>
            <a:r>
              <a:rPr u="sng">
                <a:solidFill>
                  <a:srgbClr val="0070C0"/>
                </a:solidFill>
                <a:hlinkClick xmlns:r="http://schemas.openxmlformats.org/officeDocument/2006/relationships" r:id="R70fd65e9c4634740"/>
              </a:rPr>
              <a:t>pyocd.py</a:t>
            </a:r>
            <a:r>
              <a:rPr u="sng">
                <a:solidFill>
                  <a:srgbClr val="397589"/>
                </a:solidFill>
                <a:hlinkClick xmlns:r="http://schemas.openxmlformats.org/officeDocument/2006/relationships" r:id="R70fd65e9c4634740"/>
              </a:rPr>
              <a:t> 的 flash()</a:t>
            </a:r>
          </a:p>
        </p:txBody>
      </p:sp>
      <p:sp>
        <p:nvSpPr>
          <p:cNvPr id="7" name="Links">
            <a:extLst xmlns:a="http://schemas.openxmlformats.org/drawingml/2006/main">
              <a:ext uri="{FF2B5EF4-FFF2-40B4-BE49-F238E27FC236}">
                <a16:creationId xmlns:a16="http://schemas.microsoft.com/office/drawing/2014/main" id="{3C1DCD1B-729E-4F65-8D4F-803BFDF9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972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rIns="0" t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solidFill>
                  <a:srgbClr val="397589"/>
                </a:solidFill>
                <a:hlinkClick xmlns:r="http://schemas.openxmlformats.org/officeDocument/2006/relationships" r:id="R5283398eb4484a46"/>
              </a:rPr>
              <a:t>完整检查命令与正文</a:t>
            </a:r>
          </a:p>
        </p:txBody>
      </p:sp>
      <p:sp>
        <p:nvSpPr>
          <p:cNvPr id="90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20000"/>
              </a:lnSpc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44EC228-D217-4153-8DC6-BCC23182B535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46</a:t>
            </a:fld>
          </a:p>
        </p:txBody>
      </p:sp>
    </p:spTree>
    <p:extLst>
      <p:ext uri="{BB962C8B-B14F-4D97-AF65-F5344CB8AC3E}">
        <p14:creationId xmlns:p14="http://schemas.microsoft.com/office/powerpoint/2010/main" val="835242090"/>
      </p:ext>
    </p:extLst>
  </p:cSld>
</p:sld>
</file>

<file path=ppt/slides/guide3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先按自己的板、芯片和应用选择分支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12.1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已有匹配板、SoC 和所需驱动：复用现有 </a:t>
            </a:r>
            <a:r>
              <a:rPr>
                <a:solidFill>
                  <a:srgbClr val="B84E00"/>
                </a:solidFill>
                <a:ea typeface="Microsoft YaHei"/>
              </a:rPr>
              <a:t>BOARD</a:t>
            </a:r>
            <a:r>
              <a:t>，配置自己的应用。先核对完整芯片型号、晶振、控制台和要使用的外设。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自己做 PCB，但芯片与驱动已有支持：新增板，描述连接和默认功能，复用 SoC。板名变化不要求复制架构和芯片实现。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951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芯片支持或目标外设驱动缺失：补相应 SoC/驱动，再描述板。只有所选实现需要厂商 HAL/DDL 时才取对应库；HC32 材料属于本章第三条具体分支。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12.1</a:t>
            </a:r>
          </a:p>
        </p:txBody>
      </p:sp>
      <p:sp>
        <p:nvSpPr>
          <p:cNvPr id="8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E79BF0B-DA7B-474B-888D-A0F4F0DE48D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</a:p>
        </p:txBody>
      </p:sp>
    </p:spTree>
  </p:cSld>
</p:sld>
</file>

<file path=ppt/slides/guide3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 HC32 这条路线要再引入 HAL</a:t>
            </a:r>
          </a:p>
        </p:txBody>
      </p:sp>
      <p:sp>
        <p:nvSpPr>
          <p:cNvPr id="3" name="Stag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650" b="0">
                <a:solidFill>
                  <a:srgbClr val="7350BC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7350BC"/>
                </a:solidFill>
                <a:ea typeface="Microsoft YaHei"/>
              </a:rPr>
              <a:t>12.7 · 从当前任务理解工程组织</a:t>
            </a:r>
          </a:p>
        </p:txBody>
      </p:sp>
      <p:sp>
        <p:nvSpPr>
          <p:cNvPr id="4" name="Body 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MPS2 的启动、中断、时钟与外设支持已有 Zephyr 实现，也另有厂商 BSP 可选；本套 HC32 适配使用厂商设备头、system 和 DDL，因此需接入 hal_xhsc。</a:t>
            </a:r>
          </a:p>
        </p:txBody>
      </p:sp>
      <p:sp>
        <p:nvSpPr>
          <p:cNvPr id="5" name="Body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5580"/>
            <a:ext cx="10972800" cy="1169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先读 HC32 SoC CMake 和 UART 驱动确认引用，再核对已有 HAL 的 </a:t>
            </a:r>
            <a:r>
              <a:rPr>
                <a:solidFill>
                  <a:srgbClr val="0070C0"/>
                </a:solidFill>
                <a:ea typeface="Microsoft YaHei"/>
              </a:rPr>
              <a:t>module.yml</a:t>
            </a:r>
            <a:r>
              <a:t> 与 hc32f4a0 文件。示例新目录为 </a:t>
            </a:r>
            <a:r>
              <a:rPr>
                <a:solidFill>
                  <a:srgbClr val="0070C0"/>
                </a:solidFill>
                <a:ea typeface="Microsoft YaHei"/>
              </a:rPr>
              <a:t>G:/zephyr_practice/hal_xhsc</a:t>
            </a:r>
            <a:r>
              <a:t>；已有 hal_xhsc-zephyr 则复用真实根。</a:t>
            </a:r>
          </a:p>
        </p:txBody>
      </p:sp>
      <p:sp>
        <p:nvSpPr>
          <p:cNvPr id="6" name="Body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t>用 </a:t>
            </a:r>
            <a:r>
              <a:rPr>
                <a:solidFill>
                  <a:srgbClr val="B84E00"/>
                </a:solidFill>
                <a:ea typeface="Microsoft YaHei"/>
              </a:rPr>
              <a:t>EXTRA_ZEPHYR_MODULES</a:t>
            </a:r>
            <a:r>
              <a:t> 追加 HAL 与适配，</a:t>
            </a:r>
            <a:r>
              <a:rPr>
                <a:solidFill>
                  <a:srgbClr val="A02B93"/>
                </a:solidFill>
                <a:ea typeface="Microsoft YaHei"/>
              </a:rPr>
              <a:t>west</a:t>
            </a:r>
            <a:r>
              <a:t> 继续发现 CMSIS_6。再核对 DDL 是否进入编译；仅有 HAL 目录还不具备 Zephyr 板与驱动。</a:t>
            </a:r>
          </a:p>
        </p:txBody>
      </p:sp>
      <p:sp>
        <p:nvSpPr>
          <p:cNvPr id="7" name="Reading lin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spcAft>
                <a:spcPts val="0"/>
              </a:spcAft>
              <a:defRPr sz="1275" b="0">
                <a:solidFill>
                  <a:srgbClr val="347D95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347D95"/>
                </a:solidFill>
                <a:ea typeface="Microsoft YaHei"/>
                <a:hlinkClick xmlns:ns0="http://schemas.openxmlformats.org/officeDocument/2006/relationships" ns0:id="rIdReading"/>
              </a:rPr>
              <a:t>完整解释与操作：配套 Markdown 12.7</a:t>
            </a:r>
          </a:p>
        </p:txBody>
      </p:sp>
      <p:sp>
        <p:nvSpPr>
          <p:cNvPr id="8" name="PageNumb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6AAF6547-4A9E-46B4-AA51-918B5FB84064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32</a:t>
            </a:fld>
          </a:p>
        </p:txBody>
      </p:sp>
    </p:spTree>
  </p:cSld>
</p:sld>
</file>

<file path=ppt/slides/sdkscope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643BF366-7AFE-4043-86B8-AC2CD96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本次终端的 Python 与 SDK 输入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25897F0-56BD-4AB7-A3C5-46AD401F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6.2.1 · 环境输入；后续 -D 写入指定构建缓存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C9DAF5B6-6181-4037-8A28-A28D105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3261FBD-6416-4041-B29A-888444A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根 .venv 负责 Python，两个 SDK export 属于当前 Bash。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长期保存到应用文件的替代路线见 12.9.5；不必修改 .venv。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715B7F8-3E5A-4FD6-8ACE-AA375CB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完整命令：P008_Windows/8.2.1-01.txt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C41FF04-2407-4D97-B2D6-22343B47CBF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82825497"/>
      </p:ext>
    </p:extLst>
  </p:cSld>
</p:sld>
</file>

<file path=ppt/slides/sdkscope_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8C48A806-EC56-4704-B519-2C26728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def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3150" b="1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可选：用用户预设固定工程组合</ns0:t>
            </ns0:r>
          </ns0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D75ABC4-ACB1-4B7F-BD3F-F94F0C0A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12.9.5 · 已完成 AN386 的首次实验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771E9-11F6-4707-8AF9-0624F1B87928}"/>
              </a:ext>
            </a:extLst>
          </p:cNvPr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715000"/>
                <a:gridCol w="52578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字段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含义与来源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samples/hello_world/CMakeLists.txt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官方已有应用入口，保持原样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同目录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CMakeUserPresets.json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读者新建的本机文件，不提交个人路径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cacheVariables / SDK 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配置时作为 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-D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输入，值按实际安装修改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binaryDir / build-mps2-preset-west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独立输出目录，由配置生成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mps2-west-local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自定预设名；</a:t>
                      </a:r>
                      <a:r>
                        <a:rPr sz="1800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仍是 mps2/an386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74A40A9-32D3-494E-971A-CB524EFCE13B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52</a:t>
            </a:fld>
          </a:p>
        </p:txBody>
      </p:sp>
    </p:spTree>
    <p:extLst>
      <p:ext uri="{BB962C8B-B14F-4D97-AF65-F5344CB8AC3E}">
        <p14:creationId xmlns:p14="http://schemas.microsoft.com/office/powerpoint/2010/main" val="563307904"/>
      </p:ext>
    </p:extLst>
  </p:cSld>
</p:sld>
</file>

<file path=ppt/slides/sdkscope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DBECB7E-B22E-495A-BA54-1E667A38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创建完整预设后，先核对 SDK 值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6949CB0-F1B3-4652-828B-A0132AC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12.9.5 · 完整 JSON 与创建命令见下方文件</a:t>
            </a:r>
          </a:p>
        </p:txBody>
      </p:sp>
      <p:sp>
        <p:nvSpPr>
          <p:cNvPr id="3" name="explanation">
            <a:extLst xmlns:a="http://schemas.openxmlformats.org/drawingml/2006/main">
              <a:ext uri="{FF2B5EF4-FFF2-40B4-BE49-F238E27FC236}">
                <a16:creationId xmlns:a16="http://schemas.microsoft.com/office/drawing/2014/main" id="{BFECB467-3E3D-4512-8071-BE27A8ED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395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在源码根执行完整文件中的创建命令，已有预设时先合并。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根按本机修改；sourceDir 是 CMake 原生的应用目录宏。</a:t>
            </a:r>
          </a:p>
          <a:p xmlns:a="http://schemas.openxmlformats.org/drawingml/2006/main">
            <a:pPr>
              <a:def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清理 build 后可以重新从此文件配置；换 SDK 时另用新输出目录。</a:t>
            </a:r>
          </a:p>
        </p:txBody>
      </p:sp>
      <p:sp>
        <p:nvSpPr>
          <p:cNvPr id="4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74F6B322-2157-4437-AD32-0EA0B0CD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完整命令：P008_Windows/8.9.5-01.txt</a:t>
            </a:r>
          </a:p>
        </p:txBody>
      </p:sp>
      <p:sp>
        <p:nvSpPr>
          <p:cNvPr id="9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FC79908-A4E2-48F5-BF56-2DC6437D0E1A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47</a:t>
            </a:fld>
          </a:p>
        </p:txBody>
      </p:sp>
    </p:spTree>
    <p:extLst>
      <p:ext uri="{BB962C8B-B14F-4D97-AF65-F5344CB8AC3E}">
        <p14:creationId xmlns:p14="http://schemas.microsoft.com/office/powerpoint/2010/main" val="421653368"/>
      </p:ext>
    </p:extLst>
  </p:cSld>
</p:sld>
</file>

<file path=ppt/slides/sdkscope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">
            <a:extLst xmlns:a="http://schemas.openxmlformats.org/drawingml/2006/main">
              <a:ext uri="{FF2B5EF4-FFF2-40B4-BE49-F238E27FC236}">
                <a16:creationId xmlns:a16="http://schemas.microsoft.com/office/drawing/2014/main" id="{794AF7B0-A3A4-42C8-8955-C2322B9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新终端选择预设，再配置和构建</a:t>
            </a:r>
          </a:p>
        </p:txBody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F573193-939E-4B85-9225-3D40B9B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6.9.5 · 不需要再次 export SDK</a:t>
            </a:r>
          </a:p>
        </p:txBody>
      </p:sp>
      <p:sp>
        <p:nvSpPr>
          <p:cNvPr id="3" name="Copyable command">
            <a:extLst xmlns:a="http://schemas.openxmlformats.org/drawingml/2006/main">
              <a:ext uri="{FF2B5EF4-FFF2-40B4-BE49-F238E27FC236}">
                <a16:creationId xmlns:a16="http://schemas.microsoft.com/office/drawing/2014/main" id="{134B66F5-E85B-42E9-8820-2975119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109728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Windows UCRT64；重新开终端也使用同一组命令。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cd samples/hello_world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--list-presets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--preset mps2-local</a:t>
            </a:r>
          </a:p>
          <a:p xmlns:a="http://schemas.openxmlformats.org/drawingml/2006/main">
            <a:pPr>
              <a:defRPr sz="18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cmake --build --preset mps2-local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E0823A06-0604-426F-A343-8097D38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先激活 Python；SDK 来自选定预设。</a:t>
            </a:r>
          </a:p>
          <a:p xmlns:a="http://schemas.openxmlformats.org/drawingml/2006/main">
            <a:pPr>
              <a:def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修改预设后先配置，再构建；build 不自动替你应用新预设输入。</a:t>
            </a:r>
          </a:p>
        </p:txBody>
      </p:sp>
      <p:sp>
        <p:nvSpPr>
          <p:cNvPr id="5" name="Command file link">
            <a:extLst xmlns:a="http://schemas.openxmlformats.org/drawingml/2006/main">
              <a:ext uri="{FF2B5EF4-FFF2-40B4-BE49-F238E27FC236}">
                <a16:creationId xmlns:a16="http://schemas.microsoft.com/office/drawing/2014/main" id="{BCCB23C7-D76A-4E5C-B748-0CA364D3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83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CommandText"/>
              </a:rPr>
              <a:t>完整命令：P008_Windows/8.9.5-02.txt</a:t>
            </a:r>
          </a:p>
        </p:txBody>
      </p:sp>
      <p:sp>
        <p:nvSpPr>
          <p:cNvPr id="10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6D7D36-ADD6-4FFB-9D47-EE0D6E15E4E2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1049108747"/>
      </p:ext>
    </p:extLst>
  </p:cSld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P012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编译示例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与新增开发板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A524FE0-31DA-4745-B01B-BB21E621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先按目标支持状态选择工作量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2D90635-EDCE-4029-BFAF-13C092A9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本期路线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C921CCF-8CD4-43CC-96F7-AEC052F9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A：板、SoC、驱动已有支持，复用 </a:t>
            </a:r>
            <a:r>
              <a:rPr sz="22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构建应用。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B：自制 PCB、已有 SoC，新增板描述并复用芯片支持。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C：缺 SoC 或所需驱动，补对应层；库按实现需要引入。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1F316-175F-4364-8E4A-40587E7207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f32942d3f461a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A9C031E-A71D-4DD2-9528-17067FC84CB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</a:p>
        </p:txBody>
      </p:sp>
      <p:sp>
        <p:nvSpPr>
          <p:cNvPr id="9" name="Semantic color legend">
            <a:extLst xmlns:a="http://schemas.openxmlformats.org/drawingml/2006/main"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071409526"/>
      </p:ext>
    </p:extLst>
  </p:cSld>
</p:sld>
</file>

<file path=ppt/slides/slide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5649092C-EA4B-4508-81A7-3573336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示例板：Arm V2M MPS2 与 AN386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BAB7A48F-3040-451E-B5BA-66AC415E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12.1 · 先认识目标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31B5FBB4-CC2F-455F-BF6F-F1E32F76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MPS2：Arm 的 FPGA 原型开发板平台。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AN386：Cortex-M4 系统的 FPGA 镜像 / 系统配置。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目标：mps2/an386，当前源码已经提供支持。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本阶段不要求购买 MPS2，先完成配置与编译。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8E42ABA-A8B8-49AD-964F-1719725295F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958375667"/>
      </p:ext>
    </p:extLst>
  </p:cSld>
</p:sld>
</file>

<file path=ppt/slides/slide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DEBC0B1-B146-4823-B0DC-DBD18DFB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AN386 目标描述了什么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78E932D-6CF9-49CA-81A3-EB078DF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12.1 · 源码根 boards/arm/mps2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F0DCA-9B67-40E1-8FB3-BE4094FF51E0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本次源码描述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查证文件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/ 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Cortex-M4F / 25 MHz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内存映射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 SRAM；4 MiB flash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chosen 与 UART 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其他节点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LED、按钮、定时器等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E82A9E8-8986-45B3-94C9-E3D7C3A1F78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1018964852"/>
      </p:ext>
    </p:extLst>
  </p:cSld>
</p:sld>
</file>

<file path=ppt/slides/slide5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805B903-72CA-441D-A8BF-AEA571C4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从目标名找到官方实现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24E16B9-41A7-4669-BDA9-5B91D1A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12.1 · BOARD 不是目录路径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06EE7-F6F6-479B-BAFD-19E3134A236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源码入口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读出什么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name=mps2，socs 包含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boards/arm/mps2/Kconfig.mps2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板级限定名选择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SOC_AN386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soc/arm/mps2/Kconfig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 Cortex-M4 与芯片能力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*_defconfig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硬件资源与默认软件功能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C2FDC88-1163-4B2A-88F9-F40104E9D79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15692507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EBAF93E-17FF-4E66-8EA6-3B8DC34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本次编译的应用：hello_world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1AC28A-D513-4738-90BF-6241313F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12.1 · 应用与硬件的分工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57C2EB5-07E6-4F9A-BD50-6741ACCC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samples/hello_world/src/main.c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samples/hello_world/CMakeLists.txt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cat boards/arm/mps2/mps2_an386_defconfig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10BED4C-ECF2-436D-9ABE-D856F541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应用负责打印；板与 SoC 决定控制台、内存和 CPU。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得到 ELF 表示构建通过，此时尚未运行或烧录。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843DD07D-E007-439E-91EC-EBFE54B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F4C3FF-8C45-4505-AF89-1E240FC569A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2839006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B36EF51-2CAD-48D3-A1DC-47624791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 P002—P005 接过来的输入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62F83CEF-5373-4405-A850-3A99C712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 · UCRT64 始终位于源码根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A54403-C94E-48FB-A00D-E17533A9B27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作用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源码与 venv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源码根；.venv/Scripts/activate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P002—P005 核验过的真实安装根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本期统一进入 build/learning-tools/p003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B49EE50-D412-4009-AF36-F751389684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20140957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5FDD2E4-B96F-406B-880F-27134267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恢复环境，指定原生接口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232FE2FA-A711-4C6C-8B60-03F4E556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12.2.1 · UCRT64；源码根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C14B763-B615-480F-8FA2-42C7376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UCRT64；源码根；重开终端时重新执行本块。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cd /g/zephyr_practice/zephyr-main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source .venv/Scripts/activate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export ZEPHYR_BASE="$(cygpath -m "$PWD")"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unset EXTRA_ZEPHYR_MODULES ZEPHYR_EXTRA_MODULES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-m pip check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45B003D-8D9B-4F63-87DD-DF74079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30221B5-ED77-4028-B20D-A0343FFE3F3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</a:p>
        </p:txBody>
      </p:sp>
    </p:spTree>
    <p:extLst>
      <p:ext uri="{BB962C8B-B14F-4D97-AF65-F5344CB8AC3E}">
        <p14:creationId xmlns:p14="http://schemas.microsoft.com/office/powerpoint/2010/main" val="892436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971D27FD-DB6B-4C48-BBBB-1479195A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配置官方已有板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8F163F0-C0B4-4592-8B74-772B7731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 · UCRT64；源码根；路径变量来自上一页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60B76995-BC27-45D9-8BA8-693636A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build/learning-tools/p003/build-mps2 -G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A3AF4206-CAEF-4A34-A8DC-8FE8656C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F3E00D2B-5849-4A4A-B738-0A434F071ABD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04383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B08319D-0FDA-4C54-8729-95027F3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先生成规则，再编译链接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4D9FD11-48F0-41AF-B32E-0558B8D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12.2.2 · 第一次完成已有板编译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1B1EA31-BA2A-4B78-879B-356D3E3E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UCRT64；源码根；上一页配置已成功。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build/learning-tools/p003/build-mps2/zephyr/zephyr.elf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0365CF4-4224-445E-8D8C-78B75718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配置输出：mps2 / an386，预期源码和 SDK。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构建输出：zephyr.elf；命令应成功退出。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7E695EA-B95F-48CF-9BEA-6178ADF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CB91FEEF-7A1B-4F2E-A343-3BD7F0C0C7B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</a:p>
        </p:txBody>
      </p:sp>
    </p:spTree>
    <p:extLst>
      <p:ext uri="{BB962C8B-B14F-4D97-AF65-F5344CB8AC3E}">
        <p14:creationId xmlns:p14="http://schemas.microsoft.com/office/powerpoint/2010/main" val="20873136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A9CD44C-7F0C-4C4F-B934-78D6377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反查实际板、工具与模块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0396C6A-3C6B-4AF5-80C3-7638815A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12.3 · 得到可比较的成功基线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23F4-D53E-45EE-AFE6-57B2F62752C5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应检查什么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BOARD=mps2，SOC=an386，Cortex-M4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CMakeCache.txt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当前源码、SDK 和 Python 路径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GCC、Cortex-M4 参数、CMSIS 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内存和控制台仍是 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8E2DB0BD-79D3-4477-AA96-B5C70819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E8E2911-2EB9-4900-8C0D-C0B3DA32C81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</a:p>
        </p:txBody>
      </p:sp>
    </p:spTree>
    <p:extLst>
      <p:ext uri="{BB962C8B-B14F-4D97-AF65-F5344CB8AC3E}">
        <p14:creationId xmlns:p14="http://schemas.microsoft.com/office/powerpoint/2010/main" val="1824142352"/>
      </p:ext>
    </p:extLst>
  </p:cSld>
</p:sld>
</file>

<file path=ppt/slides/slide1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DE07C98-6685-496F-9980-3E8923D6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练习板：这一遍只改变板登记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A0866E6-F97B-43D0-8C33-E1BB2760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 · 先新增板，再新增芯片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FD9499F9-07C9-4FF1-A68A-B30155CC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新的 </a:t>
            </a:r>
            <a:r>
              <a:rPr sz="22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：practice_mps2/an386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应用、AN386 SoC、CMSIS、SDK 保持相同。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目录：</a:t>
            </a: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build/learning-tools/p003/new-board/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其下 </a:t>
            </a: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boards/others/practice_mps2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保存新增板文件。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1DABAD5-62A2-40F5-A8FF-EDCE5755DCC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73303337"/>
      </p:ext>
    </p:extLst>
  </p:cSld>
</p:sld>
</file>

<file path=ppt/slides/slide1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0010294D-17E6-44D2-B970-FF00B0F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对照原板，逐个确定新增文件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2B25CC0-603C-4D92-A938-54340D17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 · 板文件的一对一对应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32EAE-ECF5-4010-A60C-EF6D3C3E0F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新板名，只列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 </a:t>
                      </a:r>
                      <a:r>
                        <a:rPr sz="172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，仍选 AN386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更名；硬件描述复用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base / pinctrl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同名文件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保留原硬件和版权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新板同限定名 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 + pinctrl 所需 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99905DB-C4C3-4E4E-BC54-C947EBA1520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</a:p>
        </p:txBody>
      </p:sp>
    </p:spTree>
    <p:extLst>
      <p:ext uri="{BB962C8B-B14F-4D97-AF65-F5344CB8AC3E}">
        <p14:creationId xmlns:p14="http://schemas.microsoft.com/office/powerpoint/2010/main" val="1070059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F901475-565C-4966-9719-46900C0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board.yml：板名连接到 SoC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CEB4C93-28AF-45AF-BB85-E0666D45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目录创建及完整命令见正文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33FC190-C8C7-4426-8DD7-6B4B3B6E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新板目录中的 board.yml（文件保留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board: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name: 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full_name: AN386 board registration exercise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vendor: others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socs: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- name: 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B733D22C-B503-462A-8E0D-30C99A62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 = practice_mps2/an386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DCEA3F6-909A-40E1-8FB2-78D76FA5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FA6A626-E0E5-46B8-8F90-06D4F552D09C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</a:p>
        </p:txBody>
      </p:sp>
    </p:spTree>
    <p:extLst>
      <p:ext uri="{BB962C8B-B14F-4D97-AF65-F5344CB8AC3E}">
        <p14:creationId xmlns:p14="http://schemas.microsoft.com/office/powerpoint/2010/main" val="6131259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1E3D36E5-92FA-4953-A9C9-C22B29DA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Kconfig：把板选择接到芯片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F6971E8-6559-4A8B-9964-05D9911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对照官方 Kconfig.mps2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075C85D-0C95-445C-A1DA-391FD136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Kconfig.practice_mps2（文件保留 SPDX）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config BOARD_PRACTICE_MPS2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  select SOC_AN386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1D0BB67F-99DD-4C57-A7B5-27A5F7B4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原板在多个 SoC 间按限定名选择。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练习板只有 AN386，所以直接选择已有 SOC_AN386。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这一步是板登记，还没有新增芯片实现。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CE05C20-6EBF-4181-860B-AF29A45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7B7236E-7CFD-4963-9CB4-3FBD543F9858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14403826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B1B863AF-F436-4EB1-9CF0-E059683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先验证新板能够被发现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331D7D2-3CBB-4ED4-8B39-F6AB350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12.4.1 · 第一处可观察结果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2A99D5-4566-49F1-B8B9-0ACFBCC7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build/learning-tools/p003/new-board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. --board practice_mps2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03620DE5-8A48-48E8-B16F-18855099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预期：practice_mps2；新板目录；an386。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发现通过后继续补硬件描述，此时还不构建。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CFA9435-149D-4D55-9468-DFDF30CC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3CA4744-059F-4D0F-A7D2-9C8811E6193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6796356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8831C83-FC9D-46EB-A15A-F54E713F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DTS 与默认配置各自解决什么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A90406C1-0107-4040-AAC5-71D4E5A6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12.4.2 · 按正文复制同一修订文件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89F894-6B49-4D3D-B78C-8051805B52BF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目标描述、include 公共 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mps2_base.dtsi / mps2-pinctrl.dtsi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内存、UART、引脚等已有硬件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practice_mps2_an386_defconfig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GPIO、SERIAL、CONSOLE、UART_CONSOLE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ECCBC1F5-8EE8-4C16-9291-6E4CCE41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0E69E65-ED65-4DDA-A036-EBF10587B0F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3939814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D493BF5F-3003-4AC2-BE58-C7DAD528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编译练习板：只增加必要输入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C485749-E726-493C-B8FA-E3C2275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12.4.3 · UCRT64；源码根；原生路径变量见 12.2.1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0A405D55-CDB0-4129-B4D3-B2F46589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-S samples/hello_world -B build/learning-tools/p003/build-practice -G Ninja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-DBOARD=practice_mps2/an386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"-DBOARD_ROOT=$(cygpath -m "$PWD/build/learning-tools/p003/new-board")"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"-DZephyr_DIR=$ZEPHYR_BASE/share/zephyr-package/cmake"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"-DZEPHYR_BASE=$ZEPHYR_BASE"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"-DZEPHYR_MODULES=$(cygpath -m "$PWD/build/learning-tools/deps/cmsis_6")"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-DEXTRA_ZEPHYR_MODULES= -DZEPHYR_EXTRA_MODULES=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"-DPython3_EXECUTABLE=$(cygpath -m "$(command -v python)")" \</a:t>
            </a:r>
          </a:p>
          <a:p xmlns:a="http://schemas.openxmlformats.org/drawingml/2006/main">
            <a:pPr>
              <a:defRPr sz="172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-DCMAKE_EXPORT_COMPILE_COMMANDS=ON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748C54B6-9CD4-400E-9406-68C402E8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89CB8A41-6C84-4E7C-8B5D-30AAF0826ADA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</a:p>
        </p:txBody>
      </p:sp>
    </p:spTree>
    <p:extLst>
      <p:ext uri="{BB962C8B-B14F-4D97-AF65-F5344CB8AC3E}">
        <p14:creationId xmlns:p14="http://schemas.microsoft.com/office/powerpoint/2010/main" val="180382809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5D32590-A981-4F10-B211-48011B0B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BOARD 变了，SoC 没变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C48493F6-4E42-4972-9DAB-658D850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12.4.3 · 完成新增板、复用芯片的实验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A872E590-FC17-4BB4-BD1F-79E7C01E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UCRT64；源码根；配置已成功。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build/learning-tools/p003/build-practice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grep -E '^CONFIG_(BOARD|SOC|CPU_CORTEX_M4)'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build/learning-tools/p003/build-practice/zephyr/.config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6C1D44E8-1C6D-4EC0-A06D-B796E9AF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BOARD：practice_mps2；SoC：an386。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对照 zephyr.dts，硬件资源仍与官方板相同。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8852823-7D1E-4B54-9363-3C725749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FAA7390-AF45-4D5A-8C0C-ACE05252C46B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</a:p>
        </p:txBody>
      </p:sp>
    </p:spTree>
    <p:extLst>
      <p:ext uri="{BB962C8B-B14F-4D97-AF65-F5344CB8AC3E}">
        <p14:creationId xmlns:p14="http://schemas.microsoft.com/office/powerpoint/2010/main" val="1715367454"/>
      </p:ext>
    </p:extLst>
  </p:cSld>
</p:sld>
</file>

<file path=ppt/slides/slide20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FD74BAC3-781E-474B-BC81-D7089F0E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为什么不能只改板名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B86D6BB-D449-4C20-BF3A-3D570949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12.5 · 对照职责，重新取硬件数值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50A72-E7E1-4EE6-B9AC-67DFE147DD29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/ AN386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 / HC32F4A0PITB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Cortex-M4；</a:t>
                      </a:r>
                      <a:r>
                        <a:rPr sz="172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arch/arm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继续复用 Arm 架构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MiB映射、25 MHz时基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MiB Flash、512 KiB SRAM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CMSDK UART0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USART1 PA9 / PA10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GPIO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寄存器与连接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 寄存器与 PD10 蓝灯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SoC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SoC / binding / 驱动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1BEE18B2-03D8-44C4-B471-380BF0551A3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29</a:t>
            </a:fld>
          </a:p>
        </p:txBody>
      </p:sp>
    </p:spTree>
    <p:extLst>
      <p:ext uri="{BB962C8B-B14F-4D97-AF65-F5344CB8AC3E}">
        <p14:creationId xmlns:p14="http://schemas.microsoft.com/office/powerpoint/2010/main" val="1643236823"/>
      </p:ext>
    </p:extLst>
  </p:cSld>
</p:sld>
</file>

<file path=ppt/slides/slide2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C4EAAD35-92CD-4D99-9618-D632B020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板厂、芯片厂商与架构目录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462109D0-E1F3-4B8F-A253-40561E32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12.5 · Zephyr 3.7.0 起的硬件模型 v2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1164E4FD-0634-4666-B09C-49345AF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boards/uyup/uyup_rpi_a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：板厂与 PCB 连接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soc/xhsc/hc32f4a0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：芯片厂商与芯片支持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arch/arm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：各厂商共用的架构实现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board.yml</a:t>
            </a: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Kconfig 连接各层，不靠目录逐层嵌套。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F9AB77F-FC81-443E-B308-2F4E5594461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13862754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072DF1AB-9D63-4AFD-BC20-5F6535B7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从空工作模块分层加入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430363-C539-4455-87FF-9F09E1E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 · 接入顺序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D36CAF7D-8536-4026-83C0-19427FD2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参考：learning/board/labs/hc32_port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工作：build/learning-tools/p003/hc32_port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每加一层，读文件职责并检查当前结果。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最终只把工作模块加入构建，避免同名定义重复。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531A7-9705-4503-8D93-F058604E75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d5d6955dc4661"/>
          <a:stretch xmlns:a="http://schemas.openxmlformats.org/drawingml/2006/main"/>
        </p:blipFill>
        <p:spPr>
          <a:xfrm xmlns:a="http://schemas.openxmlformats.org/drawingml/2006/main">
            <a:off x="1061132" y="4124325"/>
            <a:ext cx="10069736" cy="1857375"/>
          </a:xfrm>
          <a:prstGeom xmlns:a="http://schemas.openxmlformats.org/drawingml/2006/main" prst="rect">
            <a:avLst/>
          </a:prstGeom>
        </p:spPr>
      </p:pic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DF2945-43C9-4BF7-B609-F5504DA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6369A6D-983E-487A-8A98-D9EC21447D23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22</a:t>
            </a:fld>
          </a:p>
        </p:txBody>
      </p:sp>
    </p:spTree>
    <p:extLst>
      <p:ext uri="{BB962C8B-B14F-4D97-AF65-F5344CB8AC3E}">
        <p14:creationId xmlns:p14="http://schemas.microsoft.com/office/powerpoint/2010/main" val="942163222"/>
      </p:ext>
    </p:extLst>
  </p:cSld>
</p:sld>
</file>

<file path=ppt/slides/slide2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AB316CAC-5B84-410A-B555-C9C320A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第一步：模块入口与 SoC 身份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B8F4E96-C3F4-4C4C-8480-7B376C09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12.6.1 · 驱动源文件未齐，此时不完整配置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7D7D37-7174-44C6-96D2-7B780B312DBC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应检查的内容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zephyr/module.yml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hc32_port；三个硬件搜索根为 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soc.yml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xhsc → hc32f4a0 → 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Kconfig.soc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芯片、系列、族的身份相互一致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Kconfig /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Kconfig.defconfig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Cortex-M4 能力；12 MHz 实验默认值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D3754268-44A6-4D5A-AA7A-1FCF32B19B8F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34</a:t>
            </a:fld>
          </a:p>
        </p:txBody>
      </p:sp>
    </p:spTree>
    <p:extLst>
      <p:ext uri="{BB962C8B-B14F-4D97-AF65-F5344CB8AC3E}">
        <p14:creationId xmlns:p14="http://schemas.microsoft.com/office/powerpoint/2010/main" val="677680773"/>
      </p:ext>
    </p:extLst>
  </p:cSld>
</p:sld>
</file>

<file path=ppt/slides/slide2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63318978-B101-4270-8C4D-BDF6588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第二步：芯片资源与 PCB 连接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7E570792-585C-4FF0-AE88-AD63DF04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12.6.2 · 根据 HC32 资料填写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0505A-2CDD-4457-95A7-CF17371330FB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新增层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对应的实际内容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型号 .dtsi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存储、片上外设、型号与封装约束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板级 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USART1、LED、12 MHz 实装晶振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board.yml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板级 Kconfig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uyup、板名、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SOC_HC32F4A0PITB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binding / vendor-prefixes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属性约定；uyup 与 xhsc 厂商前缀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F7DD5ED-80F3-416A-8A41-6CFDE561B28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36</a:t>
            </a:fld>
          </a:p>
        </p:txBody>
      </p:sp>
    </p:spTree>
    <p:extLst>
      <p:ext uri="{BB962C8B-B14F-4D97-AF65-F5344CB8AC3E}">
        <p14:creationId xmlns:p14="http://schemas.microsoft.com/office/powerpoint/2010/main" val="4343360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AC0E3031-C593-4485-8B26-89DF16D4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完成身份后查询 HC32 目标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5068733B-A78F-4845-AECE-AD8478EF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12.6.2 · 第二处可观察结果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887ECF73-1316-49C0-8186-1C7434C5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UCRT64；源码根；完成 12.6.1—12.6.2。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python scripts/list_boards.py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--soc-root build/learning-tools/p003/hc32_port \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  --board uyup_rpi_a --cmakeformat '{NAME};{DIR};{QUALIFIERS}' 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4C3A32AA-CCD3-4D62-B271-E4E247D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预期 uyup_rpi_a / hc32f4a0pitb。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身份可发现，启动和驱动仍待接入。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861B5F4-21FB-4B98-AA7C-24F74A63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B96B568B-9601-479B-A032-12EC0775CBF9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25</a:t>
            </a:fld>
          </a:p>
        </p:txBody>
      </p:sp>
    </p:spTree>
    <p:extLst>
      <p:ext uri="{BB962C8B-B14F-4D97-AF65-F5344CB8AC3E}">
        <p14:creationId xmlns:p14="http://schemas.microsoft.com/office/powerpoint/2010/main" val="116140910"/>
      </p:ext>
    </p:extLst>
  </p:cSld>
</p:sld>
</file>

<file path=ppt/slides/slide26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23835D-CFA5-457C-B076-2C6AE708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设备头、Core 与初始化各自怎样接入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7E88789C-5FCB-41FE-9EEA-9FE49D68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12.6.3 · 文件来源与构建连接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52A737-9E17-4F79-A222-8F1F58BE429C}"/>
              </a:ext>
            </a:extLst>
          </p:cNvPr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62375"/>
                <a:gridCol w="7210425"/>
              </a:tblGrid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参与文件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本系列的实际接法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soc.h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SoC CMake（教程适配）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加入厂商 soc 头文件路径，选择 system 与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hc32f4a0.h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（下载的厂商设备头）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提供寄存器与IRQ定义，引用通用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core_cm4.h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</a:t>
                      </a:r>
                      <a:r>
                        <a:rPr sz="1800" b="0">
                          <a:solidFill>
                            <a:srgbClr val="A02B9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west</a:t>
                      </a: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配套 CMSIS）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CMSIS 模块规则加入 </a:t>
                      </a:r>
                      <a:r>
                        <a:rPr sz="1800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Core/Include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system、12 MHz 时钟与 reset_hook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按本板启动顺序适配，保留 Zephyr 向量和复位框架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6D7E6D4-97EF-489C-959A-1C6491F659D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39</a:t>
            </a:fld>
          </a:p>
        </p:txBody>
      </p:sp>
    </p:spTree>
    <p:extLst>
      <p:ext uri="{BB962C8B-B14F-4D97-AF65-F5344CB8AC3E}">
        <p14:creationId xmlns:p14="http://schemas.microsoft.com/office/powerpoint/2010/main" val="1877250272"/>
      </p:ext>
    </p:extLst>
  </p:cSld>
</p:sld>
</file>

<file path=ppt/slides/slide2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14B057-327D-4A32-A407-333EBFCD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外设驱动必须接到 Zephyr API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906AA2AC-3FEF-4A8A-8F72-47828F6E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12.6.4 · 有 DDL 与仅有设备头的区别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1DC9EB8D-DB0A-4BCE-8F46-042C12B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HC32 已有 DDL：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uart_hc32.c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将 USART 操作接成 Zephyr UART。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Kconfig 决定启用，CMake 选择源文件，DTS/binding 提供硬件配置。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若其他芯片只有 CMSIS 设备头，没有 HAL/DDL：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仍要依据手册实现时钟、引脚和寄存器操作，再接同一 Zephyr API。</a:t>
            </a:r>
          </a:p>
          <a:p xmlns:a="http://schemas.openxmlformats.org/drawingml/2006/main"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不能只新增 </a:t>
            </a:r>
            <a:r>
              <a:rPr sz="210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就宣称串口或 GPIO 已可用。</a:t>
            </a:r>
          </a:p>
        </p:txBody>
      </p:sp>
      <p:sp>
        <p:nvSpPr>
          <p:cNvPr id="5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7A92116-0E81-49CC-9D67-B0CF51C2D1E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41</a:t>
            </a:fld>
          </a:p>
        </p:txBody>
      </p:sp>
    </p:spTree>
    <p:extLst>
      <p:ext uri="{BB962C8B-B14F-4D97-AF65-F5344CB8AC3E}">
        <p14:creationId xmlns:p14="http://schemas.microsoft.com/office/powerpoint/2010/main" val="18009231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742FC89-5F4E-48BE-85DF-28AF9748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第五步：检查文件，再开始配置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C394BCF-8407-4AD5-85FA-56182610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12.6.5 · 完整性检查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40D87611-6073-411D-90A7-FD71DE1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按正文 12.6.5 比较参考材料与工作模块。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首次复现应得到 missing=[]、changed=[]。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模块入口、SoC 启动、binding 和驱动都已加入。</a:t>
            </a:r>
          </a:p>
          <a:p xmlns:a="http://schemas.openxmlformats.org/drawingml/2006/main">
            <a: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只查询到板名或下载了 HAL，不足以进入验收。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5917AB83-851F-4569-9F01-0D4DFC1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7AAA9EE-5BBF-4510-85C4-AFEFDA04A64E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28</a:t>
            </a:fld>
          </a:p>
        </p:txBody>
      </p:sp>
    </p:spTree>
    <p:extLst>
      <p:ext uri="{BB962C8B-B14F-4D97-AF65-F5344CB8AC3E}">
        <p14:creationId xmlns:p14="http://schemas.microsoft.com/office/powerpoint/2010/main" val="2832906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291C3A3E-2648-487E-88D3-0240CCCF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HC32 配置相对 AN386 的增量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043ABA64-25FA-4EF6-9FFC-CB98927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 · 完整配置命令见正文；不复用缓存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B121A-DD47-4573-B5C5-ABE4327D8F1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这一次选择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uyup_rpi_a/hc32f4a0pitb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build/learning-tools/p003/build-hc32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build/learning-tools/deps/cmsis_6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HAL 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../hal_xhsc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build/learning-tools/p003/hc32_port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A72F0A23-8DB1-4530-8C63-FB744EAD8796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38</a:t>
            </a:fld>
          </a:p>
        </p:txBody>
      </p:sp>
    </p:spTree>
    <p:extLst>
      <p:ext uri="{BB962C8B-B14F-4D97-AF65-F5344CB8AC3E}">
        <p14:creationId xmlns:p14="http://schemas.microsoft.com/office/powerpoint/2010/main" val="157737812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D1552771-C1D6-490E-AF78-3A388FD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 HC32 的同一个 hello_world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16510352-4234-4FF6-A2C4-202568C9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12.7 · 所有接入文件齐全后才编译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E5687412-F17B-4893-BB8C-4D7885E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# UCRT64；源码根；先完成正文 12.7 的完整配置命令。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cmake --build build/learning-tools/p003/build-hc32</a:t>
            </a:r>
          </a:p>
          <a:p xmlns:a="http://schemas.openxmlformats.org/drawingml/2006/main">
            <a:pPr>
              <a:defRPr sz="1875" b="0">
                <a:solidFill>
                  <a:srgbClr val="006776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6776"/>
                </a:solidFill>
                <a:latin typeface="Consolas"/>
                <a:ea typeface="Consolas"/>
                <a:cs typeface="Consolas"/>
              </a:rPr>
              <a:t>ls -l build/learning-tools/p003/build-hc32/zephyr/zephyr.elf</a:t>
            </a:r>
          </a:p>
        </p:txBody>
      </p:sp>
      <p:sp>
        <p:nvSpPr>
          <p:cNvPr id="4" name="content">
            <a:extLst xmlns:a="http://schemas.openxmlformats.org/drawingml/2006/main">
              <a:ext uri="{FF2B5EF4-FFF2-40B4-BE49-F238E27FC236}">
                <a16:creationId xmlns:a16="http://schemas.microsoft.com/office/drawing/2014/main" id="{29DF550B-5E38-43B3-97BC-339192FC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模块入口自动提供 board / soc / dts 搜索根。</a:t>
            </a:r>
          </a:p>
          <a:p xmlns:a="http://schemas.openxmlformats.org/drawingml/2006/main">
            <a: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报缺 HAL 时，检查 P002—P005 的下载路径和模块名。</a:t>
            </a:r>
          </a:p>
        </p:txBody>
      </p:sp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B794AB5-3275-4885-B881-843CA67C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72225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E7420EC0-8CE8-47DD-95AF-856A5EE31131}" type="slidenum">
              <a:rPr sz="1350" b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30</a:t>
            </a:fld>
          </a:p>
        </p:txBody>
      </p:sp>
    </p:spTree>
    <p:extLst>
      <p:ext uri="{BB962C8B-B14F-4D97-AF65-F5344CB8AC3E}">
        <p14:creationId xmlns:p14="http://schemas.microsoft.com/office/powerpoint/2010/main" val="752015812"/>
      </p:ext>
    </p:extLst>
  </p:cSld>
</p:sld>
</file>

<file path=ppt/slides/slide31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EBACF660-5000-45B8-A179-EDCB7FBA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确认 HC32 和 HAL 实际进入构建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856038DA-A4EA-4579-9D77-F0E23BC6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 · 源码路径与硬件配置同时核验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4CB0-AF83-4F8F-B9FC-F1FBC6F472B8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产物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应能看到的证据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zephyr/.config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HC32F4A0PITB、Cortex-M4、12000000 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zephyr_modules.txt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CMSIS、hal_xhsc 与工作适配模块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compile_commands.json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include 与 HC32 DDL 源文件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zephyr/zephyr.dts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Flash / SRAM、USART1、实际引脚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305DC159-52BE-42D9-B5BB-9C8CEC6C8CB8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48</a:t>
            </a:fld>
          </a:p>
        </p:txBody>
      </p:sp>
    </p:spTree>
    <p:extLst>
      <p:ext uri="{BB962C8B-B14F-4D97-AF65-F5344CB8AC3E}">
        <p14:creationId xmlns:p14="http://schemas.microsoft.com/office/powerpoint/2010/main" val="1136560738"/>
      </p:ext>
    </p:extLst>
  </p:cSld>
</p:sld>
</file>

<file path=ppt/slides/slide32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439B9AD9-5AEA-4E36-B8D0-54E68364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三次实验分别证明了什么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D6476E7A-D03F-470F-B7CE-E1BC8574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 · 构建和实板验收分开记录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C2725-32A4-4E66-9B04-21F13DB293BD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048125"/>
                <a:gridCol w="3924300"/>
              </a:tblGrid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已经证明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尚未证明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MPS2 编译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工具与已有支持可产生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MPS2 实物运行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practice_mps2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新板登记与同一 SoC 可构建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新芯片支持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HC32 支持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芯片、板、驱动连接可生成 ELF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72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下载、启动及全部外设运行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04C047CB-C0B1-4BE0-872D-8464E346235C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49</a:t>
            </a:fld>
          </a:p>
        </p:txBody>
      </p:sp>
    </p:spTree>
    <p:extLst>
      <p:ext uri="{BB962C8B-B14F-4D97-AF65-F5344CB8AC3E}">
        <p14:creationId xmlns:p14="http://schemas.microsoft.com/office/powerpoint/2010/main" val="1655745818"/>
      </p:ext>
    </p:extLst>
  </p:cSld>
</p:sld>
</file>

<file path=ppt/slides/slide33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B1FA3802-359B-44C1-8F75-0B1B22D8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构建失败按发生阶段定位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9F89BEE3-F306-4AE7-97F6-F9AE9DF0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 · 先定位层次，再修改文件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E8444-0ACC-466C-9504-707CB3F98481}"/>
              </a:ext>
            </a:extLst>
          </p:cNvPr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5876925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/ 现象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 marL="91440" marR="91440" marT="45720" marB="45720" anchor="ctr">
                    <a:solidFill>
                      <a:srgbClr val="EEEAF6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Zephyr / SDK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包入口和真正含 </a:t>
                      </a:r>
                      <a:r>
                        <a:rPr sz="1875" b="0">
                          <a:solidFill>
                            <a:srgbClr val="0070C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sdk_version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的根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目标未知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YAML、限定名、搜索根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DTS / Kconfig 失败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compatible、binding、符号与选择关系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 / 链接缺符号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驱动 CMake、HAL API、启动与链接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换板后缓存冲突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为新目标使用独立 </a:t>
                      </a:r>
                      <a:r>
                        <a:rPr sz="1875" b="0">
                          <a:solidFill>
                            <a:srgbClr val="B84E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875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目录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5374131F-AB67-495F-BF6E-3333202DE11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50</a:t>
            </a:fld>
          </a:p>
        </p:txBody>
      </p:sp>
    </p:spTree>
    <p:extLst>
      <p:ext uri="{BB962C8B-B14F-4D97-AF65-F5344CB8AC3E}">
        <p14:creationId xmlns:p14="http://schemas.microsoft.com/office/powerpoint/2010/main" val="321395044"/>
      </p:ext>
    </p:extLst>
  </p:cSld>
</p:sld>
</file>

<file path=ppt/slides/slide34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tent">
            <a:extLst xmlns:a="http://schemas.openxmlformats.org/drawingml/2006/main">
              <a:ext uri="{FF2B5EF4-FFF2-40B4-BE49-F238E27FC236}">
                <a16:creationId xmlns:a16="http://schemas.microsoft.com/office/drawing/2014/main" id="{361B4E78-3E91-48C1-8411-93549FFF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从练习进入正式维护</a:t>
            </a:r>
          </a:p>
        </p:txBody>
      </p:sp>
      <p:sp>
        <p:nvSpPr>
          <p:cNvPr id="2" name="content">
            <a:extLst xmlns:a="http://schemas.openxmlformats.org/drawingml/2006/main">
              <a:ext uri="{FF2B5EF4-FFF2-40B4-BE49-F238E27FC236}">
                <a16:creationId xmlns:a16="http://schemas.microsoft.com/office/drawing/2014/main" id="{F2469646-51DC-4617-90E7-965052A1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12.8—12.9 · 本期结束</a:t>
            </a:r>
          </a:p>
        </p:txBody>
      </p:sp>
      <p:sp>
        <p:nvSpPr>
          <p:cNvPr id="3" name="content">
            <a:extLst xmlns:a="http://schemas.openxmlformats.org/drawingml/2006/main">
              <a:ext uri="{FF2B5EF4-FFF2-40B4-BE49-F238E27FC236}">
                <a16:creationId xmlns:a16="http://schemas.microsoft.com/office/drawing/2014/main" id="{B53C6319-FA23-4ECF-B9D3-5E604C9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保持 board、SoC、binding 和驱动职责清楚。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维护厂商登记、平台测试元数据与板文档。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迁入源码树时合并入口，并撤掉重复模块定义。</a:t>
            </a:r>
          </a:p>
          <a:p xmlns:a="http://schemas.openxmlformats.org/drawingml/2006/main">
            <a:pPr>
              <a:lnSpc>
                <a:spcPct val="120000"/>
              </a:lnSpc>
              <a:def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用配置与硬件证据，逐项增加外设能力。</a:t>
            </a:r>
          </a:p>
        </p:txBody>
      </p:sp>
      <p:sp>
        <p:nvSpPr>
          <p:cNvPr id="7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95A65041-38C2-42F7-8769-C6BD73289980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51</a:t>
            </a:fld>
          </a:p>
        </p:txBody>
      </p:sp>
    </p:spTree>
    <p:extLst>
      <p:ext uri="{BB962C8B-B14F-4D97-AF65-F5344CB8AC3E}">
        <p14:creationId xmlns:p14="http://schemas.microsoft.com/office/powerpoint/2010/main" val="536176092"/>
      </p:ext>
    </p:extLst>
  </p:cSld>
</p:sld>
</file>

<file path=ppt/slides/standalone_toolchain_7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03EFA41-0F69-462C-971D-2E1F3950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 ARM 包：同一应用的替代路线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B20D0EF6-CECB-4650-B129-19422A54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12.2.3 · 与 SDK 主线二选一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A000105B-C66B-4D84-BEF4-56C0C81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ns0:p xmlns:ns0="http://schemas.openxmlformats.org/drawingml/2006/main">
            <ns0:pPr>
              <ns0:lnSpc>
                <ns0:spcPct val="120000"/>
              </ns0:lnSpc>
              <ns0:def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950" b="0">
                <ns0:solidFill>
                  <ns0:srgbClr val="29263B"/>
                </ns0:solidFill>
                <ns0:latin typeface="Microsoft YaHei"/>
                <ns0:ea typeface="Microsoft YaHei"/>
                <ns0:cs typeface="Microsoft YaHei"/>
              </ns0:rPr>
              <ns0:t>仍编译官方 hello_world，仍选 mps2/an386（Cortex-M4）。</ns0:t>
            </ns0:r>
          </ns0:p>
          <ns1:p xmlns:ns1="http://schemas.openxmlformats.org/drawingml/2006/main">
            <ns1:pPr>
              <ns1:lnSpc>
                <ns1:spcPct val="120000"/>
              </ns1:lnSpc>
              <ns1:spcAft>
                <ns1:spcPts val="1200"/>
              </ns1:spcAft>
              <ns1:def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只更换工具链接口，CMSIS 仍由 </ns1:t>
            </ns1:r>
            <ns1:r>
              <ns1:rPr sz="1950" b="0">
                <ns1:solidFill>
                  <ns1:srgbClr val="A02B93"/>
                </ns1:solidFill>
                <ns1:latin typeface="Microsoft YaHei"/>
                <ns1:ea typeface="Microsoft YaHei"/>
                <ns1:cs typeface="Microsoft YaHei"/>
              </ns1:rPr>
              <ns1:t>west</ns1:t>
            </ns1:r>
            <ns1:r>
              <ns1:rPr sz="1950" b="0">
                <ns1:solidFill>
                  <ns1:srgbClr val="29263B"/>
                </ns1:solidFill>
                <ns1:latin typeface="Microsoft YaHei"/>
                <ns1:ea typeface="Microsoft YaHei"/>
                <ns1:cs typeface="Microsoft YaHei"/>
              </ns1:rPr>
              <ns1:t> 工作区发现。</ns1:t>
            </ns1:r>
          </ns1:p>
          <ns3:p xmlns:ns3="http://schemas.openxmlformats.org/drawingml/2006/main">
            <ns3:pPr>
              <ns3:lnSpc>
                <ns3:spcPct val="120000"/>
              </ns3:lnSpc>
              <ns3:def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950" b="0">
                <ns3:solidFill>
                  <ns3:srgbClr val="29263B"/>
                </ns3:solidFill>
                <ns3:latin typeface="Microsoft YaHei"/>
                <ns3:ea typeface="Microsoft YaHei"/>
                <ns3:cs typeface="Microsoft YaHei"/>
              </ns3:rPr>
              <ns3:t>当前工具链根：</ns3:t>
            </ns3:r>
            <ns3:r>
              <ns3:rPr sz="1950" b="0">
                <ns3:solidFill>
                  <ns3:srgbClr val="0070C0"/>
                </ns3:solidFill>
                <ns3:latin typeface="Microsoft YaHei"/>
                <ns3:ea typeface="Microsoft YaHei"/>
                <ns3:cs typeface="Microsoft YaHei"/>
              </ns3:rPr>
              <ns3:t>G:/zephyr_practice/arm-zephyr-eabi</ns3:t>
            </ns3:r>
          </ns3:p>
          <ns4:p xmlns:ns4="http://schemas.openxmlformats.org/drawingml/2006/main">
            <ns4:pPr>
              <ns4:lnSpc>
                <ns4:spcPct val="120000"/>
              </ns4:lnSpc>
              <ns4:spcAft>
                <ns4:spcPts val="1200"/>
              </ns4:spcAft>
              <ns4:def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950" b="0">
                <ns4:solidFill>
                  <ns4:srgbClr val="B84E00"/>
                </ns4:solidFill>
                <ns4:latin typeface="Microsoft YaHei"/>
                <ns4:ea typeface="Microsoft YaHei"/>
                <ns4:cs typeface="Microsoft YaHei"/>
              </ns4:rPr>
              <ns4:t>CROSS_COMPILE</ns4:t>
            </ns4:r>
            <ns4:r>
              <ns4: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rPr>
              <ns4:t> 指向其 </ns4:t>
            </ns4:r>
            <ns4:r>
              <ns4:rPr sz="1950" b="0">
                <ns4:solidFill>
                  <ns4:srgbClr val="0070C0"/>
                </ns4:solidFill>
                <ns4:latin typeface="Microsoft YaHei"/>
                <ns4:ea typeface="Microsoft YaHei"/>
                <ns4:cs typeface="Microsoft YaHei"/>
              </ns4:rPr>
              <ns4:t>bin/arm-zephyr-eabi-</ns4:t>
            </ns4:r>
            <ns4:r>
              <ns4:rPr sz="1950" b="0">
                <ns4:solidFill>
                  <ns4:srgbClr val="29263B"/>
                </ns4:solidFill>
                <ns4:latin typeface="Microsoft YaHei"/>
                <ns4:ea typeface="Microsoft YaHei"/>
                <ns4:cs typeface="Microsoft YaHei"/>
              </ns4:rPr>
              <ns4:t>。</ns4:t>
            </ns4:r>
          </ns4:p>
          <ns6:p xmlns:ns6="http://schemas.openxmlformats.org/drawingml/2006/main">
            <ns6:pPr>
              <ns6:lnSpc>
                <ns6:spcPct val="120000"/>
              </ns6:lnSpc>
              <ns6:def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rPr>
              <ns6:t>在 UCRT64 源码根激活 </ns6:t>
            </ns6:r>
            <ns6:r>
              <ns6:rPr sz="1950" b="0">
                <ns6:solidFill>
                  <ns6:srgbClr val="0070C0"/>
                </ns6:solidFill>
                <ns6:latin typeface="Microsoft YaHei"/>
                <ns6:ea typeface="Microsoft YaHei"/>
                <ns6:cs typeface="Microsoft YaHei"/>
              </ns6:rPr>
              <ns6:t>.venv</ns6:t>
            </ns6:r>
            <ns6:r>
              <ns6: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rPr>
              <ns6:t>，新构建目录使用 </ns6:t>
            </ns6:r>
            <ns6:r>
              <ns6:rPr sz="1950" b="0">
                <ns6:solidFill>
                  <ns6:srgbClr val="B84E00"/>
                </ns6:solidFill>
                <ns6:latin typeface="Microsoft YaHei"/>
                <ns6:ea typeface="Microsoft YaHei"/>
                <ns6:cs typeface="Microsoft YaHei"/>
              </ns6:rPr>
              <ns6:t>-layout2</ns6:t>
            </ns6:r>
            <ns6:r>
              <ns6:rPr sz="1950" b="0">
                <ns6:solidFill>
                  <ns6:srgbClr val="29263B"/>
                </ns6:solidFill>
                <ns6:latin typeface="Microsoft YaHei"/>
                <ns6:ea typeface="Microsoft YaHei"/>
                <ns6:cs typeface="Microsoft YaHei"/>
              </ns6:rPr>
              <ns6:t> 后缀。</ns6:t>
            </ns6:r>
          </ns6:p>
          <ns7:p xmlns:ns7="http://schemas.openxmlformats.org/drawingml/2006/main">
            <ns7:pPr>
              <ns7:lnSpc>
                <ns7:spcPct val="120000"/>
              </ns7:lnSpc>
              <ns7:def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950" b="0">
                <ns7:solidFill>
                  <ns7:srgbClr val="29263B"/>
                </ns7:solidFill>
                <ns7:latin typeface="Microsoft YaHei"/>
                <ns7:ea typeface="Microsoft YaHei"/>
                <ns7:cs typeface="Microsoft YaHei"/>
              </ns7:rPr>
              <ns7:t>主机 CMake、Ninja、Python、DTC 与 CMSIS 必须已经准备好。</ns7:t>
            </ns7:r>
          </ns7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FDEE6109-7D86-45FF-93F4-278CB867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三条路线及参数读取者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40FB7341-3987-4950-9B6D-BC3CCFD6B297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8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346E8DB-875F-45C9-8A54-37CCAD12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独立工具链的完整配置输入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D66C0777-E4C8-43EA-BEE8-0BD3FE77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12.2.3 · 打开配套 TXT，复制整个操作块</a:t>
            </a:r>
          </a:p>
        </p:txBody>
      </p:sp>
      <p:sp>
        <p:nvSpPr>
          <p:cNvPr id="4" name="explanation">
            <a:extLst xmlns:a="http://schemas.openxmlformats.org/drawingml/2006/main">
              <a:ext uri="{FF2B5EF4-FFF2-40B4-BE49-F238E27FC236}">
                <a16:creationId xmlns:a16="http://schemas.microsoft.com/office/drawing/2014/main" id="{5EEBFAF2-E6E1-45C4-A690-71FC0F29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下方 TXT 包含进入源码根、激活 venv、前提检查与完整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命令。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取消当前 UCRT64 的旧 SDK 输入，返回 SDK 主线时按 12.2.1 恢复。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variant 选 cross-compile，程序前缀与工具链根指向实际 ARM 目录。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指向源码的包入口，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仍为 mps2/an386。</a:t>
            </a:r>
          </a:p>
          <a:p xmlns:a="http://schemas.openxmlformats.org/drawingml/2006/main"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全部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参数只保存在本次新构建目录的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看到 Found toolchain: cross-compile，且配置、生成成功后再编译。</a:t>
            </a:r>
          </a:p>
        </p:txBody>
      </p:sp>
      <p:sp>
        <p:nvSpPr>
          <p:cNvPr id="5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A042CF0B-809E-44E6-B333-6440FDC9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完整可复制配置：12.2.3-01.txt</a:t>
            </a:r>
          </a:p>
        </p:txBody>
      </p:sp>
      <p:sp>
        <p:nvSpPr>
          <p:cNvPr id="6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8B03023-845B-4764-B36C-31B838F2123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slides/standalone_toolchain_9.xml><?xml version="1.0" encoding="utf-8"?>
<p:sld xmlns:p="http://schemas.openxmlformats.org/presentationml/2006/main" showMasterSp="1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49F077-8319-42B0-B67E-BD1FDE17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编译后确认来自独立 ARM 目录</a:t>
            </a:r>
          </a:p>
        </p:txBody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10CC52B8-915C-41F2-8723-5E39A8B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906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12.2.3 · 构建与接入核验</a:t>
            </a:r>
          </a:p>
        </p:txBody>
      </p:sp>
      <p:sp>
        <p:nvSpPr>
          <p:cNvPr id="4" name="Complete build commands">
            <a:extLst xmlns:a="http://schemas.openxmlformats.org/drawingml/2006/main">
              <a:ext uri="{FF2B5EF4-FFF2-40B4-BE49-F238E27FC236}">
                <a16:creationId xmlns:a16="http://schemas.microsoft.com/office/drawing/2014/main" id="{86F27FCD-9020-49A8-B7CF-09CE068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Windows UCRT64；源码根；12.2.3 上一块配置成功后执行。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cd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/g/zephyr_practice/zephyr-main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cmake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--build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build/learning-tools/p003/build-mps2-cross-compile-layout2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</a:t>
            </a:r>
          </a:p>
          <a:p xmlns:a="http://schemas.openxmlformats.org/drawingml/2006/main">
            <a:pPr>
              <a:lnSpc>
                <a:spcPct val="120000"/>
              </a:lnSpc>
              <a:defRPr sz="1575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A02B93"/>
                </a:solidFill>
                <a:latin typeface="Consolas"/>
                <a:ea typeface="Consolas"/>
                <a:cs typeface="Consolas"/>
              </a:rPr>
              <a:t>ls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-l</a:t>
            </a:r>
            <a:r>
              <a:rPr sz="1575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75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build/learning-tools/p003/build-mps2-cross-compile-layout2/zephyr/zephyr.elf</a:t>
            </a:r>
          </a:p>
        </p:txBody>
      </p:sp>
      <p:sp>
        <p:nvSpPr>
          <p:cNvPr id="5" name="explanation">
            <a:extLst xmlns:a="http://schemas.openxmlformats.org/drawingml/2006/main">
              <a:ext uri="{FF2B5EF4-FFF2-40B4-BE49-F238E27FC236}">
                <a16:creationId xmlns:a16="http://schemas.microsoft.com/office/drawing/2014/main" id="{8C61C286-CA72-4C64-9ADF-8C18A6F9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检查缓存中的 variant、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CMAKE_C_COMPILER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SYSROOT_DIR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编译器与库应来自独立目录，没有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ZEPHYR_SDK_INSTALL_DIR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compile_commands.json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应显示 Cortex-M4 的实际编译参数。</a:t>
            </a:r>
          </a:p>
          <a:p xmlns:a="http://schemas.openxmlformats.org/drawingml/2006/main"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本步应生成 AN386 ELF；仍须分别验证下载和运行。</a:t>
            </a:r>
          </a:p>
        </p:txBody>
      </p:sp>
      <p:sp>
        <p:nvSpPr>
          <p:cNvPr id="6" name="Source link 0">
            <a:extLst xmlns:a="http://schemas.openxmlformats.org/drawingml/2006/main">
              <a:ext uri="{FF2B5EF4-FFF2-40B4-BE49-F238E27FC236}">
                <a16:creationId xmlns:a16="http://schemas.microsoft.com/office/drawing/2014/main" id="{1D12C2B0-8CB2-4C33-A449-BBCCC3A3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0="http://schemas.openxmlformats.org/officeDocument/2006/relationships" ns0:id="rIdInputLink0"/>
              </a:rPr>
              <a:t>构建命令：12.2.3-02.txt</a:t>
            </a:r>
          </a:p>
        </p:txBody>
      </p:sp>
      <p:sp>
        <p:nvSpPr>
          <p:cNvPr id="7" name="Source link 1">
            <a:extLst xmlns:a="http://schemas.openxmlformats.org/drawingml/2006/main">
              <a:ext uri="{FF2B5EF4-FFF2-40B4-BE49-F238E27FC236}">
                <a16:creationId xmlns:a16="http://schemas.microsoft.com/office/drawing/2014/main" id="{458026BA-BD04-47AF-9DE3-71C69C3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048375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xmlns:ns1="http://schemas.openxmlformats.org/officeDocument/2006/relationships" ns1:id="rIdInputLink1"/>
              </a:rPr>
              <a:t>核验命令：12.2.3-03.txt</a:t>
            </a:r>
          </a:p>
        </p:txBody>
      </p:sp>
      <p:sp>
        <p:nvSpPr>
          <p:cNvPr id="8" name="PageNumber">
            <a:extLst xmlns:a="http://schemas.openxmlformats.org/drawingml/2006/main"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 lIns="0" rIns="0" tIns="0" bIns="0">
            <a:noAutofit/>
          </a:bodyPr>
          <a:lstStyle xmlns:a="http://schemas.openxmlformats.org/drawingml/2006/main"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2CDCBC9F-DC6B-44AA-980B-8F22B45661B3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</a:p>
        </p:txBody>
      </p:sp>
    </p:spTree>
    <p:extLst>
      <p:ext uri="{BB962C8B-B14F-4D97-AF65-F5344CB8AC3E}">
        <p14:creationId xmlns:p14="http://schemas.microsoft.com/office/powerpoint/2010/main" val="248593360"/>
      </p:ext>
    </p:extLst>
  </p:cSld>
</p:sld>
</file>

<file path=ppt/theme/lizhaojunCoverTheme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54</ap:Slides>
  <ap:Notes>34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2026-10-06T03:23:19.1600000Z</dcterms:created>
  <dcterms:modified xsi:type="dcterms:W3CDTF">2026-10-06T03:23:19.1600000Z</dcterms:modified>
</coreProperties>
</file>