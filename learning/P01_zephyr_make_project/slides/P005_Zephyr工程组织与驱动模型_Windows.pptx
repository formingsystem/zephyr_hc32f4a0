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model1.xml" ContentType="application/vnd.openxmlformats-officedocument.presentationml.slide+xml"/>
  <Override PartName="/ppt/notesSlides/model1.xml" ContentType="application/vnd.openxmlformats-officedocument.presentationml.notesSlide+xml"/>
  <Override PartName="/ppt/slides/model2.xml" ContentType="application/vnd.openxmlformats-officedocument.presentationml.slide+xml"/>
  <Override PartName="/ppt/notesSlides/model2.xml" ContentType="application/vnd.openxmlformats-officedocument.presentationml.notesSlide+xml"/>
  <Override PartName="/ppt/slides/model3.xml" ContentType="application/vnd.openxmlformats-officedocument.presentationml.slide+xml"/>
  <Override PartName="/ppt/notesSlides/model3.xml" ContentType="application/vnd.openxmlformats-officedocument.presentationml.notesSlide+xml"/>
  <Override PartName="/ppt/slides/model4.xml" ContentType="application/vnd.openxmlformats-officedocument.presentationml.slide+xml"/>
  <Override PartName="/ppt/notesSlides/model4.xml" ContentType="application/vnd.openxmlformats-officedocument.presentationml.notesSlide+xml"/>
  <Override PartName="/ppt/slides/model5.xml" ContentType="application/vnd.openxmlformats-officedocument.presentationml.slide+xml"/>
  <Override PartName="/ppt/notesSlides/model5.xml" ContentType="application/vnd.openxmlformats-officedocument.presentationml.notesSlide+xml"/>
  <Override PartName="/ppt/slides/model6.xml" ContentType="application/vnd.openxmlformats-officedocument.presentationml.slide+xml"/>
  <Override PartName="/ppt/notesSlides/model6.xml" ContentType="application/vnd.openxmlformats-officedocument.presentationml.notesSlide+xml"/>
  <Override PartName="/ppt/slides/model7.xml" ContentType="application/vnd.openxmlformats-officedocument.presentationml.slide+xml"/>
  <Override PartName="/ppt/notesSlides/model7.xml" ContentType="application/vnd.openxmlformats-officedocument.presentationml.notesSlide+xml"/>
  <Override PartName="/ppt/slides/model8.xml" ContentType="application/vnd.openxmlformats-officedocument.presentationml.slide+xml"/>
  <Override PartName="/ppt/notesSlides/model8.xml" ContentType="application/vnd.openxmlformats-officedocument.presentationml.notesSlide+xml"/>
  <Override PartName="/ppt/slides/model9.xml" ContentType="application/vnd.openxmlformats-officedocument.presentationml.slide+xml"/>
  <Override PartName="/ppt/notesSlides/model9.xml" ContentType="application/vnd.openxmlformats-officedocument.presentationml.notesSlide+xml"/>
  <Override PartName="/ppt/slides/model10.xml" ContentType="application/vnd.openxmlformats-officedocument.presentationml.slide+xml"/>
  <Override PartName="/ppt/notesSlides/model10.xml" ContentType="application/vnd.openxmlformats-officedocument.presentationml.notesSlide+xml"/>
  <Override PartName="/ppt/slides/model11.xml" ContentType="application/vnd.openxmlformats-officedocument.presentationml.slide+xml"/>
  <Override PartName="/ppt/notesSlides/model11.xml" ContentType="application/vnd.openxmlformats-officedocument.presentationml.notesSlide+xml"/>
  <Override PartName="/ppt/slides/model12.xml" ContentType="application/vnd.openxmlformats-officedocument.presentationml.slide+xml"/>
  <Override PartName="/ppt/notesSlides/model12.xml" ContentType="application/vnd.openxmlformats-officedocument.presentationml.notesSlide+xml"/>
  <Override PartName="/ppt/slides/model13.xml" ContentType="application/vnd.openxmlformats-officedocument.presentationml.slide+xml"/>
  <Override PartName="/ppt/notesSlides/model13.xml" ContentType="application/vnd.openxmlformats-officedocument.presentationml.notesSlide+xml"/>
  <Override PartName="/ppt/slides/model14.xml" ContentType="application/vnd.openxmlformats-officedocument.presentationml.slide+xml"/>
  <Override PartName="/ppt/notesSlides/model14.xml" ContentType="application/vnd.openxmlformats-officedocument.presentationml.notesSlide+xml"/>
  <Override PartName="/ppt/slides/model15.xml" ContentType="application/vnd.openxmlformats-officedocument.presentationml.slide+xml"/>
  <Override PartName="/ppt/notesSlides/model15.xml" ContentType="application/vnd.openxmlformats-officedocument.presentationml.notesSlide+xml"/>
  <Override PartName="/ppt/slides/model16.xml" ContentType="application/vnd.openxmlformats-officedocument.presentationml.slide+xml"/>
  <Override PartName="/ppt/notesSlides/model16.xml" ContentType="application/vnd.openxmlformats-officedocument.presentationml.notesSlide+xml"/>
  <Override PartName="/ppt/slides/model17.xml" ContentType="application/vnd.openxmlformats-officedocument.presentationml.slide+xml"/>
  <Override PartName="/ppt/notesSlides/model17.xml" ContentType="application/vnd.openxmlformats-officedocument.presentationml.notesSlide+xml"/>
  <Override PartName="/ppt/slides/model18.xml" ContentType="application/vnd.openxmlformats-officedocument.presentationml.slide+xml"/>
  <Override PartName="/ppt/notesSlides/model18.xml" ContentType="application/vnd.openxmlformats-officedocument.presentationml.notesSlide+xml"/>
  <Override PartName="/ppt/slides/model19.xml" ContentType="application/vnd.openxmlformats-officedocument.presentationml.slide+xml"/>
  <Override PartName="/ppt/notesSlides/model19.xml" ContentType="application/vnd.openxmlformats-officedocument.presentationml.notesSlide+xml"/>
  <Override PartName="/ppt/slides/model20.xml" ContentType="application/vnd.openxmlformats-officedocument.presentationml.slide+xml"/>
  <Override PartName="/ppt/notesSlides/model20.xml" ContentType="application/vnd.openxmlformats-officedocument.presentationml.notesSlide+xml"/>
  <Override PartName="/ppt/slides/model21.xml" ContentType="application/vnd.openxmlformats-officedocument.presentationml.slide+xml"/>
  <Override PartName="/ppt/notesSlides/model21.xml" ContentType="application/vnd.openxmlformats-officedocument.presentationml.notesSlide+xml"/>
  <Override PartName="/ppt/slides/model22.xml" ContentType="application/vnd.openxmlformats-officedocument.presentationml.slide+xml"/>
  <Override PartName="/ppt/notesSlides/model22.xml" ContentType="application/vnd.openxmlformats-officedocument.presentationml.notesSlide+xml"/>
  <Override PartName="/ppt/slides/model23.xml" ContentType="application/vnd.openxmlformats-officedocument.presentationml.slide+xml"/>
  <Override PartName="/ppt/notesSlides/model23.xml" ContentType="application/vnd.openxmlformats-officedocument.presentationml.notesSlide+xml"/>
  <Override PartName="/ppt/slides/model24.xml" ContentType="application/vnd.openxmlformats-officedocument.presentationml.slide+xml"/>
  <Override PartName="/ppt/notesSlides/model24.xml" ContentType="application/vnd.openxmlformats-officedocument.presentationml.notesSlide+xml"/>
  <Override PartName="/ppt/slides/model25.xml" ContentType="application/vnd.openxmlformats-officedocument.presentationml.slide+xml"/>
  <Override PartName="/ppt/notesSlides/model25.xml" ContentType="application/vnd.openxmlformats-officedocument.presentationml.notesSlide+xml"/>
  <Override PartName="/ppt/slides/model26.xml" ContentType="application/vnd.openxmlformats-officedocument.presentationml.slide+xml"/>
  <Override PartName="/ppt/notesSlides/model26.xml" ContentType="application/vnd.openxmlformats-officedocument.presentationml.notesSlide+xml"/>
  <Override PartName="/ppt/slides/model27.xml" ContentType="application/vnd.openxmlformats-officedocument.presentationml.slide+xml"/>
  <Override PartName="/ppt/notesSlides/model27.xml" ContentType="application/vnd.openxmlformats-officedocument.presentationml.notesSlide+xml"/>
  <Override PartName="/ppt/slides/model28.xml" ContentType="application/vnd.openxmlformats-officedocument.presentationml.slide+xml"/>
  <Override PartName="/ppt/notesSlides/model28.xml" ContentType="application/vnd.openxmlformats-officedocument.presentationml.notesSlide+xml"/>
  <Override PartName="/ppt/slides/model29.xml" ContentType="application/vnd.openxmlformats-officedocument.presentationml.slide+xml"/>
  <Override PartName="/ppt/notesSlides/model29.xml" ContentType="application/vnd.openxmlformats-officedocument.presentationml.notesSlide+xml"/>
  <Override PartName="/ppt/slides/model30.xml" ContentType="application/vnd.openxmlformats-officedocument.presentationml.slide+xml"/>
  <Override PartName="/ppt/notesSlides/model30.xml" ContentType="application/vnd.openxmlformats-officedocument.presentationml.notesSlide+xml"/>
  <Override PartName="/ppt/slides/model31.xml" ContentType="application/vnd.openxmlformats-officedocument.presentationml.slide+xml"/>
  <Override PartName="/ppt/notesSlides/model31.xml" ContentType="application/vnd.openxmlformats-officedocument.presentationml.notesSlide+xml"/>
  <Override PartName="/ppt/slides/model32.xml" ContentType="application/vnd.openxmlformats-officedocument.presentationml.slide+xml"/>
  <Override PartName="/ppt/notesSlides/model32.xml" ContentType="application/vnd.openxmlformats-officedocument.presentationml.notesSlide+xml"/>
  <Override PartName="/ppt/slides/model33.xml" ContentType="application/vnd.openxmlformats-officedocument.presentationml.slide+xml"/>
  <Override PartName="/ppt/notesSlides/model33.xml" ContentType="application/vnd.openxmlformats-officedocument.presentationml.notesSlide+xml"/>
  <Override PartName="/ppt/slides/model34.xml" ContentType="application/vnd.openxmlformats-officedocument.presentationml.slide+xml"/>
  <Override PartName="/ppt/notesSlides/model34.xml" ContentType="application/vnd.openxmlformats-officedocument.presentationml.notesSlide+xml"/>
  <Override PartName="/ppt/slides/model35.xml" ContentType="application/vnd.openxmlformats-officedocument.presentationml.slide+xml"/>
  <Override PartName="/ppt/notesSlides/model35.xml" ContentType="application/vnd.openxmlformats-officedocument.presentationml.notesSlide+xml"/>
  <Override PartName="/ppt/slides/model36.xml" ContentType="application/vnd.openxmlformats-officedocument.presentationml.slide+xml"/>
  <Override PartName="/ppt/notesSlides/model36.xml" ContentType="application/vnd.openxmlformats-officedocument.presentationml.notesSlide+xml"/>
  <Override PartName="/ppt/slides/model37.xml" ContentType="application/vnd.openxmlformats-officedocument.presentationml.slide+xml"/>
  <Override PartName="/ppt/notesSlides/model37.xml" ContentType="application/vnd.openxmlformats-officedocument.presentationml.notesSlide+xml"/>
  <Override PartName="/ppt/slides/model38.xml" ContentType="application/vnd.openxmlformats-officedocument.presentationml.slide+xml"/>
  <Override PartName="/ppt/notesSlides/model38.xml" ContentType="application/vnd.openxmlformats-officedocument.presentationml.notesSlide+xml"/>
  <Override PartName="/ppt/slides/model39.xml" ContentType="application/vnd.openxmlformats-officedocument.presentationml.slide+xml"/>
  <Override PartName="/ppt/notesSlides/model39.xml" ContentType="application/vnd.openxmlformats-officedocument.presentationml.notesSlide+xml"/>
  <Override PartName="/ppt/slides/model40.xml" ContentType="application/vnd.openxmlformats-officedocument.presentationml.slide+xml"/>
  <Override PartName="/ppt/notesSlides/model40.xml" ContentType="application/vnd.openxmlformats-officedocument.presentationml.notesSlide+xml"/>
  <Override PartName="/ppt/slides/model41.xml" ContentType="application/vnd.openxmlformats-officedocument.presentationml.slide+xml"/>
  <Override PartName="/ppt/notesSlides/model41.xml" ContentType="application/vnd.openxmlformats-officedocument.presentationml.notesSlide+xml"/>
  <Override PartName="/ppt/slides/model42.xml" ContentType="application/vnd.openxmlformats-officedocument.presentationml.slide+xml"/>
  <Override PartName="/ppt/notesSlides/model4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90"/>
  </p:notesMasterIdLst>
  <p:sldIdLst>
    <p:sldId id="1001" r:id="rIdModel1"/>
    <p:sldId id="1002" r:id="rIdModel2"/>
    <p:sldId id="1003" r:id="rIdModel3"/>
    <p:sldId id="1004" r:id="rIdModel4"/>
    <p:sldId id="1005" r:id="rIdModel5"/>
    <p:sldId id="1006" r:id="rIdModel6"/>
    <p:sldId id="1007" r:id="rIdModel7"/>
    <p:sldId id="1008" r:id="rIdModel8"/>
    <p:sldId id="1009" r:id="rIdModel9"/>
    <p:sldId id="1010" r:id="rIdModel10"/>
    <p:sldId id="1011" r:id="rIdModel11"/>
    <p:sldId id="1012" r:id="rIdModel12"/>
    <p:sldId id="1013" r:id="rIdModel13"/>
    <p:sldId id="1014" r:id="rIdModel14"/>
    <p:sldId id="1015" r:id="rIdModel15"/>
    <p:sldId id="1016" r:id="rIdModel16"/>
    <p:sldId id="1017" r:id="rIdModel17"/>
    <p:sldId id="1018" r:id="rIdModel18"/>
    <p:sldId id="1019" r:id="rIdModel19"/>
    <p:sldId id="1020" r:id="rIdModel20"/>
    <p:sldId id="1021" r:id="rIdModel21"/>
    <p:sldId id="1022" r:id="rIdModel22"/>
    <p:sldId id="1023" r:id="rIdModel23"/>
    <p:sldId id="1024" r:id="rIdModel24"/>
    <p:sldId id="1025" r:id="rIdModel25"/>
    <p:sldId id="1026" r:id="rIdModel26"/>
    <p:sldId id="1027" r:id="rIdModel27"/>
    <p:sldId id="1028" r:id="rIdModel28"/>
    <p:sldId id="1029" r:id="rIdModel29"/>
    <p:sldId id="1030" r:id="rIdModel30"/>
    <p:sldId id="1031" r:id="rIdModel31"/>
    <p:sldId id="1032" r:id="rIdModel32"/>
    <p:sldId id="1033" r:id="rIdModel33"/>
    <p:sldId id="1034" r:id="rIdModel34"/>
    <p:sldId id="1035" r:id="rIdModel35"/>
    <p:sldId id="1036" r:id="rIdModel36"/>
    <p:sldId id="1037" r:id="rIdModel37"/>
    <p:sldId id="1038" r:id="rIdModel38"/>
    <p:sldId id="1039" r:id="rIdModel39"/>
    <p:sldId id="1040" r:id="rIdModel40"/>
    <p:sldId id="1041" r:id="rIdModel41"/>
    <p:sldId id="1042" r:id="rIdModel4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18" d="100"/>
          <a:sy n="118" d="100"/>
        </p:scale>
        <p:origin x="75" y="243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5" Type="http://schemas.openxmlformats.org/officeDocument/2006/relationships/slideMaster" Target="slideMasters/slideMaster5.xml"/><Relationship Id="rId90" Type="http://schemas.openxmlformats.org/officeDocument/2006/relationships/notesMaster" Target="notesMasters/notesMaster1.xml"/><Relationship Id="rId8" Type="http://schemas.openxmlformats.org/officeDocument/2006/relationships/slideMaster" Target="slideMasters/slideMaster8.xml"/><Relationship Id="rId9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94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7" Type="http://schemas.openxmlformats.org/officeDocument/2006/relationships/slideMaster" Target="slideMasters/slideMaster7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Model1" Type="http://schemas.openxmlformats.org/officeDocument/2006/relationships/slide" Target="slides/model1.xml"/><Relationship Id="rIdModel2" Type="http://schemas.openxmlformats.org/officeDocument/2006/relationships/slide" Target="slides/model2.xml"/><Relationship Id="rIdModel3" Type="http://schemas.openxmlformats.org/officeDocument/2006/relationships/slide" Target="slides/model3.xml"/><Relationship Id="rIdModel4" Type="http://schemas.openxmlformats.org/officeDocument/2006/relationships/slide" Target="slides/model4.xml"/><Relationship Id="rIdModel5" Type="http://schemas.openxmlformats.org/officeDocument/2006/relationships/slide" Target="slides/model5.xml"/><Relationship Id="rIdModel6" Type="http://schemas.openxmlformats.org/officeDocument/2006/relationships/slide" Target="slides/model6.xml"/><Relationship Id="rIdModel7" Type="http://schemas.openxmlformats.org/officeDocument/2006/relationships/slide" Target="slides/model7.xml"/><Relationship Id="rIdModel8" Type="http://schemas.openxmlformats.org/officeDocument/2006/relationships/slide" Target="slides/model8.xml"/><Relationship Id="rIdModel9" Type="http://schemas.openxmlformats.org/officeDocument/2006/relationships/slide" Target="slides/model9.xml"/><Relationship Id="rIdModel10" Type="http://schemas.openxmlformats.org/officeDocument/2006/relationships/slide" Target="slides/model10.xml"/><Relationship Id="rIdModel11" Type="http://schemas.openxmlformats.org/officeDocument/2006/relationships/slide" Target="slides/model11.xml"/><Relationship Id="rIdModel12" Type="http://schemas.openxmlformats.org/officeDocument/2006/relationships/slide" Target="slides/model12.xml"/><Relationship Id="rIdModel13" Type="http://schemas.openxmlformats.org/officeDocument/2006/relationships/slide" Target="slides/model13.xml"/><Relationship Id="rIdModel14" Type="http://schemas.openxmlformats.org/officeDocument/2006/relationships/slide" Target="slides/model14.xml"/><Relationship Id="rIdModel15" Type="http://schemas.openxmlformats.org/officeDocument/2006/relationships/slide" Target="slides/model15.xml"/><Relationship Id="rIdModel16" Type="http://schemas.openxmlformats.org/officeDocument/2006/relationships/slide" Target="slides/model16.xml"/><Relationship Id="rIdModel17" Type="http://schemas.openxmlformats.org/officeDocument/2006/relationships/slide" Target="slides/model17.xml"/><Relationship Id="rIdModel18" Type="http://schemas.openxmlformats.org/officeDocument/2006/relationships/slide" Target="slides/model18.xml"/><Relationship Id="rIdModel19" Type="http://schemas.openxmlformats.org/officeDocument/2006/relationships/slide" Target="slides/model19.xml"/><Relationship Id="rIdModel20" Type="http://schemas.openxmlformats.org/officeDocument/2006/relationships/slide" Target="slides/model20.xml"/><Relationship Id="rIdModel21" Type="http://schemas.openxmlformats.org/officeDocument/2006/relationships/slide" Target="slides/model21.xml"/><Relationship Id="rIdModel22" Type="http://schemas.openxmlformats.org/officeDocument/2006/relationships/slide" Target="slides/model22.xml"/><Relationship Id="rIdModel23" Type="http://schemas.openxmlformats.org/officeDocument/2006/relationships/slide" Target="slides/model23.xml"/><Relationship Id="rIdModel24" Type="http://schemas.openxmlformats.org/officeDocument/2006/relationships/slide" Target="slides/model24.xml"/><Relationship Id="rIdModel25" Type="http://schemas.openxmlformats.org/officeDocument/2006/relationships/slide" Target="slides/model25.xml"/><Relationship Id="rIdModel26" Type="http://schemas.openxmlformats.org/officeDocument/2006/relationships/slide" Target="slides/model26.xml"/><Relationship Id="rIdModel27" Type="http://schemas.openxmlformats.org/officeDocument/2006/relationships/slide" Target="slides/model27.xml"/><Relationship Id="rIdModel28" Type="http://schemas.openxmlformats.org/officeDocument/2006/relationships/slide" Target="slides/model28.xml"/><Relationship Id="rIdModel29" Type="http://schemas.openxmlformats.org/officeDocument/2006/relationships/slide" Target="slides/model29.xml"/><Relationship Id="rIdModel30" Type="http://schemas.openxmlformats.org/officeDocument/2006/relationships/slide" Target="slides/model30.xml"/><Relationship Id="rIdModel31" Type="http://schemas.openxmlformats.org/officeDocument/2006/relationships/slide" Target="slides/model31.xml"/><Relationship Id="rIdModel32" Type="http://schemas.openxmlformats.org/officeDocument/2006/relationships/slide" Target="slides/model32.xml"/><Relationship Id="rIdModel33" Type="http://schemas.openxmlformats.org/officeDocument/2006/relationships/slide" Target="slides/model33.xml"/><Relationship Id="rIdModel34" Type="http://schemas.openxmlformats.org/officeDocument/2006/relationships/slide" Target="slides/model34.xml"/><Relationship Id="rIdModel35" Type="http://schemas.openxmlformats.org/officeDocument/2006/relationships/slide" Target="slides/model35.xml"/><Relationship Id="rIdModel36" Type="http://schemas.openxmlformats.org/officeDocument/2006/relationships/slide" Target="slides/model36.xml"/><Relationship Id="rIdModel37" Type="http://schemas.openxmlformats.org/officeDocument/2006/relationships/slide" Target="slides/model37.xml"/><Relationship Id="rIdModel38" Type="http://schemas.openxmlformats.org/officeDocument/2006/relationships/slide" Target="slides/model38.xml"/><Relationship Id="rIdModel39" Type="http://schemas.openxmlformats.org/officeDocument/2006/relationships/slide" Target="slides/model39.xml"/><Relationship Id="rIdModel40" Type="http://schemas.openxmlformats.org/officeDocument/2006/relationships/slide" Target="slides/model40.xml"/><Relationship Id="rIdModel41" Type="http://schemas.openxmlformats.org/officeDocument/2006/relationships/slide" Target="slides/model41.xml"/><Relationship Id="rIdModel42" Type="http://schemas.openxmlformats.org/officeDocument/2006/relationships/slide" Target="slides/model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model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.xml"/></Relationships>
</file>

<file path=ppt/notesSlides/_rels/model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.xml"/></Relationships>
</file>

<file path=ppt/notesSlides/_rels/model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.xml"/></Relationships>
</file>

<file path=ppt/notesSlides/_rels/model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.xml"/></Relationships>
</file>

<file path=ppt/notesSlides/_rels/model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.xml"/></Relationships>
</file>

<file path=ppt/notesSlides/_rels/model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6.xml"/></Relationships>
</file>

<file path=ppt/notesSlides/_rels/model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7.xml"/></Relationships>
</file>

<file path=ppt/notesSlides/_rels/model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8.xml"/></Relationships>
</file>

<file path=ppt/notesSlides/_rels/model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9.xml"/></Relationships>
</file>

<file path=ppt/notesSlides/_rels/model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0.xml"/></Relationships>
</file>

<file path=ppt/notesSlides/_rels/model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1.xml"/></Relationships>
</file>

<file path=ppt/notesSlides/_rels/model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2.xml"/></Relationships>
</file>

<file path=ppt/notesSlides/_rels/model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3.xml"/></Relationships>
</file>

<file path=ppt/notesSlides/_rels/model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4.xml"/></Relationships>
</file>

<file path=ppt/notesSlides/_rels/model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5.xml"/></Relationships>
</file>

<file path=ppt/notesSlides/_rels/model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6.xml"/></Relationships>
</file>

<file path=ppt/notesSlides/_rels/model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7.xml"/></Relationships>
</file>

<file path=ppt/notesSlides/_rels/model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8.xml"/></Relationships>
</file>

<file path=ppt/notesSlides/_rels/model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9.xml"/></Relationships>
</file>

<file path=ppt/notesSlides/_rels/model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0.xml"/></Relationships>
</file>

<file path=ppt/notesSlides/_rels/model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1.xml"/></Relationships>
</file>

<file path=ppt/notesSlides/_rels/model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2.xml"/></Relationships>
</file>

<file path=ppt/notesSlides/_rels/model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3.xml"/></Relationships>
</file>

<file path=ppt/notesSlides/_rels/model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4.xml"/></Relationships>
</file>

<file path=ppt/notesSlides/_rels/model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5.xml"/></Relationships>
</file>

<file path=ppt/notesSlides/_rels/model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6.xml"/></Relationships>
</file>

<file path=ppt/notesSlides/_rels/model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7.xml"/></Relationships>
</file>

<file path=ppt/notesSlides/_rels/model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8.xml"/></Relationships>
</file>

<file path=ppt/notesSlides/_rels/model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9.xml"/></Relationships>
</file>

<file path=ppt/notesSlides/_rels/model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0.xml"/></Relationships>
</file>

<file path=ppt/notesSlides/_rels/model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1.xml"/></Relationships>
</file>

<file path=ppt/notesSlides/_rels/model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2.xml"/></Relationships>
</file>

<file path=ppt/notesSlides/_rels/model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3.xml"/></Relationships>
</file>

<file path=ppt/notesSlides/_rels/model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4.xml"/></Relationships>
</file>

<file path=ppt/notesSlides/_rels/model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5.xml"/></Relationships>
</file>

<file path=ppt/notesSlides/_rels/model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6.xml"/></Relationships>
</file>

<file path=ppt/notesSlides/_rels/model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7.xml"/></Relationships>
</file>

<file path=ppt/notesSlides/_rels/model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8.xml"/></Relationships>
</file>

<file path=ppt/notesSlides/_rels/model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9.xml"/></Relationships>
</file>

<file path=ppt/notesSlides/_rels/model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0.xml"/></Relationships>
</file>

<file path=ppt/notesSlides/_rels/model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1.xml"/></Relationships>
</file>

<file path=ppt/notesSlides/_rels/model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2.xml"/></Relationships>
</file>

<file path=ppt/notesSlides/model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P006 从 hello_world + mps2/an386 认识组件来源、源码选择与自定义模块。固定源码25c8f4a23988dd3b2cfb463613622738298c2d6c。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从官方工程理解驱动怎样连接具体硬件</a:t>
            </a:r>
          </a:p>
          <a:p>
            <a:r>
              <a:t>沿同一份 hello_world 固件选择应用与 mps2/an386，找到架构、SoC、板配置和 CMSDK 外设驱动各自的位置。</a:t>
            </a:r>
          </a:p>
          <a:p>
            <a:r>
              <a:t>先区分标准 UART 接口与具体 IP 实现，再追 DTS、Kconfig、板 defconfig、应用配置、CMake、生成头与设备实例，直到真正读写寄存器。</a:t>
            </a:r>
          </a:p>
          <a:p>
            <a:r>
              <a:t>读完后再迁移到 HC32：我们已经能判断哪些接口可复用、哪些实现需要补齐，以及为什么选择外部 DDL。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6.1.1。</a:t>
            </a:r>
          </a:p>
          <a:p>
            <a:r>
              <a:t>MPS2 是 Arm 的 Cortex-M 原型开发平台，使用 FPGA 装载不同处理器系统设计；板资源承载这些系统。</a:t>
            </a:r>
          </a:p>
          <a:p>
            <a:r>
              <a:t>AN386 对应 Cortex-M4F 系统设计与 FPGA 映像。内核实现 Armv7E-M，属于 Armv7-M 家族；当前目标有浮点和 MPU 能力。</a:t>
            </a:r>
          </a:p>
          <a:p>
            <a:r>
              <a:t>因此 mps2/an386 是一个具体硬件组合。它不能简化成一颗叫 MPS2 的固定 MCU，也不能与 Cortex-M3 的 AN385 随意交换。</a:t>
            </a:r>
          </a:p>
          <a:p>
            <a:r>
              <a:t>MD 6.1.1；boards/arm/mps2/doc/mps2_armv7m.rst；soc/arm/mps2/Kconfig。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通用接口、具体驱动和板配置各管什么</a:t>
            </a:r>
          </a:p>
          <a:p>
            <a:r>
              <a:t>应用调用 Zephyr UART 接口；uart_cmsdk_apb.c 实现 CMSDK APB UART 这一种外设 IP。文件名已经标明硬件类型，它不是所有串口共用的寄存器代码。</a:t>
            </a:r>
          </a:p>
          <a:p>
            <a:r>
              <a:t>MPS2 与 MPS3 使用同一 IP 时复用驱动；各自 DTS 提供基地址、中断和时钟，再生成各自设备实例。配置私有化不要求复制一份驱动。</a:t>
            </a:r>
          </a:p>
          <a:p>
            <a:r>
              <a:t>设备树减少每块板重复硬编码的配置；不同外设的寄存器语义仍需要具体驱动或 HAL 实现。本章继续展开选源和实例链。</a:t>
            </a:r>
          </a:p>
          <a:p>
            <a:r>
              <a:t>依据：G:/zephyr_practice/zephyr-main/drivers/serial/uart_cmsdk_apb.c；boards/arm/mps2/mps2_base.dtsi；boards/arm/mps3/mps3_common_soc_peripheral.dtsi。源码25c8f4a23988dd3b2cfb463613622738298c2d6c。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6.1.1。</a:t>
            </a:r>
          </a:p>
          <a:p>
            <a:r>
              <a:t>认识顺序是：CPU 架构 → 芯片或 SoC → 具体板 → 应用 → 组件配置 → 固件。每层都回答上一层还没确定的问题。</a:t>
            </a:r>
          </a:p>
          <a:p>
            <a:r>
              <a:t>实际构建通常选择 BOARD 与应用目录。BOARD 的名字和 qualifiers 带出配套 SoC、CPU 和板资源，不是任选四个独立开关。</a:t>
            </a:r>
          </a:p>
          <a:p>
            <a:r>
              <a:t>同为 Cortex-M4 只能说明可共享部分架构支持；要换成 HC32 的 UART、时钟和引脚，仍需要 HC32 SoC 与 UYUP 板定义。</a:t>
            </a:r>
          </a:p>
          <a:p>
            <a:r>
              <a:t>MD 6.1.1；6.3.2。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6.1.2。</a:t>
            </a:r>
          </a:p>
          <a:p>
            <a:r>
              <a:t>AN386 是 MPS2 的 Cortex-M4F 目标。官方已经提供板定义、SoC 选择、设备树和可用驱动，hello_world 可直接选它构建。</a:t>
            </a:r>
          </a:p>
          <a:p>
            <a:r>
              <a:t>这让我们保持硬件支持不变，只改变一个自定义组件，容易判断错误来自组件接入还是板移植。</a:t>
            </a:r>
          </a:p>
          <a:p>
            <a:r>
              <a:t>本章可在电脑上完成构建并用 QEMU 观察输出。接着以 HC32 对照同样的接入关系，逐文件移植练习继续在 P012。</a:t>
            </a:r>
          </a:p>
          <a:p>
            <a:r>
              <a:t>https://docs.zephyrproject.org/latest/boards/arm/mps2/doc/index.html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6.2.1。</a:t>
            </a:r>
          </a:p>
          <a:p>
            <a:r>
              <a:t>Zephyr 内核、架构、SoC 和驱动实现系统与硬件支持；外部源码模块补充当前配置需要的接口或实现。</a:t>
            </a:r>
          </a:p>
          <a:p>
            <a:r>
              <a:t>HAL 是硬件抽象层，DDL 是厂商设备驱动库：它们把外设寄存器操作封装成接口。Zephyr 驱动可以调用这些库，也可以直接实现寄存器访问。</a:t>
            </a:r>
          </a:p>
          <a:p>
            <a:r>
              <a:t>Zephyr SDK 在电脑上提供编译器、链接器等工具。它不会替代板支持，也不会因为安装了 SDK 就自动提供某个 HAL 源码。</a:t>
            </a:r>
          </a:p>
          <a:p>
            <a:r>
              <a:t>west.yml；modules/cmsis_6/CMakeLists.txt；官方 modules 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6.2.1。</a:t>
            </a:r>
          </a:p>
          <a:p>
            <a:r>
              <a:t>CMSIS 是 Arm 的标准软件接口及配套代码。本例使用 CMSIS_6 的 Core 内核头，提供内核寄存器与 NVIC 等接口，最终包含 core_cm4.h。</a:t>
            </a:r>
          </a:p>
          <a:p>
            <a:r>
              <a:t>CMSDK 是本目标若干 Arm 外设接口的名称，例如 CMSDK UART / GPIO。它出现在设备树与驱动名，不表示另一个必装的 SDK。</a:t>
            </a:r>
          </a:p>
          <a:p>
            <a:r>
              <a:t>Zephyr SDK 是电脑端编译工具包。本例 CMSIS 主要以头文件参与，所以没有 CMSIS 的独立 .c 条目，也能构成真实依赖。</a:t>
            </a:r>
          </a:p>
          <a:p>
            <a:r>
              <a:t>west.yml:130-133；modules/cmsis_6/CMakeLists.txt；soc/arm/mps2/soc.h；cmsis_core_m_defaults.h。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6.2.2。</a:t>
            </a:r>
          </a:p>
          <a:p>
            <a:r>
              <a:t>模块目录通过 zephyr/module.yml 等入口说明自己的名字、CMake 与 Kconfig 接入位置；构建必须先得到这个目录的真实路径。</a:t>
            </a:r>
          </a:p>
          <a:p>
            <a:r>
              <a:t>CMSIS_6 提供内核头，hal_xhsc 提供华大设备与外设源码，普通模块也可提供业务函数。模块机制相同，适用硬件与贡献内容不同。</a:t>
            </a:r>
          </a:p>
          <a:p>
            <a:r>
              <a:t>west 管理仓库获取与版本。一个项目存在、被识别为模块、功能选中、源文件编译，是需要逐阶段确认的事情。</a:t>
            </a:r>
          </a:p>
          <a:p>
            <a:r>
              <a:t>MD 6.2.2；https://docs.zephyrproject.org/latest/develop/modules.html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目录按职责组织，驱动按硬件实现区分</a:t>
            </a:r>
          </a:p>
          <a:p>
            <a:r>
              <a:t>外设 IP 是芯片里可复用的硬件模块。uart_cmsdk_apb.c 中的 cmsdk_apb 标识一种 UART 实现，不能把它理解成所有 UART 的通用层。</a:t>
            </a:r>
          </a:p>
          <a:p>
            <a:r>
              <a:t>本地源码25c8f4a23988dd3b2cfb463613622738298c2d6c。MPS2/AN386 与 HC32 对照的职责划分。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共享范围与源码位置是两个维度</a:t>
            </a:r>
          </a:p>
          <a:p>
            <a:r>
              <a:t>共享范围：UART API 跨实现共用；CMSDK 驱动在兼容该 IP 的平台间复用；某块板的地址、连线和默认控制台属于实例配置。</a:t>
            </a:r>
          </a:p>
          <a:p>
            <a:r>
              <a:t>源码位置：这些实现可以由 Zephyr 主仓维护，也可以由树外模块维护。搬到独立仓库不会自动消除芯片耦合，放在树内也不表示所有应用都编译它。</a:t>
            </a:r>
          </a:p>
          <a:p>
            <a:r>
              <a:t>本工程把 HC32 适配与 DDL 分开维护，是为了明确接口和版本边界。源码模块随固件编译链接，不等同于 Linux 的可加载 .ko。</a:t>
            </a:r>
          </a:p>
          <a:p>
            <a:r>
              <a:t>https://docs.zephyrproject.org/latest/develop/modules.html；树内/树外、硬件共享范围、独立HAL分层是不同轴。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6.3.1。</a:t>
            </a:r>
          </a:p>
          <a:p>
            <a:r>
              <a:t>hello_world 是包含 main.c、CMakeLists.txt 与 prj.conf 的应用，它说明要运行什么业务。</a:t>
            </a:r>
          </a:p>
          <a:p>
            <a:r>
              <a:t>mps2/an386 是板目标，选择硬件平台、CPU、内存和外设描述。同一应用可为不同受支持板生成不同固件。</a:t>
            </a:r>
          </a:p>
          <a:p>
            <a:r>
              <a:t>Build 目录保存这一次应用与板的组合。改用一个应用，不等于创建一块新板；换板也不是把应用复制一遍。</a:t>
            </a:r>
          </a:p>
          <a:p>
            <a:r>
              <a:t>samples/hello_world/CMakeLists.txt；boards/arm/mps2/board.yml。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6.3.2。</a:t>
            </a:r>
          </a:p>
          <a:p>
            <a:r>
              <a:t>代码为官方 hello_world 的原有构建入口。应用根中的 CMakeLists 决定加入 main.c；prj.conf 配置功能，可选 overlay 调整本应用硬件使用。</a:t>
            </a:r>
          </a:p>
          <a:p>
            <a:r>
              <a:t>samples/hello_world/CMakeLists.txt；当前 prj.conf 只有注释，接受已有默认配置；MD 6.3.2。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6.3.2。</a:t>
            </a:r>
          </a:p>
          <a:p>
            <a:r>
              <a:t>west 的应用路径对应 CMake 的 -S；-b 对应 BOARD；-d 对应 -B。本页只对照参数位置，完整环境与命令在后页及附件。</a:t>
            </a:r>
          </a:p>
          <a:p>
            <a:r>
              <a:t>参数位置对照，不把两个命令当作应连续执行的完整单元；02-build-baseline.txt 与 14-baseline-cmake.txt。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6.3.2。</a:t>
            </a:r>
          </a:p>
          <a:p>
            <a:r>
              <a:t>本章先构建 hello_world + mps2/an386，输出 p006/hello_world；后面换成自己的 component_hello 应用，板仍保持不变。</a:t>
            </a:r>
          </a:p>
          <a:p>
            <a:r>
              <a:t>同板换应用时，应用路径与输出一起换成 component_hello；同应用换到 AN385 时，BOARD 与输出换成对应的新组合。</a:t>
            </a:r>
          </a:p>
          <a:p>
            <a:r>
              <a:t>Zephyr 源码根、应用根、模块根和生成目录分别承担不同职责。不能把下载仓库根直接当成唯一应用，也不要混用旧 Build 缓存。</a:t>
            </a:r>
          </a:p>
          <a:p>
            <a:r>
              <a:t>MD 6.3.2；同应用AN385组合只解释用法，本章不额外运行。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6.3.3。</a:t>
            </a:r>
          </a:p>
          <a:p>
            <a:r>
              <a:t>官方 MPS2 Armv7-M 文档的 hello_world 示例明确使用 mps2/an385；它同时把 AN385、AN386、AN500 列为受支持目标。</a:t>
            </a:r>
          </a:p>
          <a:p>
            <a:r>
              <a:t>本教程保留同一个官方 hello_world 应用，另选 mps2/an386，以 Cortex-M4 系统作为 HC32 迁移前的对照。</a:t>
            </a:r>
          </a:p>
          <a:p>
            <a:r>
              <a:t>所以后页命令是本教程选择的应用与板组合。应用、板目标与独立输出三项都明确，不能把它标作官网原样命令。</a:t>
            </a:r>
          </a:p>
          <a:p>
            <a:r>
              <a:t>boards/arm/mps2/doc/mps2_armv7m.rst:236-240；MD 6.3.3。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6.3.3。</a:t>
            </a:r>
          </a:p>
          <a:p>
            <a:r>
              <a:t>在 UCRT64 执行本页完整块。先确认 SDK 与 CMSIS 已准备；本章用独立 p006 输出目录保留这次对照。</a:t>
            </a:r>
          </a:p>
          <a:p>
            <a:r>
              <a:t>commands/P005_Windows/build-baseline-west.txt；前提检查 01-check-inputs.txt。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6.3.6。</a:t>
            </a:r>
          </a:p>
          <a:p>
            <a:r>
              <a:t>板层描述内存、外设、引脚与默认配置；SoC 层确定 ARM / Cortex-M4，并提供芯片系列的头文件和接入规则。</a:t>
            </a:r>
          </a:p>
          <a:p>
            <a:r>
              <a:t>架构层实现复位、向量、中断入口和线程上下文；CMSIS 内核头提供 NVIC、SysTick 等内核寄存器与接口。</a:t>
            </a:r>
          </a:p>
          <a:p>
            <a:r>
              <a:t>外设层已有 CMSDK UART / GPIO、MMIO GPIO、pinctrl 和系统计时驱动。硬件抽象职责是完整组合，不要求都装进名为 HAL 的独立库。</a:t>
            </a:r>
          </a:p>
          <a:p>
            <a:r>
              <a:t>boards/arm/mps2；soc/arm/mps2；arch/arm/core/cortex_m；drivers；本次 compile_commands.json。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6.3.6。</a:t>
            </a:r>
          </a:p>
          <a:p>
            <a:r>
              <a:t>Arm Keil 官方有 V2M-MPS2_CMx_BSP，包含 Board Support 与 Device Support；MPS2 不是没有厂商支持包。</a:t>
            </a:r>
          </a:p>
          <a:p>
            <a:r>
              <a:t>另一件事是：当前 Zephyr 的 mps2/an386 是否用到它。此构建走 Zephyr 自有板、SoC、架构与驱动，再引用 CMSIS_6。</a:t>
            </a:r>
          </a:p>
          <a:p>
            <a:r>
              <a:t>本次清单和编译输入未直接使用该 BSP Pack。因此不把下载 Pack 列为必做，也不能据此声称所有 MPS2 开发方式都不需要它。</a:t>
            </a:r>
          </a:p>
          <a:p>
            <a:r>
              <a:t>https://www.keil.arm.com/packs/v2m-mps2_cmx_bsp-keil/boards/；https://www.keil.com/boards2/arm/v2m_mps2/；本次 west.yml 与 compile_commands.json。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6.3.4。</a:t>
            </a:r>
          </a:p>
          <a:p>
            <a:r>
              <a:t>BOARD 的 mps2 部分找到板定义，an386 选中对应 SoC；板 Kconfig 进而选择 SOC_AN386。</a:t>
            </a:r>
          </a:p>
          <a:p>
            <a:r>
              <a:t>MPS2 的 SoC Kconfig 选择 ARM、Cortex-M4、MPU 与 VFP。架构 CMake 据此进入 Cortex-M 目录。</a:t>
            </a:r>
          </a:p>
          <a:p>
            <a:r>
              <a:t>所以 reset.S、vector_table.S、thread.c 等实现已被选入。应用不需要另写一套启动文件；这些文件也不是 SDK 生成的。</a:t>
            </a:r>
          </a:p>
          <a:p>
            <a:r>
              <a:t>boards/arm/mps2/Kconfig.mps2；soc/arm/mps2/Kconfig；arch/arm/core/cortex_m/CMakeLists.txt。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6.3.6。</a:t>
            </a:r>
          </a:p>
          <a:p>
            <a:r>
              <a:t>Cortex-M 的 irq_manage.c 调用 CMSIS 的 NVIC_EnableIRQ / NVIC_SetPriority 等接口，连接 Zephyr 中断管理和内核寄存器。</a:t>
            </a:r>
          </a:p>
          <a:p>
            <a:r>
              <a:t>CONFIG_CORTEX_M_SYSTICK 选择 cortex_m_systick.c 提供系统节拍。板 DTS 定义 Flash、SRAM 和 25 MHz 固定时钟节点，链接布局按这些输入形成。</a:t>
            </a:r>
          </a:p>
          <a:p>
            <a:r>
              <a:t>这些职责分别位于架构、CMSIS、计时驱动和板描述中。不要看到 soc.c 就猜它完成所有时钟初始化；该文件还含其他 MPS2 变体共用代码。</a:t>
            </a:r>
          </a:p>
          <a:p>
            <a:r>
              <a:t>arch/arm/core/cortex_m/irq_manage.c；drivers/timer/CMakeLists.txt；boards/arm/mps2/mps2_base.dtsi；soc/arm/mps2/soc.c。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6.3.5。</a:t>
            </a:r>
          </a:p>
          <a:p>
            <a:r>
              <a:t>板的 chosen 已把 console 指向 uart0。这段原文件摘录说明接口种类、地址和波特率，只读理解即可。</a:t>
            </a:r>
          </a:p>
          <a:p>
            <a:r>
              <a:t>boards/arm/mps2/mps2_base.dtsi；完整上下文见 MD 6.3.5；dts/bindings/serial/arm,cmsdk-uart.yaml。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同一种 UART，用不同配置服务不同平台</a:t>
            </a:r>
          </a:p>
          <a:p>
            <a:r>
              <a:t>同一 IP 复用寄存器操作，各实例保存自己的地址和中断。寄存器语义不同的外设仍需对应驱动，设备树不能生成操作算法。</a:t>
            </a:r>
          </a:p>
          <a:p>
            <a:r>
              <a:t>boards/arm/mps2/mps2_base.dtsi:116；boards/arm/mps3/mps3_common_soc_peripheral.dtsi:160；https://docs.kernel.org/devicetree/usage-model.html。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Kconfig 文件沿入口读取，不按目录自动生效</a:t>
            </a:r>
          </a:p>
          <a:p>
            <a:r>
              <a:t>顶层 Kconfig 进入 Kconfig.zephyr，再由 drivers/Kconfig 读取串口 Kconfig。串口文件明确写出 rsource "Kconfig.cmsdk_apb"，才读入这个实现的声明。</a:t>
            </a:r>
          </a:p>
          <a:p>
            <a:r>
              <a:t>source 按 Kconfig 的源码根规则定位，rsource 相对当前 Kconfig 文件定位。本例逐条列出驱动配置入口，不会自动扫描目录里新增的 Kconfig 文件。</a:t>
            </a:r>
          </a:p>
          <a:p>
            <a:r>
              <a:t>新增私有驱动时，既要让它的 Kconfig 声明可达，也要让后面的 CMake 选源规则可达；只复制文件或只写 prj.conf 都不完整。</a:t>
            </a:r>
          </a:p>
          <a:p>
            <a:r>
              <a:t>源码：Kconfig、Kconfig.zephyr、drivers/Kconfig、drivers/serial/Kconfig；https://docs.zephyrproject.org/latest/build/kconfig/extensions.html。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一个 Kconfig 符号怎样成为可选实现</a:t>
            </a:r>
          </a:p>
          <a:p>
            <a:r>
              <a:t>config 声明名不带 CONFIG_。bool 表示开关；default y 只在依赖满足等条件下提供默认值。depends on 限制可选条件，不是负责下载或编译。</a:t>
            </a:r>
          </a:p>
          <a:p>
            <a:r>
              <a:t>DT_HAS_ARM_CMSDK_UART_ENABLED 来自设备树支持的 Kconfig 生成规则。最终值由启用节点及配置求值决定，不能在 prj.conf 强设来绕过缺失硬件。</a:t>
            </a:r>
          </a:p>
          <a:p>
            <a:r>
              <a:t>drivers/serial/Kconfig.cmsdk_apb 只读节选；外层 SERIAL 条件同样生效。DT_HAS 符号由生成Kconfig.dts及dt_compat_enabled求值，不能误称所有符号直接写y。select SERIAL_HAS_DRIVER等见下一页。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default、depends on 与 select 不做同一件事</a:t>
            </a:r>
          </a:p>
          <a:p>
            <a:r>
              <a:t>depends on 给当前符号设置前提。default 是没有显式覆盖时的候选值，仍受依赖约束；最终结果应检查 .config，不能只看声明里的 default y。</a:t>
            </a:r>
          </a:p>
          <a:p>
            <a:r>
              <a:t>select 是反向依赖，当前驱动选中后推动另一个符号启用。本例声明串口驱动能力并选择 PINCTRL；它不是添加源文件的命令。</a:t>
            </a:r>
          </a:p>
          <a:p>
            <a:r>
              <a:t>select 可能绕过被选择符号自身的依赖，不能拿它作为“缺什么就强制开启”的办法。新增驱动要把硬件前提、能力声明和编译规则分别写清。</a:t>
            </a:r>
          </a:p>
          <a:p>
            <a:r>
              <a:t>drivers/serial/Kconfig.cmsdk_apb；https://docs.zephyrproject.org/latest/build/kconfig/tips.html。本例select SERIAL_HAS_DRIVER、SERIAL_SUPPORT_INTERRUPT、PINCTRL。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板 defconfig、应用配置与默认规则如何合并</a:t>
            </a:r>
          </a:p>
          <a:p>
            <a:r>
              <a:t>mps2_an386_defconfig 是板的配置赋值片段，包含 CONFIG_SERIAL=y、CONFIG_UART_CONSOLE=y。应用 prj.conf 再提出本应用需要的功能。</a:t>
            </a:r>
          </a:p>
          <a:p>
            <a:r>
              <a:t>Kconfig.defconfig 使用 Kconfig 语法补充条件默认值。MPS2 在 SERIAL 开启时给 UART_INTERRUPT_DRIVEN 默认 y，它与 xxx_defconfig 不是同一种文件。</a:t>
            </a:r>
          </a:p>
          <a:p>
            <a:r>
              <a:t>配置片段按构建规则合并后仍要经过依赖求值。合法的应用赋值可覆盖板默认；新增驱动的符号、依赖和选源规则仍必须事先存在。</a:t>
            </a:r>
          </a:p>
          <a:p>
            <a:r>
              <a:t>boards/arm/mps2/mps2_an386_defconfig；boards/arm/mps2/Kconfig.defconfig；samples/hello_world/prj.conf只有注释；cmake/modules/kconfig.cmake合并顺序。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同一个开关在三个文件中的写法</a:t>
            </a:r>
          </a:p>
          <a:p>
            <a:r>
              <a:t>声明、最终配置和 C 宏是三个表示形式。bool 关闭时，.config 通常记录未启用，autoconf.h 则不定义对应宏；不能用 #ifdef 测试一个手写为 0 的宏是否开启。</a:t>
            </a:r>
          </a:p>
          <a:p>
            <a:r>
              <a:t>当前MPS2配置与生成autoconf.h核对。片段分别来自不同语法文件，只读对照，不能作为一个脚本执行。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最终配置分别交给 CMake 和 C 编译器</a:t>
            </a:r>
          </a:p>
          <a:p>
            <a:r>
              <a:t>板默认配置、应用 prj.conf 等输入参与 Kconfig 求值，生成 build/zephyr/.config，以及 include/generated/zephyr/autoconf.h。不要直接修改生成文件。</a:t>
            </a:r>
          </a:p>
          <a:p>
            <a:r>
              <a:t>CMake 的 import_kconfig 读取 .config，把 CONFIG_UART_CMSDK_APB 等变成 CMake 变量，供选目录、选源文件使用。</a:t>
            </a:r>
          </a:p>
          <a:p>
            <a:r>
              <a:t>GNU 编译命令通过 -imacros 提供 autoconf.h。C 源码里的 #ifdef CONFIG_* 读取的是这些预处理定义；CMake 变量本身不会直接进入 C 语言。</a:t>
            </a:r>
          </a:p>
          <a:p>
            <a:r>
              <a:t>cmake/modules/kconfig.cmake:541 import_kconfig；根CMakeLists.txt使用AUTOCONF_H和compiler imacros属性；当前GNU构建compile_commands.json有-imacros。路径中的include位于build/zephyr下。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父目录决定是否进入串口的 CMake</a:t>
            </a:r>
          </a:p>
          <a:p>
            <a:r>
              <a:t>先有父目录的 add_subdirectory，子目录的 CMakeLists.txt 才执行。这里 CONFIG_SERIAL 决定进入 serial；它不是看到 drivers/serial 目录就自动编译。</a:t>
            </a:r>
          </a:p>
          <a:p>
            <a:r>
              <a:t>进入串口目录后，各条 zephyr_library_sources_ifdef 再按具体驱动符号添加对应 .c。公共入口与硬件实现的选择分两层。</a:t>
            </a:r>
          </a:p>
          <a:p>
            <a:r>
              <a:t>drivers/CMakeLists.txt:95；drivers/serial/CMakeLists.txt:36；cmake/modules/extensions.cmake zephyr_library_sources_ifdef。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6.3.5。</a:t>
            </a:r>
          </a:p>
          <a:p>
            <a:r>
              <a:t>启用的 arm,cmsdk-uart 节点使驱动依赖满足；UART_CMSDK_APB 默认开启，这段原有 CMake 规则把实现加入编译。</a:t>
            </a:r>
          </a:p>
          <a:p>
            <a:r>
              <a:t>drivers/serial/Kconfig.cmsdk_apb；drivers/serial/CMakeLists.txt:36。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选源、裁剪函数、创建设备实例分别判断</a:t>
            </a:r>
          </a:p>
          <a:p>
            <a:r>
              <a:t>驱动 .c 被编译，不等于所有条件分支都存在，也不等于会创建一个没有启用节点的设备。排错时要先判断自己卡在哪一层。</a:t>
            </a:r>
          </a:p>
          <a:p>
            <a:r>
              <a:t>uart_cmsdk_apb.c:161、469、548；Kconfig与CMake负责选源，C预处理负责源内部，DT实例宏负责重复展开设备定义。 设备树实例宏具体为 DT_INST_FOREACH_STATUS_OKAY。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CONFIG 宏与 DT 宏从不同规则进入源码</a:t>
            </a:r>
          </a:p>
          <a:p>
            <a:r>
              <a:t>CONFIG_* 来自 Kconfig 的生成头。DT_INST_* 由 Zephyr 设备树头文件提供，并使用 devicetree_generated.h 中的数据展开。</a:t>
            </a:r>
          </a:p>
          <a:p>
            <a:r>
              <a:t>DT_DRV_COMPAT 是当前驱动源文件主动定义的宏：把 arm,cmsdk-uart 写成 C 标识符 arm_cmsdk_uart，限定后续实例宏所指的硬件类型。</a:t>
            </a:r>
          </a:p>
          <a:p>
            <a:r>
              <a:t>这个局部宏不能代替 CONFIG_*，也不会自动为本目录所有文件定义。文件夹名、文件名前缀都不会产生这种匹配关系。</a:t>
            </a:r>
          </a:p>
          <a:p>
            <a:r>
              <a:t>该代码是宏与头文件引入的说明片段；实际uart_cmsdk_apb.c通过所包含的Zephyr头链取得device/devicetree宏，不能称原文件紧接着直接include device.h。device.h→devicetree.h→生成头。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设备实例把板配置交给共享驱动</a:t>
            </a:r>
          </a:p>
          <a:p>
            <a:r>
              <a:t>DT_INST_REG_ADDR(n) 提供第 n 个匹配实例的基地址；DT_INST_PROP 取得该实例的属性。驱动把它们写入各自 config/data，而不是改写一份 MPS2 私有收发代码。</a:t>
            </a:r>
          </a:p>
          <a:p>
            <a:r>
              <a:t>实例编号由生成规则决定，不能简单等同于节点标签 uart0。上层用设备树节点取得对应设备对象。</a:t>
            </a:r>
          </a:p>
          <a:p>
            <a:r>
              <a:t>uart_cmsdk_apb.c CMSDK_UART_INIT(n):514–523；驱动的sys_clk_freq存配置，baud_rate存data；DT_INST编号不是硬件编号。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注册设备时同时连接配置、初始化和操作表</a:t>
            </a:r>
          </a:p>
          <a:p>
            <a:r>
              <a:t>DEVICE_DT_INST_DEFINE 为当前实例关联 config、可变 data、初始化函数与 API 表，并记录初始化等级。启动时按规则初始化，运行时再通过设备对象使用。</a:t>
            </a:r>
          </a:p>
          <a:p>
            <a:r>
              <a:t>上方操作表把标准 poll_out 槽位指向 CMSDK 实现。同一接口可以对应 HC32 的另一张操作表，不需要把所有芯片写进一个收发函数。</a:t>
            </a:r>
          </a:p>
          <a:p>
            <a:r>
              <a:t>uart_cmsdk_apb.c:466 DEVICE_API；544 DEVICE_DT_INST_DEFINE；include/zephyr/device.h。说明片段不是要求读者复制创建新驱动。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运行时按设备对象找到具体外设实现</a:t>
            </a:r>
          </a:p>
          <a:p>
            <a:r>
              <a:t>uart_poll_out(dev, c) 从设备操作表找到 poll_out 回调。CMSDK 实现通过 dev-&gt;config 取得基地址，等待状态位后写数据寄存器。</a:t>
            </a:r>
          </a:p>
          <a:p>
            <a:r>
              <a:t>设备树解决实例参数，设备模型解决接口分派，外设驱动解决操作语义。函数最后访问寄存器，并不意味着前面的两层不存在。</a:t>
            </a:r>
          </a:p>
          <a:p>
            <a:r>
              <a:t>include/zephyr/drivers/uart/uart_internal.h z_impl_uart_poll_out；uart_cmsdk_apb.c uart_cmsdk_apb_poll_out。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6.3.6。</a:t>
            </a:r>
          </a:p>
          <a:p>
            <a:r>
              <a:t>console 通过 uart_poll_out() 调用设备 API，最终进入 uart_cmsdk_apb_poll_out()。驱动等待发送状态位，再向 UART data 寄存器写字符。</a:t>
            </a:r>
          </a:p>
          <a:p>
            <a:r>
              <a:t>uart_cmsdk_apb.c 已定义寄存器结构，并用 DT_INST_REG_ADDR 取设备树地址。GPIO 的 CMSDK 驱动也在树内直接读写端口寄存器。</a:t>
            </a:r>
          </a:p>
          <a:p>
            <a:r>
              <a:t>因此本目标有硬件抽象实现；只是它不依赖另下一个 MPS2 HAL / DDL 包。HAL 是职责，DDL 是部分厂商的库名，不能据名称推断依赖。</a:t>
            </a:r>
          </a:p>
          <a:p>
            <a:r>
              <a:t>drivers/console/uart_console.c；drivers/serial/uart_cmsdk_apb.c；drivers/gpio/gpio_cmsdk_ahb.c。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共享驱动中的 SoC 特例仍需单独审查</a:t>
            </a:r>
          </a:p>
          <a:p>
            <a:r>
              <a:t>当前 CMSDK UART 驱动确有 BEETLE 系列专用时钟处理分支。因此“多个平台共享”不等于实现已经完全没有 SoC 耦合。</a:t>
            </a:r>
          </a:p>
          <a:p>
            <a:r>
              <a:t>支持新硬件时先判断差异：地址、IRQ和连接可用设备树表达；时钟、引脚交给相应子系统；寄存器行为差异需要变体数据或专用实现。</a:t>
            </a:r>
          </a:p>
          <a:p>
            <a:r>
              <a:t>是否移到树外属于维护选择。真正要审查的是接口和依赖边界、特例范围与验证覆盖，不能只用目录有没有芯片名判断。</a:t>
            </a:r>
          </a:p>
          <a:p>
            <a:r>
              <a:t>uart_cmsdk_apb.c:139–152 CONFIG_CLOCK_CONTROL和CONFIG_SOC_SERIES_BEETLE；本文不修改上游驱动。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6.3.6。</a:t>
            </a:r>
          </a:p>
          <a:p>
            <a:r>
              <a:t>本例编译清单含 UART、CMSDK GPIO、MMIO GPIO、pinctrl 与 SysTick。GPIO 默认开启，所以会编译；hello_world 的业务仍只是输出问候。</a:t>
            </a:r>
          </a:p>
          <a:p>
            <a:r>
              <a:t>板还描述 I²C、看门狗、以太网等接口，相应 Zephyr 驱动存在。支持某功能不表示当前应用已经启用它，本次也不能据此宣称所有外设都经过运行验证。</a:t>
            </a:r>
          </a:p>
          <a:p>
            <a:r>
              <a:t>先看板支持范围，再看最终 .config / DTS，最后看实际源文件与运行结果。只有模块目录存在，不能证明某段代码进入了固件或执行过。</a:t>
            </a:r>
          </a:p>
          <a:p>
            <a:r>
              <a:t>boards/arm/mps2/mps2_defconfig；mps2_base.dtsi；实际 compile_commands.json；官方 MPS2 Supported Features。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6.3.7。</a:t>
            </a:r>
          </a:p>
          <a:p>
            <a:r>
              <a:t>.config 记录本次选择的板、SoC、CPU 和驱动开关；zephyr.dts 记录合成后的硬件资源与 console 绑定。</a:t>
            </a:r>
          </a:p>
          <a:p>
            <a:r>
              <a:t>compile_commands.json 给出每个选入编译的源及参数。找到 UART / GPIO / 架构文件，再找 CMSIS/Core/Include，才能说明实际输入。</a:t>
            </a:r>
          </a:p>
          <a:p>
            <a:r>
              <a:t>请读取刚生成的 p006/hello_world 目录。旧构建或另一个 BOARD 的记录不能用来证明这一次的选择。</a:t>
            </a:r>
          </a:p>
          <a:p>
            <a:r>
              <a:t>commands/P005_Windows/trace-baseline-build.txt；build/learning-tools/p006/hello_world。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6.4.2。</a:t>
            </a:r>
          </a:p>
          <a:p>
            <a:r>
              <a:t>zephyr-main/modules/cmsis_6 保存 Zephyr 怎样使用 CMSIS 的接入规则；真正 Arm 头文件位于工作区根 modules/hal/cmsis_6。</a:t>
            </a:r>
          </a:p>
          <a:p>
            <a:r>
              <a:t>外部 module.yml 的 cmake-ext / kconfig-ext 表示使用 Zephyr 一侧规则。当前模块目录变量仍指向原始包，因此规则能找到 CMSIS/Core/Include。</a:t>
            </a:r>
          </a:p>
          <a:p>
            <a:r>
              <a:t>只下载 Zephyr、看到主仓有 modules/cmsis_6，不代表已经取到完整 CMSIS。两个目录名相近，来源和版本责任必须分开判断。</a:t>
            </a:r>
          </a:p>
          <a:p>
            <a:r>
              <a:t>外部 zephyr/module.yml；主仓 modules/cmsis_6/CMakeLists.txt；MD 6.4.2。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6.4.1—6.4.3。</a:t>
            </a:r>
          </a:p>
          <a:p>
            <a:r>
              <a:t>仅缺包时在 UCRT64 执行。west list 显示当前来源、固定版本和落点，update 才下载；准备完成的环境跳过这一步。</a:t>
            </a:r>
          </a:p>
          <a:p>
            <a:r>
              <a:t>15-fetch-cmsis-if-missing.txt；本清单 revision=1c1840af7a7e757d6e2fec3ddb0e5ce0dfcc93c8；不会按BOARD求解全部依赖。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model1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5.xml"/><Relationship Id="rIdModelNotes" Type="http://schemas.openxmlformats.org/officeDocument/2006/relationships/notesSlide" Target="../notesSlides/model1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4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5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6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6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7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7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8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8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9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9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0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0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1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1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2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2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3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3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4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Command" Type="http://schemas.openxmlformats.org/officeDocument/2006/relationships/hyperlink" Target="../commands/P005_Windows/build-baseline-west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4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5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5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6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6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7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Command" Type="http://schemas.openxmlformats.org/officeDocument/2006/relationships/hyperlink" Target="../commands/P005_Windows/build-baseline-west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7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8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8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19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9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0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0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1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1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2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2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3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3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4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4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5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5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6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6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7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7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8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8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29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9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0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0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1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1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2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2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3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3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4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4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5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5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6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6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7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7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8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8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39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9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40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Command" Type="http://schemas.openxmlformats.org/officeDocument/2006/relationships/hyperlink" Target="../commands/P005_Windows/trace-baseline-build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0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41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1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_rels/model42.xml.rels><?xml version='1.0' encoding='UTF-8' standalone='yes'?>
<Relationships xmlns="http://schemas.openxmlformats.org/package/2006/relationships"><Relationship Id="rIdReading" Type="http://schemas.openxmlformats.org/officeDocument/2006/relationships/hyperlink" Target="../P005_Zephyr&#24037;&#31243;&#32452;&#32455;&#19982;&#39537;&#21160;&#27169;&#22411;_Windows.md" TargetMode="External"/><Relationship Id="rIdCommand" Type="http://schemas.openxmlformats.org/officeDocument/2006/relationships/hyperlink" Target="../commands/P004_Windows/fetch-cmsis-if-missing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2.xml"/><Relationship Id="rIdModelReading" Type="http://schemas.openxmlformats.org/officeDocument/2006/relationships/hyperlink" Target="../P005_Zephyr&#24037;&#31243;&#32452;&#32455;&#19982;&#39537;&#21160;&#27169;&#22411;_Windows.md" TargetMode="External"/></Relationships>
</file>

<file path=ppt/slides/model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P005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 工程组织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与驱动模型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5" name="Presenter lizhaojun"/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model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从官方工程理解驱动怎样连接具体硬件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沿同一份 hello_world 固件选择应用与 mps2/an386，找到架构、SoC、板配置和 CMSDK 外设驱动各自的位置。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先区分标准 UART 接口与具体 IP 实现，再追 DTS、Kconfig、板 defconfig、应用配置、CMake、生成头与设备实例，直到真正读写寄存器。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读完后再迁移到 HC32：我们已经能判断哪些接口可复用、哪些实现需要补齐，以及为什么选择外部 DDL。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是平台，AN386 是系统目标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是 Arm 的 Cortex-M 原型开发平台，使用 FPGA 装载不同处理器系统设计；板资源承载这些系统。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AN386 对应 Cortex-M4F 系统设计与 FPGA 映像。内核实现 Armv7E-M，属于 Armv7-M 家族；当前目标有浮点和 MPU 能力。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因此 mps2/an386 是一个具体硬件组合。它不能简化成一颗叫 MPS2 的固定 MCU，也不能与 Cortex-M3 的 AN385 随意交换。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0E3A678-6D76-452F-AD13-5E74E5E2808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通用接口、具体驱动和板配置各管什么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应用调用 Zephyr UART 接口；</a:t>
            </a: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  <a:r>
              <a:t> 实现 CMSDK APB UART 这一种外设 IP。文件名已经标明硬件类型，它不是所有串口共用的寄存器代码。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与 MPS3 使用同一 IP 时复用驱动；各自 DTS 提供基地址、中断和时钟，再生成各自设备实例。配置私有化不要求复制一份驱动。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设备树减少每块板重复硬编码的配置；不同外设的寄存器语义仍需要具体驱动或 HAL 实现。本章继续展开选源和实例链。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理解顺序与构建输入要接起来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架构 → SoC → 板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选择一致的硬件组合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 + 组件配置 → 固件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认识顺序是：CPU 架构 → 芯片或 SoC → 具体板 → 应用 → 组件配置 → 固件。每层都回答上一层还没确定的问题。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实际构建通常选择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与应用目录。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的名字和 qualifiers 带出配套 SoC、CPU 和板资源，不是任选四个独立开关。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同为 Cortex-M4 只能说明可共享部分架构支持；要换成 HC32 的 UART、时钟和引脚，仍需要 HC32 SoC 与 UYUP 板定义。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ECFF7A9-8F09-4B0E-89ED-C66E2D0608D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为什么用 MPS2 / AN386 作对照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AN386 是 MPS2 的 Cortex-M4F 目标。官方已经提供板定义、SoC 选择、设备树和可用驱动，hello_world 可直接选它构建。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这让我们保持硬件支持不变，只改变一个自定义组件，容易判断错误来自组件接入还是板移植。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本章可在电脑上完成构建并用 QEMU 观察输出。接着以 HC32 对照同样的接入关系，逐文件移植练习继续在 P012。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EC04581-2E6F-4ACE-95C1-CA5AA34E5A2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固件还需要源码组件与工具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 + Zephyr 板/SoC/架构/驱动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外部源码模块：CMSIS / HAL / 普通组件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编译与链接 → 固件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内核、架构、SoC 和驱动实现系统与硬件支持；外部源码模块补充当前配置需要的接口或实现。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HAL 是硬件抽象层，DDL 是厂商设备驱动库：它们把外设寄存器操作封装成接口。Zephyr 驱动可以调用这些库，也可以直接实现寄存器访问。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SDK 在电脑上提供编译器、链接器等工具。它不会替代板支持，也不会因为安装了 SDK 就自动提供某个 HAL 源码。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6E6085-D9F9-445F-BB49-895E1FD73CD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CMSIS、CMSDK、SDK 分别是什么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CMSIS 是 Arm 的标准软件接口及配套代码。本例使用 CMSIS_6 的 Core 内核头，提供内核寄存器与 NVIC 等接口，最终包含 </a:t>
            </a:r>
            <a:r>
              <a:rPr>
                <a:solidFill>
                  <a:srgbClr val="0070C0"/>
                </a:solidFill>
                <a:ea typeface="Microsoft YaHei"/>
              </a:rPr>
              <a:t>core_cm4.h</a:t>
            </a:r>
            <a:r>
              <a:t>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CMSDK 是本目标若干 Arm 外设接口的名称，例如 CMSDK UART / GPIO。它出现在设备树与驱动名，不表示另一个必装的 SDK。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SDK 是电脑端编译工具包。本例 CMSIS 主要以头文件参与，所以没有 CMSIS 的独立 .c 条目，也能构成真实依赖。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C84550D-8881-42C6-8D1D-B4B5F87CE7C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模块是源码接入契约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模块目录通过 </a:t>
            </a:r>
            <a:r>
              <a:rPr>
                <a:solidFill>
                  <a:srgbClr val="0070C0"/>
                </a:solidFill>
                <a:ea typeface="Microsoft YaHei"/>
              </a:rPr>
              <a:t>zephyr/module.yml</a:t>
            </a:r>
            <a:r>
              <a:t> 等入口说明自己的名字、CMake 与 Kconfig 接入位置；构建必须先得到这个目录的真实路径。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CMSIS_6 提供内核头，hal_xhsc 提供华大设备与外设源码，普通模块也可提供业务函数。模块机制相同，适用硬件与贡献内容不同。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管理仓库获取与版本。一个项目存在、被识别为模块、功能选中、源文件编译，是需要逐阶段确认的事情。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D6244D1-97EB-45EE-8979-E922D51B154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目录按职责组织，驱动按硬件实现区分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771650"/>
          <a:ext cx="10972800" cy="3143250"/>
        </p:xfrm>
        <a:graphic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所在位置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它回答的问题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include/zephyr/drivers/uart.h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上层怎样统一使用 UART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drivers/serial/uart_cmsdk_apb.c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CMSDK UART 怎样配置和收发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boards/、soc/、dts/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目标采用什么硬件与实例配置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 hal_xhsc / hc32_port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厂商底层与本工程适配怎样分别维护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</a:tr>
            </a:tbl>
          </a:graphicData>
        </a:graphic>
      </p:graphicFrame>
      <p:sp>
        <p:nvSpPr>
          <p:cNvPr id="5" name="Body 0"/>
          <p:cNvSpPr>
            <a:spLocks noGrp="1"/>
          </p:cNvSpPr>
          <p:nvPr/>
        </p:nvSpPr>
        <p:spPr>
          <a:xfrm>
            <a:off x="609600" y="50863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外设 IP 是芯片里可复用的硬件模块。</a:t>
            </a: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  <a:r>
              <a:t> 中的 cmsdk_apb 标识一种 UART 实现，不能把它理解成所有 UART 的通用层。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共享范围与源码位置是两个维度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共享范围：UART API 跨实现共用；CMSDK 驱动在兼容该 IP 的平台间复用；某块板的地址、连线和默认控制台属于实例配置。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源码位置：这些实现可以由 Zephyr 主仓维护，也可以由树外模块维护。搬到独立仓库不会自动消除芯片耦合，放在树内也不表示所有应用都编译它。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本工程把 HC32 适配与 DDL 分开维护，是为了明确接口和版本边界。源码模块随固件编译链接，不等同于 Linux 的可加载 .ko。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应用与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是两项输入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 hello_world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mps2/an386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同一次 Build → zephyr.elf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hello_world 是包含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、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 与 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的应用，它说明要运行什么业务。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mps2/an386 是板目标，选择硬件平台、CPU、内存和外设描述。同一应用可为不同受支持板生成不同固件。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Build 目录保存这一次应用与板的组合。改用一个应用，不等于创建一块新板；换板也不是把应用复制一遍。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6021524-7D8B-4177-A076-C7E38C6D818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应用入口决定本次业务源码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cmake_minimum_required(VERSION 3.28.0)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find_package</a:t>
            </a:r>
            <a:r>
              <a:t>(Zephyr REQUIRED HINTS $ENV{</a:t>
            </a:r>
            <a:r>
              <a:rPr>
                <a:solidFill>
                  <a:srgbClr val="B84E00"/>
                </a:solidFill>
                <a:ea typeface="Microsoft YaHei"/>
              </a:rPr>
              <a:t>ZEPHYR_BASE</a:t>
            </a:r>
            <a:r>
              <a:t>})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project</a:t>
            </a:r>
            <a:r>
              <a:t>(hello_world)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target_sources</a:t>
            </a:r>
            <a:r>
              <a:t>(app PRIVATE </a:t>
            </a:r>
            <a:r>
              <a:rPr>
                <a:solidFill>
                  <a:srgbClr val="0070C0"/>
                </a:solidFill>
                <a:ea typeface="Microsoft YaHei"/>
              </a:rPr>
              <a:t>src/main.c</a:t>
            </a:r>
            <a:r>
              <a:t>)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代码为官方 hello_world 的原有构建入口。应用根中的 CMakeLists 决定加入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；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配置功能，可选 overlay 调整本应用硬件使用。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0A579D0-7EA6-4AB7-A70C-9C4AB529E45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命令里分别选应用、板和输出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build -b mps2/an386 </a:t>
            </a:r>
            <a:r>
              <a:rPr>
                <a:solidFill>
                  <a:srgbClr val="0070C0"/>
                </a:solidFill>
                <a:ea typeface="Microsoft YaHei"/>
              </a:rPr>
              <a:t>samples/hello_world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build/learning-tools/p006/hello_world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 -S </a:t>
            </a:r>
            <a:r>
              <a:rPr>
                <a:solidFill>
                  <a:srgbClr val="0070C0"/>
                </a:solidFill>
                <a:ea typeface="Microsoft YaHei"/>
              </a:rPr>
              <a:t>samples/hello_world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-B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build/learning-tools/p006/hello_world-cmake</a:t>
            </a:r>
            <a:r>
              <a:t> -DBOARD=mps2/an386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的应用路径对应 CMake 的 -S；-b 对应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；-d 对应 -B。本页只对照参数位置，完整环境与命令在后页及附件。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02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FF830B-F0DD-4CD1-B7B2-BEEE0614BA6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应用与板的组合需要独立目录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hello_world + AN386 → hello_world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component_hello + AN386 → component_hello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hello_world + AN385 → hello_world-an385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本章先构建 hello_world + mps2/an386，输出 p006/hello_world；后面换成自己的 component_hello 应用，板仍保持不变。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同板换应用时，应用路径与输出一起换成 component_hello；同应用换到 AN385 时，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与输出换成对应的新组合。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源码根、应用根、模块根和生成目录分别承担不同职责。不能把下载仓库根直接当成唯一应用，也不要混用旧 Build 缓存。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E94E14E-42B2-4E87-A85B-00B1918723B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官网示例用 AN385，本教程选 AN386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官方 MPS2 Armv7-M 文档的 hello_world 示例明确使用 mps2/an385；它同时把 AN385、AN386、AN500 列为受支持目标。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本教程保留同一个官方 hello_world 应用，另选 mps2/an386，以 Cortex-M4 系统作为 HC32 迁移前的对照。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所以后页命令是本教程选择的应用与板组合。应用、板目标与独立输出三项都明确，不能把它标作官网原样命令。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FCC226C-B303-44A6-821E-7B62B3CC586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先建立官方应用的对照构建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source</a:t>
            </a:r>
            <a:r>
              <a:t> .venv/Scripts/activate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export </a:t>
            </a:r>
            <a:r>
              <a:rPr>
                <a:solidFill>
                  <a:srgbClr val="B84E00"/>
                </a:solidFill>
                <a:ea typeface="Microsoft YaHei"/>
              </a:rPr>
              <a:t>ZEPHYR_BASE</a:t>
            </a:r>
            <a:r>
              <a:t>='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G:/zephyr_practice/zephyr-main'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build -b mps2/an386 </a:t>
            </a:r>
            <a:r>
              <a:rPr>
                <a:solidFill>
                  <a:srgbClr val="0070C0"/>
                </a:solidFill>
                <a:ea typeface="Microsoft YaHei"/>
              </a:rPr>
              <a:t>samples/hello_world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build/learning-tools/p006/hello_world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-- -DCMAKE_EXPORT_COMPILE_COMMANDS=ON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UCRT64 执行本页完整块。先确认 SDK 与 CMSIS 已准备；本章用独立 p006 输出目录保留这次对照。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02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D676E38-75F3-42C9-AEF6-A32D3869E65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的硬件支持由哪些层组成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boards/arm/mps2 + soc/arm/mps2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arch/arm/core/cortex_m + CMSIS_6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drivers：UART / GPIO / pinctrl / SysTick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板层描述内存、外设、引脚与默认配置；SoC 层确定 ARM / Cortex-M4，并提供芯片系列的头文件和接入规则。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架构层实现复位、向量、中断入口和线程上下文；CMSIS 内核头提供 NVIC、SysTick 等内核寄存器与接口。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外设层已有 CMSDK UART / GPIO、MMIO GPIO、pinctrl 和系统计时驱动。硬件抽象职责是完整组合，不要求都装进名为 HAL 的独立库。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8A90E97-9FA2-4E67-80DD-0965B411141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Arm 确实提供独立 BSP / Pack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Arm Keil 官方有 V2M-MPS2_CMx_BSP，包含 Board Support 与 Device Support；MPS2 不是没有厂商支持包。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另一件事是：当前 Zephyr 的 mps2/an386 是否用到它。此构建走 Zephyr 自有板、SoC、架构与驱动，再引用 CMSIS_6。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本次清单和编译输入未直接使用该 BSP Pack。因此不把下载 Pack 列为必做，也不能据此声称所有 MPS2 开发方式都不需要它。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CF75712-BF23-434A-856C-CC48419A96A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从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进入 CPU 架构支持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mps2/an386 → board.yml / Kconfig.mps2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SOC_AN386 → ARM / CPU_CORTEX_M4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arch/arm/core/cortex_m → 启动与上下文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的 mps2 部分找到板定义，an386 选中对应 SoC；板 Kconfig 进而选择 </a:t>
            </a:r>
            <a:r>
              <a:rPr>
                <a:solidFill>
                  <a:srgbClr val="0070C0"/>
                </a:solidFill>
                <a:ea typeface="Microsoft YaHei"/>
              </a:rPr>
              <a:t>SOC_AN386</a:t>
            </a:r>
            <a:r>
              <a:t>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 SoC Kconfig 选择 ARM、Cortex-M4、MPU 与 VFP。架构 CMake 据此进入 Cortex-M 目录。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所以 </a:t>
            </a:r>
            <a:r>
              <a:rPr>
                <a:solidFill>
                  <a:srgbClr val="0070C0"/>
                </a:solidFill>
                <a:ea typeface="Microsoft YaHei"/>
              </a:rPr>
              <a:t>reset.S</a:t>
            </a:r>
            <a:r>
              <a:t>、</a:t>
            </a:r>
            <a:r>
              <a:rPr>
                <a:solidFill>
                  <a:srgbClr val="0070C0"/>
                </a:solidFill>
                <a:ea typeface="Microsoft YaHei"/>
              </a:rPr>
              <a:t>vector_table.S</a:t>
            </a:r>
            <a:r>
              <a:t>、</a:t>
            </a:r>
            <a:r>
              <a:rPr>
                <a:solidFill>
                  <a:srgbClr val="0070C0"/>
                </a:solidFill>
                <a:ea typeface="Microsoft YaHei"/>
              </a:rPr>
              <a:t>thread.c</a:t>
            </a:r>
            <a:r>
              <a:t> 等实现已被选入。应用不需要另写一套启动文件；这些文件也不是 SDK 生成的。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1EE6A4A-F8C2-4469-A9F7-29D0C0196A2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NVIC、节拍、内存和时钟也有来源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Cortex-M 的 </a:t>
            </a:r>
            <a:r>
              <a:rPr>
                <a:solidFill>
                  <a:srgbClr val="0070C0"/>
                </a:solidFill>
                <a:ea typeface="Microsoft YaHei"/>
              </a:rPr>
              <a:t>irq_manage.c</a:t>
            </a:r>
            <a:r>
              <a:t> 调用 CMSIS 的 NVIC_EnableIRQ / NVIC_SetPriority 等接口，连接 Zephyr 中断管理和内核寄存器。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CONFIG_CORTEX_M_SYSTICK</a:t>
            </a:r>
            <a:r>
              <a:t> 选择 </a:t>
            </a:r>
            <a:r>
              <a:rPr>
                <a:solidFill>
                  <a:srgbClr val="0070C0"/>
                </a:solidFill>
                <a:ea typeface="Microsoft YaHei"/>
              </a:rPr>
              <a:t>cortex_m_systick.c</a:t>
            </a:r>
            <a:r>
              <a:t> 提供系统节拍。板 DTS 定义 Flash、SRAM 和 25 MHz 固定时钟节点，链接布局按这些输入形成。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这些职责分别位于架构、CMSIS、计时驱动和板描述中。不要看到 </a:t>
            </a:r>
            <a:r>
              <a:rPr>
                <a:solidFill>
                  <a:srgbClr val="0070C0"/>
                </a:solidFill>
                <a:ea typeface="Microsoft YaHei"/>
              </a:rPr>
              <a:t>soc.c</a:t>
            </a:r>
            <a:r>
              <a:t> 就猜它完成所有时钟初始化；该文件还含其他 MPS2 变体共用代码。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9F02178-1A37-4D96-949F-82D961B6036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设备树说明 UART 在哪里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uart0: uart@40004000 {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compatible = "arm,cmsdk-uart";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reg = &lt;0x40004000 0x1000&gt;;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current-speed = &lt;115200&gt;;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};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7909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板的 chosen 已把 console 指向 uart0。这段原文件摘录说明接口种类、地址和波特率，只读理解即可。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0CAE0EA-AFB9-4726-859C-D53A673F7C3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同一种 UART，用不同配置服务不同平台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771650"/>
          <a:ext cx="10972800" cy="2514600"/>
        </p:xfrm>
        <a:graphic>
          <a:graphicData uri="http://schemas.openxmlformats.org/drawingml/2006/table">
            <a:tbl>
              <a:tblPr/>
              <a:tblGrid>
                <a:gridCol w="3048000"/>
                <a:gridCol w="3810000"/>
                <a:gridCol w="4114800"/>
              </a:tblGrid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UART0 配置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MPS3 的本例配置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compatible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arm,cmsdk-uart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arm,cmsdk-uart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reg 基地址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0x40004000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0x09303000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TX / RX 中断号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/ 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 / 33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 0"/>
          <p:cNvSpPr>
            <a:spLocks noGrp="1"/>
          </p:cNvSpPr>
          <p:nvPr/>
        </p:nvSpPr>
        <p:spPr>
          <a:xfrm>
            <a:off x="609600" y="445770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 IP 复用寄存器操作，各实例保存自己的地址和中断。寄存器语义不同的外设仍需对应驱动，设备树不能生成操作算法。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Kconfig 文件沿入口读取，不按目录自动生效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顶层 Kconfig 进入 Kconfig.zephyr，再由 </a:t>
            </a:r>
            <a:r>
              <a:rPr>
                <a:solidFill>
                  <a:srgbClr val="0070C0"/>
                </a:solidFill>
                <a:ea typeface="Microsoft YaHei"/>
              </a:rPr>
              <a:t>drivers/Kconfig</a:t>
            </a:r>
            <a:r>
              <a:t> 读取串口 Kconfig。串口文件明确写出 rsource "Kconfig.cmsdk_apb"，才读入这个实现的声明。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source</a:t>
            </a:r>
            <a:r>
              <a:t> 按 Kconfig 的源码根规则定位，rsource 相对当前 Kconfig 文件定位。本例逐条列出驱动配置入口，不会自动扫描目录里新增的 Kconfig 文件。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新增私有驱动时，既要让它的 Kconfig 声明可达，也要让后面的 CMake 选源规则可达；只复制文件或只写 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都不完整。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一个 Kconfig 符号怎样成为可选实现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config UART_CMSDK_APB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bool "ARM CMSDK APB UART driver"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default y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depends on DT_HAS_ARM_CMSDK_UART_ENABLED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config 声明名不带 CONFIG_。bool 表示开关；default y 只在依赖满足等条件下提供默认值。depends on 限制可选条件，不是负责下载或编译。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43365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DT_HAS_ARM_CMSDK_UART_ENABLED 来自设备树支持的 Kconfig 生成规则。最终值由启用节点及配置求值决定，不能在 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强设来绕过缺失硬件。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default、depends on 与 select 不做同一件事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depends on 给当前符号设置前提。default 是没有显式覆盖时的候选值，仍受依赖约束；最终结果应检查 .config，不能只看声明里的 default y。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select 是反向依赖，当前驱动选中后推动另一个符号启用。本例声明串口驱动能力并选择 PINCTRL；它不是添加源文件的命令。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select 可能绕过被选择符号自身的依赖，不能拿它作为“缺什么就强制开启”的办法。新增驱动要把硬件前提、能力声明和编译规则分别写清。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板 defconfig、应用配置与默认规则如何合并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mps2_an386_defconfig 是板的配置赋值片段，包含 </a:t>
            </a:r>
            <a:r>
              <a:rPr>
                <a:solidFill>
                  <a:srgbClr val="B84E00"/>
                </a:solidFill>
                <a:ea typeface="Microsoft YaHei"/>
              </a:rPr>
              <a:t>CONFIG_SERIAL</a:t>
            </a:r>
            <a:r>
              <a:t>=y、</a:t>
            </a:r>
            <a:r>
              <a:rPr>
                <a:solidFill>
                  <a:srgbClr val="B84E00"/>
                </a:solidFill>
                <a:ea typeface="Microsoft YaHei"/>
              </a:rPr>
              <a:t>CONFIG_UART_CONSOLE</a:t>
            </a:r>
            <a:r>
              <a:t>=y。应用 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再提出本应用需要的功能。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Kconfig.defconfig 使用 Kconfig 语法补充条件默认值。MPS2 在 SERIAL 开启时给 UART_INTERRUPT_DRIVEN 默认 y，它与 xxx_defconfig 不是同一种文件。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配置片段按构建规则合并后仍要经过依赖求值。合法的应用赋值可覆盖板默认；新增驱动的符号、依赖和选源规则仍必须事先存在。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同一个开关在三个文件中的写法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Kconfig 中声明（名称没有 CONFIG_ 前缀）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config UART_CMSDK_APB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.config 中保存最终值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CONFIG_UART_CMSDK_APB</a:t>
            </a:r>
            <a:r>
              <a:t>=y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/* </a:t>
            </a:r>
            <a:r>
              <a:rPr>
                <a:solidFill>
                  <a:srgbClr val="0070C0"/>
                </a:solidFill>
                <a:ea typeface="Microsoft YaHei"/>
              </a:rPr>
              <a:t>autoconf.h</a:t>
            </a:r>
            <a:r>
              <a:t> 中供 C 预处理使用 */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#define CONFIG_UART_CMSDK_APB 1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声明、最终配置和 C 宏是三个表示形式。bool 关闭时，.config 通常记录未启用，</a:t>
            </a:r>
            <a:r>
              <a:rPr>
                <a:solidFill>
                  <a:srgbClr val="0070C0"/>
                </a:solidFill>
                <a:ea typeface="Microsoft YaHei"/>
              </a:rPr>
              <a:t>autoconf.h</a:t>
            </a:r>
            <a:r>
              <a:t> 则不定义对应宏；不能用 #ifdef 测试一个手写为 0 的宏是否开启。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最终配置分别交给 CMake 和 C 编译器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板默认配置、应用 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等输入参与 Kconfig 求值，生成 </a:t>
            </a:r>
            <a:r>
              <a:rPr>
                <a:solidFill>
                  <a:srgbClr val="0070C0"/>
                </a:solidFill>
                <a:ea typeface="Microsoft YaHei"/>
              </a:rPr>
              <a:t>build/zephyr/.config</a:t>
            </a:r>
            <a:r>
              <a:t>，以及 </a:t>
            </a:r>
            <a:r>
              <a:rPr>
                <a:solidFill>
                  <a:srgbClr val="0070C0"/>
                </a:solidFill>
                <a:ea typeface="Microsoft YaHei"/>
              </a:rPr>
              <a:t>include/generated/zephyr/autoconf.h</a:t>
            </a:r>
            <a:r>
              <a:t>。不要直接修改生成文件。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CMake 的 import_kconfig 读取 .config，把 </a:t>
            </a:r>
            <a:r>
              <a:rPr>
                <a:solidFill>
                  <a:srgbClr val="B84E00"/>
                </a:solidFill>
                <a:ea typeface="Microsoft YaHei"/>
              </a:rPr>
              <a:t>CONFIG_UART_CMSDK_APB</a:t>
            </a:r>
            <a:r>
              <a:t> 等变成 CMake 变量，供选目录、选源文件使用。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编译命令通过 -imacros 提供 </a:t>
            </a:r>
            <a:r>
              <a:rPr>
                <a:solidFill>
                  <a:srgbClr val="0070C0"/>
                </a:solidFill>
                <a:ea typeface="Microsoft YaHei"/>
              </a:rPr>
              <a:t>autoconf.h</a:t>
            </a:r>
            <a:r>
              <a:t>。C 源码里的 #ifdef CONFIG_* 读取的是这些预处理定义；CMake 变量本身不会直接进入 C 语言。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父目录决定是否进入串口的 CMake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drivers/CMakeLists.txt，只读源码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add_subdirectory_ifdef(</a:t>
            </a:r>
            <a:r>
              <a:rPr>
                <a:solidFill>
                  <a:srgbClr val="B84E00"/>
                </a:solidFill>
                <a:ea typeface="Microsoft YaHei"/>
              </a:rPr>
              <a:t>CONFIG_SERIAL</a:t>
            </a:r>
            <a:r>
              <a:t> serial)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drivers/serial/CMakeLists.txt，只读源码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zephyr_library_sources_ifdef</a:t>
            </a:r>
            <a:r>
              <a:t>(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B84E00"/>
                </a:solidFill>
                <a:ea typeface="Microsoft YaHei"/>
              </a:rPr>
              <a:t>CONFIG_UART_CMSDK_APB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  <a:r>
              <a:t>)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先有父目录的 add_subdirectory，子目录的 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 才执行。这里 </a:t>
            </a:r>
            <a:r>
              <a:rPr>
                <a:solidFill>
                  <a:srgbClr val="B84E00"/>
                </a:solidFill>
                <a:ea typeface="Microsoft YaHei"/>
              </a:rPr>
              <a:t>CONFIG_SERIAL</a:t>
            </a:r>
            <a:r>
              <a:t> 决定进入 serial；它不是看到 </a:t>
            </a:r>
            <a:r>
              <a:rPr>
                <a:solidFill>
                  <a:srgbClr val="0070C0"/>
                </a:solidFill>
                <a:ea typeface="Microsoft YaHei"/>
              </a:rPr>
              <a:t>drivers/serial</a:t>
            </a:r>
            <a:r>
              <a:t> 目录就自动编译。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50223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进入串口目录后，各条 </a:t>
            </a:r>
            <a:r>
              <a:rPr>
                <a:solidFill>
                  <a:srgbClr val="087B3D"/>
                </a:solidFill>
                <a:ea typeface="Microsoft YaHei"/>
              </a:rPr>
              <a:t>zephyr_library_sources_ifdef</a:t>
            </a:r>
            <a:r>
              <a:t> 再按具体驱动符号添加对应 .c。公共入口与硬件实现的选择分两层。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从硬件描述选到真正的源文件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zephyr_library_sources_ifdef</a:t>
            </a:r>
            <a:r>
              <a:t>(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B84E00"/>
                </a:solidFill>
                <a:ea typeface="Microsoft YaHei"/>
              </a:rPr>
              <a:t>CONFIG_UART_CMSDK_APB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)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1051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启用的 arm,cmsdk-uart 节点使驱动依赖满足；UART_CMSDK_APB 默认开启，这段原有 CMake 规则把实现加入编译。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3C95B94-B47B-4DF0-B30C-1A4DB23FDA4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选源、裁剪函数、创建设备实例分别判断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771650"/>
          <a:ext cx="10972800" cy="3048000"/>
        </p:xfrm>
        <a:graphic>
          <a:graphicData uri="http://schemas.openxmlformats.org/drawingml/2006/table">
            <a:tbl>
              <a:tblPr/>
              <a:tblGrid>
                <a:gridCol w="2476500"/>
                <a:gridCol w="4857750"/>
                <a:gridCol w="3638550"/>
              </a:tblGrid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控制方式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实际效果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</a:tr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条件选源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CONFIG_UART_CMSDK_APB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选中驱动源文件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预处理 #ifdef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CONFIG_UART_INTERRUPT_DRIVEN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保留中断代码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</a:tr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设备树实例宏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匹配且启用的节点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生成对应设备实例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 0"/>
          <p:cNvSpPr>
            <a:spLocks noGrp="1"/>
          </p:cNvSpPr>
          <p:nvPr/>
        </p:nvSpPr>
        <p:spPr>
          <a:xfrm>
            <a:off x="609600" y="499110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驱动 .c 被编译，不等于所有条件分支都存在，也不等于会创建一个没有启用节点的设备。排错时要先判断自己卡在哪一层。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CONFIG 宏与 DT 宏从不同规则进入源码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/* 说明片段：局部宏与 Zephyr 头文件 */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#define DT_DRV_COMPAT arm_cmsdk_uart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#include &lt;zephyr/device.h&gt;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1051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CONFIG_* 来自 Kconfig 的生成头。DT_INST_* 由 Zephyr 设备树头文件提供，并使用 </a:t>
            </a:r>
            <a:r>
              <a:rPr>
                <a:solidFill>
                  <a:srgbClr val="0070C0"/>
                </a:solidFill>
                <a:ea typeface="Microsoft YaHei"/>
              </a:rPr>
              <a:t>devicetree_generated.h</a:t>
            </a:r>
            <a:r>
              <a:t> 中的数据展开。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39936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DT_DRV_COMPAT 是当前驱动源文件主动定义的宏：把 arm,cmsdk-uart 写成 C 标识符 arm_cmsdk_uart，限定后续实例宏所指的硬件类型。</a:t>
            </a:r>
          </a:p>
        </p:txBody>
      </p:sp>
      <p:sp>
        <p:nvSpPr>
          <p:cNvPr id="7" name="Body 2"/>
          <p:cNvSpPr>
            <a:spLocks noGrp="1"/>
          </p:cNvSpPr>
          <p:nvPr/>
        </p:nvSpPr>
        <p:spPr>
          <a:xfrm>
            <a:off x="609600" y="4882134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这个局部宏不能代替 CONFIG_*，也不会自动为本目录所有文件定义。文件夹名、文件名前缀都不会产生这种匹配关系。</a:t>
            </a:r>
          </a:p>
        </p:txBody>
      </p:sp>
      <p:sp>
        <p:nvSpPr>
          <p:cNvPr id="8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设备实例把板配置交给共享驱动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/* 源码节选：每个实例拥有自己的配置 */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.uart = (volatile struct uart_cmsdk_apb *)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    DT_INST_REG_ADDR(n),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.sys_clk_freq = DT_INST_PROP_BY_PHANDLE(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    n, clocks, clock_frequency),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7909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DT_INST_REG_ADDR(n) 提供第 n 个匹配实例的基地址；DT_INST_PROP 取得该实例的属性。驱动把它们写入各自 config/data，而不是改写一份 MPS2 私有收发代码。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46794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实例编号由生成规则决定，不能简单等同于节点标签 uart0。上层用设备树节点取得对应设备对象。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注册设备时同时连接配置、初始化和操作表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/* CMSDK 驱动原有操作表节选 */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static DEVICE_API(uart, uart_cmsdk_apb_driver_api) = {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.poll_in = uart_cmsdk_apb_poll_in,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.poll_out = uart_cmsdk_apb_poll_out,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/* 其他操作省略 */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};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DEVICE_DT_INST_DEFINE 为当前实例关联 config、可变 data、初始化函数与 API 表，并记录初始化等级。启动时按规则初始化，运行时再通过设备对象使用。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50223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上方操作表把标准 poll_out 槽位指向 CMSDK 实现。同一接口可以对应 HC32 的另一张操作表，不需要把所有芯片写进一个收发函数。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运行时按设备对象找到具体外设实现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UART 标准接口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3190875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3419475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设备的 API 表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600075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6229350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CMSDK 回调</a:t>
            </a:r>
          </a:p>
        </p:txBody>
      </p:sp>
      <p:sp>
        <p:nvSpPr>
          <p:cNvPr id="9" name="Arrow 2"/>
          <p:cNvSpPr>
            <a:spLocks noGrp="1"/>
          </p:cNvSpPr>
          <p:nvPr/>
        </p:nvSpPr>
        <p:spPr>
          <a:xfrm>
            <a:off x="8810625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10" name="Flow 3"/>
          <p:cNvSpPr>
            <a:spLocks noGrp="1"/>
          </p:cNvSpPr>
          <p:nvPr/>
        </p:nvSpPr>
        <p:spPr>
          <a:xfrm>
            <a:off x="9039225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该实例的寄存器</a:t>
            </a:r>
          </a:p>
        </p:txBody>
      </p:sp>
      <p:sp>
        <p:nvSpPr>
          <p:cNvPr id="11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uart_poll_out(dev, c) 从设备操作表找到 poll_out 回调。CMSDK 实现通过 dev-&gt;config 取得基地址，等待状态位后写数据寄存器。</a:t>
            </a:r>
          </a:p>
        </p:txBody>
      </p:sp>
      <p:sp>
        <p:nvSpPr>
          <p:cNvPr id="12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设备树解决实例参数，设备模型解决接口分派，外设驱动解决操作语义。函数最后访问寄存器，并不意味着前面的两层不存在。</a:t>
            </a:r>
          </a:p>
        </p:txBody>
      </p:sp>
      <p:sp>
        <p:nvSpPr>
          <p:cNvPr id="13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14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硬件访问已在 Zephyr 驱动中实现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console 通过 uart_poll_out() 调用设备 API，最终进入 uart_cmsdk_apb_poll_out()。驱动等待发送状态位，再向 UART data 寄存器写字符。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  <a:r>
              <a:t> 已定义寄存器结构，并用 DT_INST_REG_ADDR 取设备树地址。GPIO 的 CMSDK 驱动也在树内直接读写端口寄存器。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本例没有把这些外设操作另外抽成独立裸机库。共享的是 CMSDK IP 实现，板级配置来自设备树；是否复用厂商 DDL 是另一项工程选择。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2FB6706-5C2D-4E00-9A12-405D034465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共享驱动中的 SoC 特例仍需单独审查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 CMSDK UART 驱动确有 BEETLE 系列专用时钟处理分支。因此“多个平台共享”不等于实现已经完全没有 SoC 耦合。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支持新硬件时先判断差异：地址、IRQ和连接可用设备树表达；时钟、引脚交给相应子系统；寄存器行为差异需要变体数据或专用实现。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是否移到树外属于维护选择。真正要审查的是接口和依赖边界、特例范围与验证覆盖，不能只用目录有没有芯片名判断。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1DB10-C444-4D42-9C34-4015FF75C4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板支持、编译进入、实际使用要分清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本例编译清单含 UART、CMSDK GPIO、MMIO GPIO、pinctrl 与 SysTick。GPIO 默认开启，所以会编译；hello_world 的业务仍只是输出问候。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板还描述 I²C、看门狗、以太网等接口，相应 Zephyr 驱动存在。支持某功能不表示当前应用已经启用它，本次也不能据此宣称所有外设都经过运行验证。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先看板支持范围，再看最终 .config / DTS，最后看实际源文件与运行结果。只有模块目录存在，不能证明某段代码进入了固件或执行过。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53F08E-B78B-40C6-88A7-CF9AC95E338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用同一次产物反查代码来源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.config 记录本次选择的板、SoC、CPU 和驱动开关；</a:t>
            </a:r>
            <a:r>
              <a:rPr>
                <a:solidFill>
                  <a:srgbClr val="0070C0"/>
                </a:solidFill>
                <a:ea typeface="Microsoft YaHei"/>
              </a:rPr>
              <a:t>zephyr.dts</a:t>
            </a:r>
            <a:r>
              <a:t> 记录合成后的硬件资源与 console 绑定。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compile_commands.json</a:t>
            </a:r>
            <a:r>
              <a:t> 给出每个选入编译的源及参数。找到 UART / GPIO / 架构文件，再找 CMSIS/Core/Include，才能说明实际输入。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请读取刚生成的 p006/hello_world 目录。旧构建或另一个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的记录不能用来证明这一次的选择。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10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E2FE39-757D-499E-AD17-5CD27561B9F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主仓接入规则不是外部源码包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主仓：modules/cmsis_6 接入规则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外部：modules/hal/cmsis_6 原始头文件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规则读取外部目录 → 编译 include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zephyr-main/</a:t>
            </a:r>
            <a:r>
              <a:rPr>
                <a:solidFill>
                  <a:srgbClr val="0070C0"/>
                </a:solidFill>
                <a:ea typeface="Microsoft YaHei"/>
              </a:rPr>
              <a:t>modules/cmsis_6</a:t>
            </a:r>
            <a:r>
              <a:t> 保存 Zephyr 怎样使用 CMSIS 的接入规则；真正 Arm 头文件位于工作区根 </a:t>
            </a:r>
            <a:r>
              <a:rPr>
                <a:solidFill>
                  <a:srgbClr val="0070C0"/>
                </a:solidFill>
                <a:ea typeface="Microsoft YaHei"/>
              </a:rPr>
              <a:t>modules/hal/cmsis_6</a:t>
            </a:r>
            <a:r>
              <a:t>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外部 </a:t>
            </a: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 的 </a:t>
            </a: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-ext / kconfig-ext 表示使用 Zephyr 一侧规则。当前模块目录变量仍指向原始包，因此规则能找到 CMSIS/Core/Include。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只下载 Zephyr、看到主仓有 </a:t>
            </a:r>
            <a:r>
              <a:rPr>
                <a:solidFill>
                  <a:srgbClr val="0070C0"/>
                </a:solidFill>
                <a:ea typeface="Microsoft YaHei"/>
              </a:rPr>
              <a:t>modules/cmsis_6</a:t>
            </a:r>
            <a:r>
              <a:t>，不代表已经取到完整 CMSIS。两个目录名相近，来源和版本责任必须分开判断。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9E6FD85-332D-459E-8A6A-E08434CC8B3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按当前清单获取 CMSIS_6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P005 · 工程组织、配置与驱动模型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source</a:t>
            </a:r>
            <a:r>
              <a:t> .venv/Scripts/activate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list cmsis_6 -f '{url} {revision} {abspath}'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update cmsis_6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test</a:t>
            </a:r>
            <a:r>
              <a:t> -f </a:t>
            </a:r>
            <a:r>
              <a:rPr>
                <a:solidFill>
                  <a:srgbClr val="0070C0"/>
                </a:solidFill>
                <a:ea typeface="Microsoft YaHei"/>
              </a:rPr>
              <a:t>../modules/hal/cmsis_6/CMSIS/Core/Include/core_cm4.h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7909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仅缺包时在 UCRT64 执行。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list 显示当前来源、固定版本和落点，update 才下载；准备完成的环境跳过这一步。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P005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15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4DACEB6-A318-45C4-96E6-FF8915E7089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9939</Words>
  <Application>Microsoft Office PowerPoint</Application>
  <DocSecurity>0</DocSecurity>
  <PresentationFormat>宽屏</PresentationFormat>
  <Paragraphs>1307</Paragraphs>
  <Slides>42</Slides>
  <Notes>79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79</vt:i4>
      </vt:variant>
    </vt:vector>
  </HeadingPairs>
  <TitlesOfParts>
    <vt:vector size="93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98</cp:revision>
  <dcterms:created xsi:type="dcterms:W3CDTF">2026-10-06T03:23:18Z</dcterms:created>
  <dcterms:modified xsi:type="dcterms:W3CDTF">2026-10-06T12:32:53Z</dcterms:modified>
</cp:coreProperties>
</file>