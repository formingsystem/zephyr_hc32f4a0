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ide2.xml" ContentType="application/vnd.openxmlformats-officedocument.presentationml.slide+xml"/>
  <Override PartName="/ppt/notesSlides/ide2.xml" ContentType="application/vnd.openxmlformats-officedocument.presentationml.notesSlide+xml"/>
  <Override PartName="/ppt/slides/ide3.xml" ContentType="application/vnd.openxmlformats-officedocument.presentationml.slide+xml"/>
  <Override PartName="/ppt/notesSlides/ide3.xml" ContentType="application/vnd.openxmlformats-officedocument.presentationml.notesSlide+xml"/>
  <Override PartName="/ppt/slides/ide4.xml" ContentType="application/vnd.openxmlformats-officedocument.presentationml.slide+xml"/>
  <Override PartName="/ppt/notesSlides/ide4.xml" ContentType="application/vnd.openxmlformats-officedocument.presentationml.notesSlide+xml"/>
  <Override PartName="/ppt/slides/ide5.xml" ContentType="application/vnd.openxmlformats-officedocument.presentationml.slide+xml"/>
  <Override PartName="/ppt/notesSlides/ide5.xml" ContentType="application/vnd.openxmlformats-officedocument.presentationml.notesSlide+xml"/>
  <Override PartName="/ppt/slides/ide6.xml" ContentType="application/vnd.openxmlformats-officedocument.presentationml.slide+xml"/>
  <Override PartName="/ppt/notesSlides/ide6.xml" ContentType="application/vnd.openxmlformats-officedocument.presentationml.notesSlide+xml"/>
  <Override PartName="/ppt/slides/ide7.xml" ContentType="application/vnd.openxmlformats-officedocument.presentationml.slide+xml"/>
  <Override PartName="/ppt/notesSlides/ide7.xml" ContentType="application/vnd.openxmlformats-officedocument.presentationml.notesSlide+xml"/>
  <Override PartName="/ppt/slides/ide8.xml" ContentType="application/vnd.openxmlformats-officedocument.presentationml.slide+xml"/>
  <Override PartName="/ppt/notesSlides/ide8.xml" ContentType="application/vnd.openxmlformats-officedocument.presentationml.notesSlide+xml"/>
  <Override PartName="/ppt/slides/ide9.xml" ContentType="application/vnd.openxmlformats-officedocument.presentationml.slide+xml"/>
  <Override PartName="/ppt/notesSlides/ide9.xml" ContentType="application/vnd.openxmlformats-officedocument.presentationml.notesSlide+xml"/>
  <Override PartName="/ppt/slides/ide10.xml" ContentType="application/vnd.openxmlformats-officedocument.presentationml.slide+xml"/>
  <Override PartName="/ppt/notesSlides/ide10.xml" ContentType="application/vnd.openxmlformats-officedocument.presentationml.notesSlide+xml"/>
  <Override PartName="/ppt/slides/ide11.xml" ContentType="application/vnd.openxmlformats-officedocument.presentationml.slide+xml"/>
  <Override PartName="/ppt/notesSlides/ide11.xml" ContentType="application/vnd.openxmlformats-officedocument.presentationml.notesSlide+xml"/>
  <Override PartName="/ppt/slides/ide12.xml" ContentType="application/vnd.openxmlformats-officedocument.presentationml.slide+xml"/>
  <Override PartName="/ppt/notesSlides/ide12.xml" ContentType="application/vnd.openxmlformats-officedocument.presentationml.notesSlide+xml"/>
  <Override PartName="/ppt/slides/ide13.xml" ContentType="application/vnd.openxmlformats-officedocument.presentationml.slide+xml"/>
  <Override PartName="/ppt/notesSlides/ide13.xml" ContentType="application/vnd.openxmlformats-officedocument.presentationml.notesSlide+xml"/>
  <Override PartName="/ppt/slides/ide14.xml" ContentType="application/vnd.openxmlformats-officedocument.presentationml.slide+xml"/>
  <Override PartName="/ppt/notesSlides/ide14.xml" ContentType="application/vnd.openxmlformats-officedocument.presentationml.notesSlide+xml"/>
  <Override PartName="/ppt/slides/ide15.xml" ContentType="application/vnd.openxmlformats-officedocument.presentationml.slide+xml"/>
  <Override PartName="/ppt/notesSlides/ide15.xml" ContentType="application/vnd.openxmlformats-officedocument.presentationml.notesSlide+xml"/>
  <Override PartName="/ppt/slides/ide16.xml" ContentType="application/vnd.openxmlformats-officedocument.presentationml.slide+xml"/>
  <Override PartName="/ppt/notesSlides/ide16.xml" ContentType="application/vnd.openxmlformats-officedocument.presentationml.notesSlide+xml"/>
  <Override PartName="/ppt/slides/ide17.xml" ContentType="application/vnd.openxmlformats-officedocument.presentationml.slide+xml"/>
  <Override PartName="/ppt/notesSlides/ide17.xml" ContentType="application/vnd.openxmlformats-officedocument.presentationml.notesSlide+xml"/>
  <Override PartName="/ppt/slides/ide18.xml" ContentType="application/vnd.openxmlformats-officedocument.presentationml.slide+xml"/>
  <Override PartName="/ppt/notesSlides/ide18.xml" ContentType="application/vnd.openxmlformats-officedocument.presentationml.notesSlide+xml"/>
  <Override PartName="/ppt/slides/ide19.xml" ContentType="application/vnd.openxmlformats-officedocument.presentationml.slide+xml"/>
  <Override PartName="/ppt/notesSlides/ide19.xml" ContentType="application/vnd.openxmlformats-officedocument.presentationml.notesSlide+xml"/>
  <Override PartName="/ppt/slides/ide20.xml" ContentType="application/vnd.openxmlformats-officedocument.presentationml.slide+xml"/>
  <Override PartName="/ppt/notesSlides/ide20.xml" ContentType="application/vnd.openxmlformats-officedocument.presentationml.notesSlide+xml"/>
  <Override PartName="/ppt/slides/ide21.xml" ContentType="application/vnd.openxmlformats-officedocument.presentationml.slide+xml"/>
  <Override PartName="/ppt/notesSlides/ide21.xml" ContentType="application/vnd.openxmlformats-officedocument.presentationml.notesSlide+xml"/>
  <Override PartName="/ppt/slides/ide22.xml" ContentType="application/vnd.openxmlformats-officedocument.presentationml.slide+xml"/>
  <Override PartName="/ppt/notesSlides/ide22.xml" ContentType="application/vnd.openxmlformats-officedocument.presentationml.notesSlide+xml"/>
  <Override PartName="/ppt/slides/ide23.xml" ContentType="application/vnd.openxmlformats-officedocument.presentationml.slide+xml"/>
  <Override PartName="/ppt/notesSlides/ide23.xml" ContentType="application/vnd.openxmlformats-officedocument.presentationml.notesSlide+xml"/>
  <Override PartName="/ppt/slides/ide24.xml" ContentType="application/vnd.openxmlformats-officedocument.presentationml.slide+xml"/>
  <Override PartName="/ppt/notesSlides/ide24.xml" ContentType="application/vnd.openxmlformats-officedocument.presentationml.notesSlide+xml"/>
  <Override PartName="/ppt/slides/ide25.xml" ContentType="application/vnd.openxmlformats-officedocument.presentationml.slide+xml"/>
  <Override PartName="/ppt/notesSlides/ide25.xml" ContentType="application/vnd.openxmlformats-officedocument.presentationml.notesSlide+xml"/>
  <Override PartName="/ppt/slides/ide26.xml" ContentType="application/vnd.openxmlformats-officedocument.presentationml.slide+xml"/>
  <Override PartName="/ppt/notesSlides/ide26.xml" ContentType="application/vnd.openxmlformats-officedocument.presentationml.notesSlide+xml"/>
  <Override PartName="/ppt/slides/ide27.xml" ContentType="application/vnd.openxmlformats-officedocument.presentationml.slide+xml"/>
  <Override PartName="/ppt/notesSlides/ide27.xml" ContentType="application/vnd.openxmlformats-officedocument.presentationml.notesSlide+xml"/>
  <Override PartName="/ppt/slides/ide28.xml" ContentType="application/vnd.openxmlformats-officedocument.presentationml.slide+xml"/>
  <Override PartName="/ppt/notesSlides/ide28.xml" ContentType="application/vnd.openxmlformats-officedocument.presentationml.notesSlide+xml"/>
  <Override PartName="/ppt/slides/ide29.xml" ContentType="application/vnd.openxmlformats-officedocument.presentationml.slide+xml"/>
  <Override PartName="/ppt/notesSlides/ide29.xml" ContentType="application/vnd.openxmlformats-officedocument.presentationml.notesSlide+xml"/>
  <Override PartName="/ppt/slides/ide30.xml" ContentType="application/vnd.openxmlformats-officedocument.presentationml.slide+xml"/>
  <Override PartName="/ppt/notesSlides/ide30.xml" ContentType="application/vnd.openxmlformats-officedocument.presentationml.notesSlide+xml"/>
  <Override PartName="/ppt/slides/ide31.xml" ContentType="application/vnd.openxmlformats-officedocument.presentationml.slide+xml"/>
  <Override PartName="/ppt/notesSlides/ide31.xml" ContentType="application/vnd.openxmlformats-officedocument.presentationml.notesSlide+xml"/>
  <Override PartName="/ppt/slides/ide32.xml" ContentType="application/vnd.openxmlformats-officedocument.presentationml.slide+xml"/>
  <Override PartName="/ppt/notesSlides/ide32.xml" ContentType="application/vnd.openxmlformats-officedocument.presentationml.notesSlide+xml"/>
  <Override PartName="/ppt/slides/ide33.xml" ContentType="application/vnd.openxmlformats-officedocument.presentationml.slide+xml"/>
  <Override PartName="/ppt/notesSlides/ide33.xml" ContentType="application/vnd.openxmlformats-officedocument.presentationml.notesSlide+xml"/>
  <Override PartName="/ppt/slides/ide34.xml" ContentType="application/vnd.openxmlformats-officedocument.presentationml.slide+xml"/>
  <Override PartName="/ppt/notesSlides/ide34.xml" ContentType="application/vnd.openxmlformats-officedocument.presentationml.notesSlide+xml"/>
  <Override PartName="/ppt/slides/ide35.xml" ContentType="application/vnd.openxmlformats-officedocument.presentationml.slide+xml"/>
  <Override PartName="/ppt/notesSlides/ide35.xml" ContentType="application/vnd.openxmlformats-officedocument.presentationml.notesSlide+xml"/>
  <Override PartName="/ppt/slides/ide36.xml" ContentType="application/vnd.openxmlformats-officedocument.presentationml.slide+xml"/>
  <Override PartName="/ppt/notesSlides/ide36.xml" ContentType="application/vnd.openxmlformats-officedocument.presentationml.notesSlide+xml"/>
  <Override PartName="/ppt/slides/ide37.xml" ContentType="application/vnd.openxmlformats-officedocument.presentationml.slide+xml"/>
  <Override PartName="/ppt/notesSlides/ide37.xml" ContentType="application/vnd.openxmlformats-officedocument.presentationml.notesSlide+xml"/>
  <Override PartName="/ppt/slides/ide38.xml" ContentType="application/vnd.openxmlformats-officedocument.presentationml.slide+xml"/>
  <Override PartName="/ppt/notesSlides/ide38.xml" ContentType="application/vnd.openxmlformats-officedocument.presentationml.notesSlide+xml"/>
  <Override PartName="/ppt/slides/ide39.xml" ContentType="application/vnd.openxmlformats-officedocument.presentationml.slide+xml"/>
  <Override PartName="/ppt/notesSlides/ide39.xml" ContentType="application/vnd.openxmlformats-officedocument.presentationml.notesSlide+xml"/>
  <Override PartName="/ppt/slides/ide40.xml" ContentType="application/vnd.openxmlformats-officedocument.presentationml.slide+xml"/>
  <Override PartName="/ppt/notesSlides/ide40.xml" ContentType="application/vnd.openxmlformats-officedocument.presentationml.notesSlide+xml"/>
  <Override PartName="/ppt/slides/ide41.xml" ContentType="application/vnd.openxmlformats-officedocument.presentationml.slide+xml"/>
  <Override PartName="/ppt/notesSlides/ide41.xml" ContentType="application/vnd.openxmlformats-officedocument.presentationml.notesSlide+xml"/>
  <Override PartName="/ppt/slides/ide42.xml" ContentType="application/vnd.openxmlformats-officedocument.presentationml.slide+xml"/>
  <Override PartName="/ppt/notesSlides/ide42.xml" ContentType="application/vnd.openxmlformats-officedocument.presentationml.notesSlide+xml"/>
  <Override PartName="/ppt/slides/ide43.xml" ContentType="application/vnd.openxmlformats-officedocument.presentationml.slide+xml"/>
  <Override PartName="/ppt/notesSlides/ide43.xml" ContentType="application/vnd.openxmlformats-officedocument.presentationml.notesSlide+xml"/>
  <Override PartName="/ppt/slides/ide44.xml" ContentType="application/vnd.openxmlformats-officedocument.presentationml.slide+xml"/>
  <Override PartName="/ppt/notesSlides/ide44.xml" ContentType="application/vnd.openxmlformats-officedocument.presentationml.notesSlide+xml"/>
  <Override PartName="/ppt/slides/ide45.xml" ContentType="application/vnd.openxmlformats-officedocument.presentationml.slide+xml"/>
  <Override PartName="/ppt/notesSlides/ide45.xml" ContentType="application/vnd.openxmlformats-officedocument.presentationml.notesSlide+xml"/>
  <Override PartName="/ppt/slides/ide46.xml" ContentType="application/vnd.openxmlformats-officedocument.presentationml.slide+xml"/>
  <Override PartName="/ppt/notesSlides/ide46.xml" ContentType="application/vnd.openxmlformats-officedocument.presentationml.notesSlide+xml"/>
  <Override PartName="/ppt/slides/ide47.xml" ContentType="application/vnd.openxmlformats-officedocument.presentationml.slide+xml"/>
  <Override PartName="/ppt/notesSlides/ide47.xml" ContentType="application/vnd.openxmlformats-officedocument.presentationml.notesSlide+xml"/>
  <Override PartName="/ppt/slides/ide48.xml" ContentType="application/vnd.openxmlformats-officedocument.presentationml.slide+xml"/>
  <Override PartName="/ppt/notesSlides/ide48.xml" ContentType="application/vnd.openxmlformats-officedocument.presentationml.notesSlide+xml"/>
  <Override PartName="/ppt/slides/ide49.xml" ContentType="application/vnd.openxmlformats-officedocument.presentationml.slide+xml"/>
  <Override PartName="/ppt/notesSlides/ide49.xml" ContentType="application/vnd.openxmlformats-officedocument.presentationml.notesSlide+xml"/>
  <Default Extension="jpg" ContentType="image/jpeg"/>
  <Override PartName="/ppt/slides/guide32.xml" ContentType="application/vnd.openxmlformats-officedocument.presentationml.slide+xml"/>
  <Override PartName="/ppt/notesSlides/guide32.xml" ContentType="application/vnd.openxmlformats-officedocument.presentationml.notesSlide+xml"/>
  <Override PartName="/ppt/slides/guide33.xml" ContentType="application/vnd.openxmlformats-officedocument.presentationml.slide+xml"/>
  <Override PartName="/ppt/notesSlides/guide33.xml" ContentType="application/vnd.openxmlformats-officedocument.presentationml.notesSlide+xml"/>
  <Override PartName="/ppt/slides/guide20.xml" ContentType="application/vnd.openxmlformats-officedocument.presentationml.slide+xml"/>
  <Override PartName="/ppt/notesSlides/guide20.xml" ContentType="application/vnd.openxmlformats-officedocument.presentationml.notesSlide+xml"/>
  <Override PartName="/ppt/slides/guide21.xml" ContentType="application/vnd.openxmlformats-officedocument.presentationml.slide+xml"/>
  <Override PartName="/ppt/notesSlides/guide21.xml" ContentType="application/vnd.openxmlformats-officedocument.presentationml.notesSlide+xml"/>
  <Override PartName="/ppt/slides/guide22.xml" ContentType="application/vnd.openxmlformats-officedocument.presentationml.slide+xml"/>
  <Override PartName="/ppt/notesSlides/guide22.xml" ContentType="application/vnd.openxmlformats-officedocument.presentationml.notesSlide+xml"/>
  <Override PartName="/ppt/slides/guide23.xml" ContentType="application/vnd.openxmlformats-officedocument.presentationml.slide+xml"/>
  <Override PartName="/ppt/notesSlides/guide23.xml" ContentType="application/vnd.openxmlformats-officedocument.presentationml.notesSlide+xml"/>
  <Override PartName="/ppt/slides/guide24.xml" ContentType="application/vnd.openxmlformats-officedocument.presentationml.slide+xml"/>
  <Override PartName="/ppt/notesSlides/guide24.xml" ContentType="application/vnd.openxmlformats-officedocument.presentationml.notesSlide+xml"/>
  <Override PartName="/ppt/slides/guide25.xml" ContentType="application/vnd.openxmlformats-officedocument.presentationml.slide+xml"/>
  <Override PartName="/ppt/notesSlides/guide25.xml" ContentType="application/vnd.openxmlformats-officedocument.presentationml.notesSlide+xml"/>
  <Override PartName="/ppt/slides/guide34.xml" ContentType="application/vnd.openxmlformats-officedocument.presentationml.slide+xml"/>
  <Override PartName="/ppt/notesSlides/guide34.xml" ContentType="application/vnd.openxmlformats-officedocument.presentationml.notesSlide+xml"/>
  <Override PartName="/ppt/slides/guide35.xml" ContentType="application/vnd.openxmlformats-officedocument.presentationml.slide+xml"/>
  <Override PartName="/ppt/notesSlides/guide35.xml" ContentType="application/vnd.openxmlformats-officedocument.presentationml.notesSlide+xml"/>
  <Override PartName="/ppt/slides/guide36.xml" ContentType="application/vnd.openxmlformats-officedocument.presentationml.slide+xml"/>
  <Override PartName="/ppt/notesSlides/guide36.xml" ContentType="application/vnd.openxmlformats-officedocument.presentationml.notesSlide+xml"/>
  <Override PartName="/ppt/slides/guide37.xml" ContentType="application/vnd.openxmlformats-officedocument.presentationml.slide+xml"/>
  <Override PartName="/ppt/notesSlides/gu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2598cc025c4a16" /><Relationship Type="http://schemas.openxmlformats.org/officeDocument/2006/relationships/extended-properties" Target="/docProps/app.xml" Id="R2ea7b1410e484e5d" /><Relationship Type="http://schemas.openxmlformats.org/officeDocument/2006/relationships/officeDocument" Target="/ppt/presentation.xml" Id="R76b97d61ca3f47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96b1239644427e"/>
    <p:sldMasterId xmlns:r="http://schemas.openxmlformats.org/officeDocument/2006/relationships" id="2147483655" r:id="R2abbc984a62a40a3"/>
    <p:sldMasterId xmlns:r="http://schemas.openxmlformats.org/officeDocument/2006/relationships" id="2147483657" r:id="R4e05d2292d4247e9"/>
  </p:sldMasterIdLst>
  <p:notesMasterIdLst>
    <p:notesMasterId xmlns:r="http://schemas.openxmlformats.org/officeDocument/2006/relationships" r:id="R3e150f185fa147a6"/>
  </p:notesMasterIdLst>
  <p:sldIdLst>
    <p:sldId xmlns:ns0="http://schemas.openxmlformats.org/officeDocument/2006/relationships" id="801" ns0:id="rIdGuideOrder1"/>
    <p:sldId xmlns:ns1="http://schemas.openxmlformats.org/officeDocument/2006/relationships" id="802" ns1:id="rIdGuideOrder2"/>
    <p:sldId xmlns:ns2="http://schemas.openxmlformats.org/officeDocument/2006/relationships" id="803" ns2:id="rIdGuideOrder3"/>
    <p:sldId xmlns:ns3="http://schemas.openxmlformats.org/officeDocument/2006/relationships" id="804" ns3:id="rIdGuideOrder4"/>
    <p:sldId xmlns:ns4="http://schemas.openxmlformats.org/officeDocument/2006/relationships" id="805" ns4:id="rIdGuideOrder5"/>
    <p:sldId xmlns:ns5="http://schemas.openxmlformats.org/officeDocument/2006/relationships" id="806" ns5:id="rIdGuideOrder6"/>
    <p:sldId xmlns:ns6="http://schemas.openxmlformats.org/officeDocument/2006/relationships" id="807" ns6:id="rIdGuideOrder7"/>
    <p:sldId xmlns:ns7="http://schemas.openxmlformats.org/officeDocument/2006/relationships" id="808" ns7:id="rIdGuideOrder8"/>
    <p:sldId xmlns:ns8="http://schemas.openxmlformats.org/officeDocument/2006/relationships" id="809" ns8:id="rIdGuideOrder9"/>
    <p:sldId xmlns:ns9="http://schemas.openxmlformats.org/officeDocument/2006/relationships" id="810" ns9:id="rIdGuideOrder10"/>
    <p:sldId xmlns:ns10="http://schemas.openxmlformats.org/officeDocument/2006/relationships" id="811" ns10:id="rIdGuideOrder11"/>
    <p:sldId xmlns:ns11="http://schemas.openxmlformats.org/officeDocument/2006/relationships" id="812" ns11:id="rIdGuideOrder12"/>
    <p:sldId xmlns:ns12="http://schemas.openxmlformats.org/officeDocument/2006/relationships" id="813" ns12:id="rIdGuideOrder13"/>
    <p:sldId xmlns:ns13="http://schemas.openxmlformats.org/officeDocument/2006/relationships" id="814" ns13:id="rIdGuideOrder14"/>
    <p:sldId xmlns:ns14="http://schemas.openxmlformats.org/officeDocument/2006/relationships" id="815" ns14:id="rIdGuideOrder15"/>
    <p:sldId xmlns:ns15="http://schemas.openxmlformats.org/officeDocument/2006/relationships" id="816" ns15:id="rIdGuideOrder16"/>
    <p:sldId xmlns:ns16="http://schemas.openxmlformats.org/officeDocument/2006/relationships" id="817" ns16:id="rIdGuideOrder17"/>
    <p:sldId xmlns:ns17="http://schemas.openxmlformats.org/officeDocument/2006/relationships" id="818" ns17:id="rIdGuideOrder18"/>
    <p:sldId xmlns:ns18="http://schemas.openxmlformats.org/officeDocument/2006/relationships" id="819" ns18:id="rIdGuideOrder19"/>
    <p:sldId xmlns:ns19="http://schemas.openxmlformats.org/officeDocument/2006/relationships" id="820" ns19:id="rIdGuideOrder20"/>
    <p:sldId xmlns:ns20="http://schemas.openxmlformats.org/officeDocument/2006/relationships" id="821" ns20:id="rIdGuideOrder21"/>
    <p:sldId xmlns:ns21="http://schemas.openxmlformats.org/officeDocument/2006/relationships" id="822" ns21:id="rIdGuideOrder22"/>
    <p:sldId xmlns:ns22="http://schemas.openxmlformats.org/officeDocument/2006/relationships" id="823" ns22:id="rIdGuideOrder23"/>
    <p:sldId xmlns:ns23="http://schemas.openxmlformats.org/officeDocument/2006/relationships" id="824" ns23:id="rIdGuideOrder24"/>
    <p:sldId xmlns:ns24="http://schemas.openxmlformats.org/officeDocument/2006/relationships" id="825" ns24:id="rIdGuideOrder25"/>
    <p:sldId xmlns:ns25="http://schemas.openxmlformats.org/officeDocument/2006/relationships" id="826" ns25:id="rIdGuideOrder26"/>
    <p:sldId xmlns:ns26="http://schemas.openxmlformats.org/officeDocument/2006/relationships" id="827" ns26:id="rIdGuideOrder27"/>
    <p:sldId xmlns:ns27="http://schemas.openxmlformats.org/officeDocument/2006/relationships" id="828" ns27:id="rIdGuideOrder28"/>
    <p:sldId xmlns:ns28="http://schemas.openxmlformats.org/officeDocument/2006/relationships" id="829" ns28:id="rIdGuideOrder29"/>
    <p:sldId xmlns:ns29="http://schemas.openxmlformats.org/officeDocument/2006/relationships" id="830" ns29:id="rIdGuideOrder30"/>
    <p:sldId xmlns:ns30="http://schemas.openxmlformats.org/officeDocument/2006/relationships" id="831" ns30:id="rIdGuideOrder31"/>
    <p:sldId xmlns:ns31="http://schemas.openxmlformats.org/officeDocument/2006/relationships" id="832" ns31:id="rIdGuideOrder32"/>
    <p:sldId xmlns:ns32="http://schemas.openxmlformats.org/officeDocument/2006/relationships" id="833" ns32:id="rIdGuideOrder33"/>
    <p:sldId xmlns:ns33="http://schemas.openxmlformats.org/officeDocument/2006/relationships" id="834" ns33:id="rIdGuideOrder34"/>
    <p:sldId xmlns:ns34="http://schemas.openxmlformats.org/officeDocument/2006/relationships" id="835" ns34:id="rIdGuideOrder35"/>
    <p:sldId xmlns:ns35="http://schemas.openxmlformats.org/officeDocument/2006/relationships" id="836" ns35:id="rIdGuideOrder36"/>
    <p:sldId xmlns:ns36="http://schemas.openxmlformats.org/officeDocument/2006/relationships" id="837" ns36:id="rIdGuideOrder37"/>
    <p:sldId xmlns:ns37="http://schemas.openxmlformats.org/officeDocument/2006/relationships" id="838" ns37:id="rIdGuideOrder38"/>
    <p:sldId xmlns:ns38="http://schemas.openxmlformats.org/officeDocument/2006/relationships" id="839" ns38:id="rIdGuideOrder39"/>
    <p:sldId xmlns:ns39="http://schemas.openxmlformats.org/officeDocument/2006/relationships" id="840" ns39:id="rIdGuideOrder40"/>
    <p:sldId xmlns:ns40="http://schemas.openxmlformats.org/officeDocument/2006/relationships" id="841" ns40:id="rIdGuideOrder41"/>
    <p:sldId xmlns:ns41="http://schemas.openxmlformats.org/officeDocument/2006/relationships" id="842" ns41:id="rIdGuideOrder42"/>
    <p:sldId xmlns:ns42="http://schemas.openxmlformats.org/officeDocument/2006/relationships" id="843" ns42:id="rIdGuideOrder43"/>
    <p:sldId xmlns:ns43="http://schemas.openxmlformats.org/officeDocument/2006/relationships" id="844" ns43:id="rIdGuideOrder44"/>
    <p:sldId xmlns:ns44="http://schemas.openxmlformats.org/officeDocument/2006/relationships" id="845" ns44:id="rIdGuideOrder45"/>
    <p:sldId xmlns:ns45="http://schemas.openxmlformats.org/officeDocument/2006/relationships" id="846" ns45:id="rIdGuideOrder46"/>
    <p:sldId xmlns:ns46="http://schemas.openxmlformats.org/officeDocument/2006/relationships" id="847" ns46:id="rIdGuideOrder47"/>
    <p:sldId xmlns:ns47="http://schemas.openxmlformats.org/officeDocument/2006/relationships" id="848" ns47:id="rIdGuideOrder48"/>
    <p:sldId xmlns:ns48="http://schemas.openxmlformats.org/officeDocument/2006/relationships" id="849" ns48:id="rIdGuideOrder49"/>
    <p:sldId xmlns:ns49="http://schemas.openxmlformats.org/officeDocument/2006/relationships" id="850" ns49:id="rIdGuideOrder50"/>
    <p:sldId xmlns:ns50="http://schemas.openxmlformats.org/officeDocument/2006/relationships" id="851" ns50:id="rIdGuideOrder51"/>
    <p:sldId xmlns:ns51="http://schemas.openxmlformats.org/officeDocument/2006/relationships" id="852" ns51:id="rIdGuideOrder52"/>
    <p:sldId xmlns:ns52="http://schemas.openxmlformats.org/officeDocument/2006/relationships" id="853" ns52:id="rIdGuideOrder53"/>
    <p:sldId xmlns:ns53="http://schemas.openxmlformats.org/officeDocument/2006/relationships" id="854" ns53:id="rIdGuideOrder54"/>
    <p:sldId xmlns:ns54="http://schemas.openxmlformats.org/officeDocument/2006/relationships" id="855" ns54:id="rIdGuideOrder55"/>
    <p:sldId xmlns:ns55="http://schemas.openxmlformats.org/officeDocument/2006/relationships" id="856" ns55:id="rIdGuideOrder56"/>
    <p:sldId xmlns:ns56="http://schemas.openxmlformats.org/officeDocument/2006/relationships" id="857" ns56:id="rIdGuideOrder57"/>
    <p:sldId xmlns:ns57="http://schemas.openxmlformats.org/officeDocument/2006/relationships" id="858" ns57:id="rIdGuideOrder58"/>
    <p:sldId xmlns:ns58="http://schemas.openxmlformats.org/officeDocument/2006/relationships" id="859" ns58:id="rIdGuideOrder59"/>
    <p:sldId xmlns:ns59="http://schemas.openxmlformats.org/officeDocument/2006/relationships" id="860" ns59:id="rIdGuideOrder60"/>
    <p:sldId xmlns:ns60="http://schemas.openxmlformats.org/officeDocument/2006/relationships" id="861" ns60:id="rIdGuideOrder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fa96f00c25dd4675"/><Relationship Type="http://schemas.openxmlformats.org/officeDocument/2006/relationships/slideMaster" Target="/ppt/slideMasters/slideMaster1.xml" Id="Rb196b1239644427e"/><Relationship Type="http://schemas.openxmlformats.org/officeDocument/2006/relationships/slideMaster" Target="/ppt/slideMasters/slideMaster2.xml" Id="R2abbc984a62a40a3"/><Relationship Type="http://schemas.openxmlformats.org/officeDocument/2006/relationships/slideMaster" Target="/ppt/slideMasters/slideMaster3.xml" Id="R4e05d2292d4247e9"/><Relationship Type="http://schemas.openxmlformats.org/officeDocument/2006/relationships/notesMaster" Target="/ppt/notesMasters/notesMaster1.xml" Id="R3e150f185fa147a6"/><Relationship Type="http://schemas.openxmlformats.org/officeDocument/2006/relationships/presProps" Target="/ppt/presProps.xml" Id="R46b53e2cdc9e43c9"/><Relationship Type="http://schemas.openxmlformats.org/officeDocument/2006/relationships/tableStyles" Target="/ppt/tableStyles.xml" Id="R34e873fe6de54b3a"/><Relationship Id="rIdGuideOrder1" Type="http://schemas.openxmlformats.org/officeDocument/2006/relationships/slide" Target="slides/slide1.xml"/><Relationship Id="rIdGuideOrder2" Type="http://schemas.openxmlformats.org/officeDocument/2006/relationships/slide" Target="slides/ide2.xml"/><Relationship Id="rIdGuideOrder3" Type="http://schemas.openxmlformats.org/officeDocument/2006/relationships/slide" Target="slides/guide32.xml"/><Relationship Id="rIdGuideOrder4" Type="http://schemas.openxmlformats.org/officeDocument/2006/relationships/slide" Target="slides/guide33.xml"/><Relationship Id="rIdGuideOrder5" Type="http://schemas.openxmlformats.org/officeDocument/2006/relationships/slide" Target="slides/ide3.xml"/><Relationship Id="rIdGuideOrder6" Type="http://schemas.openxmlformats.org/officeDocument/2006/relationships/slide" Target="slides/ide4.xml"/><Relationship Id="rIdGuideOrder7" Type="http://schemas.openxmlformats.org/officeDocument/2006/relationships/slide" Target="slides/guide20.xml"/><Relationship Id="rIdGuideOrder8" Type="http://schemas.openxmlformats.org/officeDocument/2006/relationships/slide" Target="slides/ide5.xml"/><Relationship Id="rIdGuideOrder9" Type="http://schemas.openxmlformats.org/officeDocument/2006/relationships/slide" Target="slides/guide21.xml"/><Relationship Id="rIdGuideOrder10" Type="http://schemas.openxmlformats.org/officeDocument/2006/relationships/slide" Target="slides/guide22.xml"/><Relationship Id="rIdGuideOrder11" Type="http://schemas.openxmlformats.org/officeDocument/2006/relationships/slide" Target="slides/guide23.xml"/><Relationship Id="rIdGuideOrder12" Type="http://schemas.openxmlformats.org/officeDocument/2006/relationships/slide" Target="slides/ide6.xml"/><Relationship Id="rIdGuideOrder13" Type="http://schemas.openxmlformats.org/officeDocument/2006/relationships/slide" Target="slides/ide7.xml"/><Relationship Id="rIdGuideOrder14" Type="http://schemas.openxmlformats.org/officeDocument/2006/relationships/slide" Target="slides/ide8.xml"/><Relationship Id="rIdGuideOrder15" Type="http://schemas.openxmlformats.org/officeDocument/2006/relationships/slide" Target="slides/guide24.xml"/><Relationship Id="rIdGuideOrder16" Type="http://schemas.openxmlformats.org/officeDocument/2006/relationships/slide" Target="slides/guide25.xml"/><Relationship Id="rIdGuideOrder17" Type="http://schemas.openxmlformats.org/officeDocument/2006/relationships/slide" Target="slides/ide9.xml"/><Relationship Id="rIdGuideOrder18" Type="http://schemas.openxmlformats.org/officeDocument/2006/relationships/slide" Target="slides/ide10.xml"/><Relationship Id="rIdGuideOrder19" Type="http://schemas.openxmlformats.org/officeDocument/2006/relationships/slide" Target="slides/ide11.xml"/><Relationship Id="rIdGuideOrder20" Type="http://schemas.openxmlformats.org/officeDocument/2006/relationships/slide" Target="slides/ide12.xml"/><Relationship Id="rIdGuideOrder21" Type="http://schemas.openxmlformats.org/officeDocument/2006/relationships/slide" Target="slides/ide13.xml"/><Relationship Id="rIdGuideOrder22" Type="http://schemas.openxmlformats.org/officeDocument/2006/relationships/slide" Target="slides/ide14.xml"/><Relationship Id="rIdGuideOrder23" Type="http://schemas.openxmlformats.org/officeDocument/2006/relationships/slide" Target="slides/ide15.xml"/><Relationship Id="rIdGuideOrder24" Type="http://schemas.openxmlformats.org/officeDocument/2006/relationships/slide" Target="slides/ide16.xml"/><Relationship Id="rIdGuideOrder25" Type="http://schemas.openxmlformats.org/officeDocument/2006/relationships/slide" Target="slides/ide17.xml"/><Relationship Id="rIdGuideOrder26" Type="http://schemas.openxmlformats.org/officeDocument/2006/relationships/slide" Target="slides/ide18.xml"/><Relationship Id="rIdGuideOrder27" Type="http://schemas.openxmlformats.org/officeDocument/2006/relationships/slide" Target="slides/ide19.xml"/><Relationship Id="rIdGuideOrder28" Type="http://schemas.openxmlformats.org/officeDocument/2006/relationships/slide" Target="slides/ide20.xml"/><Relationship Id="rIdGuideOrder29" Type="http://schemas.openxmlformats.org/officeDocument/2006/relationships/slide" Target="slides/ide21.xml"/><Relationship Id="rIdGuideOrder30" Type="http://schemas.openxmlformats.org/officeDocument/2006/relationships/slide" Target="slides/ide22.xml"/><Relationship Id="rIdGuideOrder31" Type="http://schemas.openxmlformats.org/officeDocument/2006/relationships/slide" Target="slides/ide23.xml"/><Relationship Id="rIdGuideOrder32" Type="http://schemas.openxmlformats.org/officeDocument/2006/relationships/slide" Target="slides/ide24.xml"/><Relationship Id="rIdGuideOrder33" Type="http://schemas.openxmlformats.org/officeDocument/2006/relationships/slide" Target="slides/ide25.xml"/><Relationship Id="rIdGuideOrder34" Type="http://schemas.openxmlformats.org/officeDocument/2006/relationships/slide" Target="slides/ide26.xml"/><Relationship Id="rIdGuideOrder35" Type="http://schemas.openxmlformats.org/officeDocument/2006/relationships/slide" Target="slides/ide27.xml"/><Relationship Id="rIdGuideOrder36" Type="http://schemas.openxmlformats.org/officeDocument/2006/relationships/slide" Target="slides/guide34.xml"/><Relationship Id="rIdGuideOrder37" Type="http://schemas.openxmlformats.org/officeDocument/2006/relationships/slide" Target="slides/ide28.xml"/><Relationship Id="rIdGuideOrder38" Type="http://schemas.openxmlformats.org/officeDocument/2006/relationships/slide" Target="slides/ide29.xml"/><Relationship Id="rIdGuideOrder39" Type="http://schemas.openxmlformats.org/officeDocument/2006/relationships/slide" Target="slides/ide30.xml"/><Relationship Id="rIdGuideOrder40" Type="http://schemas.openxmlformats.org/officeDocument/2006/relationships/slide" Target="slides/ide31.xml"/><Relationship Id="rIdGuideOrder41" Type="http://schemas.openxmlformats.org/officeDocument/2006/relationships/slide" Target="slides/ide32.xml"/><Relationship Id="rIdGuideOrder42" Type="http://schemas.openxmlformats.org/officeDocument/2006/relationships/slide" Target="slides/ide33.xml"/><Relationship Id="rIdGuideOrder43" Type="http://schemas.openxmlformats.org/officeDocument/2006/relationships/slide" Target="slides/ide34.xml"/><Relationship Id="rIdGuideOrder44" Type="http://schemas.openxmlformats.org/officeDocument/2006/relationships/slide" Target="slides/ide35.xml"/><Relationship Id="rIdGuideOrder45" Type="http://schemas.openxmlformats.org/officeDocument/2006/relationships/slide" Target="slides/ide36.xml"/><Relationship Id="rIdGuideOrder46" Type="http://schemas.openxmlformats.org/officeDocument/2006/relationships/slide" Target="slides/guide35.xml"/><Relationship Id="rIdGuideOrder47" Type="http://schemas.openxmlformats.org/officeDocument/2006/relationships/slide" Target="slides/ide37.xml"/><Relationship Id="rIdGuideOrder48" Type="http://schemas.openxmlformats.org/officeDocument/2006/relationships/slide" Target="slides/guide36.xml"/><Relationship Id="rIdGuideOrder49" Type="http://schemas.openxmlformats.org/officeDocument/2006/relationships/slide" Target="slides/ide38.xml"/><Relationship Id="rIdGuideOrder50" Type="http://schemas.openxmlformats.org/officeDocument/2006/relationships/slide" Target="slides/guide37.xml"/><Relationship Id="rIdGuideOrder51" Type="http://schemas.openxmlformats.org/officeDocument/2006/relationships/slide" Target="slides/ide39.xml"/><Relationship Id="rIdGuideOrder52" Type="http://schemas.openxmlformats.org/officeDocument/2006/relationships/slide" Target="slides/ide40.xml"/><Relationship Id="rIdGuideOrder53" Type="http://schemas.openxmlformats.org/officeDocument/2006/relationships/slide" Target="slides/ide41.xml"/><Relationship Id="rIdGuideOrder54" Type="http://schemas.openxmlformats.org/officeDocument/2006/relationships/slide" Target="slides/ide42.xml"/><Relationship Id="rIdGuideOrder55" Type="http://schemas.openxmlformats.org/officeDocument/2006/relationships/slide" Target="slides/ide43.xml"/><Relationship Id="rIdGuideOrder56" Type="http://schemas.openxmlformats.org/officeDocument/2006/relationships/slide" Target="slides/ide44.xml"/><Relationship Id="rIdGuideOrder57" Type="http://schemas.openxmlformats.org/officeDocument/2006/relationships/slide" Target="slides/ide45.xml"/><Relationship Id="rIdGuideOrder58" Type="http://schemas.openxmlformats.org/officeDocument/2006/relationships/slide" Target="slides/ide46.xml"/><Relationship Id="rIdGuideOrder59" Type="http://schemas.openxmlformats.org/officeDocument/2006/relationships/slide" Target="slides/ide47.xml"/><Relationship Id="rIdGuideOrder60" Type="http://schemas.openxmlformats.org/officeDocument/2006/relationships/slide" Target="slides/ide48.xml"/><Relationship Id="rIdGuideOrder61" Type="http://schemas.openxmlformats.org/officeDocument/2006/relationships/slide" Target="slides/ide49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5413fc6165054e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guide20.xml.rels><?xml version='1.0' encoding='UTF-8' standalone='yes'?>
<Relationships xmlns="http://schemas.openxmlformats.org/package/2006/relationships"><Relationship Type="http://schemas.openxmlformats.org/officeDocument/2006/relationships/slide" Target="../slides/guide20.xml" Id="R37a8e9e9051d4ddd"/><Relationship Type="http://schemas.openxmlformats.org/officeDocument/2006/relationships/notesMaster" Target="../notesMasters/notesMaster1.xml" Id="R0c86694e1cf24780"/></Relationships>
</file>

<file path=ppt/notesSlides/_rels/guide21.xml.rels><?xml version='1.0' encoding='UTF-8' standalone='yes'?>
<Relationships xmlns="http://schemas.openxmlformats.org/package/2006/relationships"><Relationship Type="http://schemas.openxmlformats.org/officeDocument/2006/relationships/slide" Target="../slides/guide21.xml" Id="R37a8e9e9051d4ddd"/><Relationship Type="http://schemas.openxmlformats.org/officeDocument/2006/relationships/notesMaster" Target="../notesMasters/notesMaster1.xml" Id="R0c86694e1cf24780"/></Relationships>
</file>

<file path=ppt/notesSlides/_rels/guide22.xml.rels><?xml version='1.0' encoding='UTF-8' standalone='yes'?>
<Relationships xmlns="http://schemas.openxmlformats.org/package/2006/relationships"><Relationship Type="http://schemas.openxmlformats.org/officeDocument/2006/relationships/slide" Target="../slides/guide22.xml" Id="R37a8e9e9051d4ddd"/><Relationship Type="http://schemas.openxmlformats.org/officeDocument/2006/relationships/notesMaster" Target="../notesMasters/notesMaster1.xml" Id="R0c86694e1cf24780"/></Relationships>
</file>

<file path=ppt/notesSlides/_rels/guide23.xml.rels><?xml version='1.0' encoding='UTF-8' standalone='yes'?>
<Relationships xmlns="http://schemas.openxmlformats.org/package/2006/relationships"><Relationship Type="http://schemas.openxmlformats.org/officeDocument/2006/relationships/slide" Target="../slides/guide23.xml" Id="R37a8e9e9051d4ddd"/><Relationship Type="http://schemas.openxmlformats.org/officeDocument/2006/relationships/notesMaster" Target="../notesMasters/notesMaster1.xml" Id="R0c86694e1cf24780"/></Relationships>
</file>

<file path=ppt/notesSlides/_rels/guide24.xml.rels><?xml version='1.0' encoding='UTF-8' standalone='yes'?>
<Relationships xmlns="http://schemas.openxmlformats.org/package/2006/relationships"><Relationship Type="http://schemas.openxmlformats.org/officeDocument/2006/relationships/slide" Target="../slides/guide24.xml" Id="R37a8e9e9051d4ddd"/><Relationship Type="http://schemas.openxmlformats.org/officeDocument/2006/relationships/notesMaster" Target="../notesMasters/notesMaster1.xml" Id="R0c86694e1cf24780"/></Relationships>
</file>

<file path=ppt/notesSlides/_rels/guide25.xml.rels><?xml version='1.0' encoding='UTF-8' standalone='yes'?>
<Relationships xmlns="http://schemas.openxmlformats.org/package/2006/relationships"><Relationship Type="http://schemas.openxmlformats.org/officeDocument/2006/relationships/slide" Target="../slides/guide25.xml" Id="R37a8e9e9051d4ddd"/><Relationship Type="http://schemas.openxmlformats.org/officeDocument/2006/relationships/notesMaster" Target="../notesMasters/notesMaster1.xml" Id="R0c86694e1cf24780"/></Relationships>
</file>

<file path=ppt/notesSlides/_rels/guide32.xml.rels><?xml version='1.0' encoding='UTF-8' standalone='yes'?>
<Relationships xmlns="http://schemas.openxmlformats.org/package/2006/relationships"><Relationship Type="http://schemas.openxmlformats.org/officeDocument/2006/relationships/slide" Target="../slides/guide32.xml" Id="R37a8e9e9051d4ddd"/><Relationship Type="http://schemas.openxmlformats.org/officeDocument/2006/relationships/notesMaster" Target="../notesMasters/notesMaster1.xml" Id="R0c86694e1cf24780"/></Relationships>
</file>

<file path=ppt/notesSlides/_rels/guide33.xml.rels><?xml version='1.0' encoding='UTF-8' standalone='yes'?>
<Relationships xmlns="http://schemas.openxmlformats.org/package/2006/relationships"><Relationship Type="http://schemas.openxmlformats.org/officeDocument/2006/relationships/slide" Target="../slides/guide33.xml" Id="R37a8e9e9051d4ddd"/><Relationship Type="http://schemas.openxmlformats.org/officeDocument/2006/relationships/notesMaster" Target="../notesMasters/notesMaster1.xml" Id="R0c86694e1cf24780"/></Relationships>
</file>

<file path=ppt/notesSlides/_rels/guide34.xml.rels><?xml version='1.0' encoding='UTF-8' standalone='yes'?>
<Relationships xmlns="http://schemas.openxmlformats.org/package/2006/relationships"><Relationship Type="http://schemas.openxmlformats.org/officeDocument/2006/relationships/slide" Target="../slides/guide34.xml" Id="R37a8e9e9051d4ddd"/><Relationship Type="http://schemas.openxmlformats.org/officeDocument/2006/relationships/notesMaster" Target="../notesMasters/notesMaster1.xml" Id="R0c86694e1cf24780"/></Relationships>
</file>

<file path=ppt/notesSlides/_rels/guide35.xml.rels><?xml version='1.0' encoding='UTF-8' standalone='yes'?>
<Relationships xmlns="http://schemas.openxmlformats.org/package/2006/relationships"><Relationship Type="http://schemas.openxmlformats.org/officeDocument/2006/relationships/slide" Target="../slides/guide35.xml" Id="R37a8e9e9051d4ddd"/><Relationship Type="http://schemas.openxmlformats.org/officeDocument/2006/relationships/notesMaster" Target="../notesMasters/notesMaster1.xml" Id="R0c86694e1cf24780"/></Relationships>
</file>

<file path=ppt/notesSlides/_rels/guide36.xml.rels><?xml version='1.0' encoding='UTF-8' standalone='yes'?>
<Relationships xmlns="http://schemas.openxmlformats.org/package/2006/relationships"><Relationship Type="http://schemas.openxmlformats.org/officeDocument/2006/relationships/slide" Target="../slides/guide36.xml" Id="R37a8e9e9051d4ddd"/><Relationship Type="http://schemas.openxmlformats.org/officeDocument/2006/relationships/notesMaster" Target="../notesMasters/notesMaster1.xml" Id="R0c86694e1cf24780"/></Relationships>
</file>

<file path=ppt/notesSlides/_rels/guide37.xml.rels><?xml version='1.0' encoding='UTF-8' standalone='yes'?>
<Relationships xmlns="http://schemas.openxmlformats.org/package/2006/relationships"><Relationship Type="http://schemas.openxmlformats.org/officeDocument/2006/relationships/slide" Target="../slides/guide37.xml" Id="R37a8e9e9051d4ddd"/><Relationship Type="http://schemas.openxmlformats.org/officeDocument/2006/relationships/notesMaster" Target="../notesMasters/notesMaster1.xml" Id="R0c86694e1cf24780"/></Relationships>
</file>

<file path=ppt/notesSlides/_rels/ide2.xml.rels><?xml version='1.0' encoding='UTF-8' standalone='yes'?>
<Relationships xmlns="http://schemas.openxmlformats.org/package/2006/relationships"><Relationship Type="http://schemas.openxmlformats.org/officeDocument/2006/relationships/slide" Target="../slides/ide2.xml" Id="R37a8e9e9051d4ddd"/><Relationship Type="http://schemas.openxmlformats.org/officeDocument/2006/relationships/notesMaster" Target="/ppt/notesMasters/notesMaster1.xml" Id="R0c86694e1cf24780"/></Relationships>
</file>

<file path=ppt/notesSlides/_rels/ide3.xml.rels><?xml version='1.0' encoding='UTF-8' standalone='yes'?>
<Relationships xmlns="http://schemas.openxmlformats.org/package/2006/relationships"><Relationship Type="http://schemas.openxmlformats.org/officeDocument/2006/relationships/slide" Target="../slides/ide3.xml" Id="R37a8e9e9051d4ddd"/><Relationship Type="http://schemas.openxmlformats.org/officeDocument/2006/relationships/notesMaster" Target="/ppt/notesMasters/notesMaster1.xml" Id="R0c86694e1cf24780"/></Relationships>
</file>

<file path=ppt/notesSlides/_rels/ide4.xml.rels><?xml version='1.0' encoding='UTF-8' standalone='yes'?>
<Relationships xmlns="http://schemas.openxmlformats.org/package/2006/relationships"><Relationship Type="http://schemas.openxmlformats.org/officeDocument/2006/relationships/slide" Target="../slides/ide4.xml" Id="R37a8e9e9051d4ddd"/><Relationship Type="http://schemas.openxmlformats.org/officeDocument/2006/relationships/notesMaster" Target="/ppt/notesMasters/notesMaster1.xml" Id="R0c86694e1cf24780"/></Relationships>
</file>

<file path=ppt/notesSlides/_rels/ide5.xml.rels><?xml version='1.0' encoding='UTF-8' standalone='yes'?>
<Relationships xmlns="http://schemas.openxmlformats.org/package/2006/relationships"><Relationship Type="http://schemas.openxmlformats.org/officeDocument/2006/relationships/slide" Target="../slides/ide5.xml" Id="R37a8e9e9051d4ddd"/><Relationship Type="http://schemas.openxmlformats.org/officeDocument/2006/relationships/notesMaster" Target="/ppt/notesMasters/notesMaster1.xml" Id="R0c86694e1cf24780"/></Relationships>
</file>

<file path=ppt/notesSlides/_rels/ide6.xml.rels><?xml version='1.0' encoding='UTF-8' standalone='yes'?>
<Relationships xmlns="http://schemas.openxmlformats.org/package/2006/relationships"><Relationship Type="http://schemas.openxmlformats.org/officeDocument/2006/relationships/slide" Target="../slides/ide6.xml" Id="R37a8e9e9051d4ddd"/><Relationship Type="http://schemas.openxmlformats.org/officeDocument/2006/relationships/notesMaster" Target="/ppt/notesMasters/notesMaster1.xml" Id="R0c86694e1cf24780"/></Relationships>
</file>

<file path=ppt/notesSlides/_rels/ide7.xml.rels><?xml version='1.0' encoding='UTF-8' standalone='yes'?>
<Relationships xmlns="http://schemas.openxmlformats.org/package/2006/relationships"><Relationship Type="http://schemas.openxmlformats.org/officeDocument/2006/relationships/slide" Target="../slides/ide7.xml" Id="R37a8e9e9051d4ddd"/><Relationship Type="http://schemas.openxmlformats.org/officeDocument/2006/relationships/notesMaster" Target="/ppt/notesMasters/notesMaster1.xml" Id="R0c86694e1cf24780"/></Relationships>
</file>

<file path=ppt/notesSlides/_rels/ide8.xml.rels><?xml version='1.0' encoding='UTF-8' standalone='yes'?>
<Relationships xmlns="http://schemas.openxmlformats.org/package/2006/relationships"><Relationship Type="http://schemas.openxmlformats.org/officeDocument/2006/relationships/slide" Target="../slides/ide8.xml" Id="R37a8e9e9051d4ddd"/><Relationship Type="http://schemas.openxmlformats.org/officeDocument/2006/relationships/notesMaster" Target="/ppt/notesMasters/notesMaster1.xml" Id="R0c86694e1cf24780"/></Relationships>
</file>

<file path=ppt/notesSlides/_rels/ide9.xml.rels><?xml version='1.0' encoding='UTF-8' standalone='yes'?>
<Relationships xmlns="http://schemas.openxmlformats.org/package/2006/relationships"><Relationship Type="http://schemas.openxmlformats.org/officeDocument/2006/relationships/slide" Target="../slides/ide9.xml" Id="R37a8e9e9051d4ddd"/><Relationship Type="http://schemas.openxmlformats.org/officeDocument/2006/relationships/notesMaster" Target="/ppt/notesMasters/notesMaster1.xml" Id="R0c86694e1cf24780"/></Relationships>
</file>

<file path=ppt/notesSlides/_rels/ide10.xml.rels><?xml version='1.0' encoding='UTF-8' standalone='yes'?>
<Relationships xmlns="http://schemas.openxmlformats.org/package/2006/relationships"><Relationship Type="http://schemas.openxmlformats.org/officeDocument/2006/relationships/slide" Target="../slides/ide10.xml" Id="R37a8e9e9051d4ddd"/><Relationship Type="http://schemas.openxmlformats.org/officeDocument/2006/relationships/notesMaster" Target="/ppt/notesMasters/notesMaster1.xml" Id="R0c86694e1cf24780"/></Relationships>
</file>

<file path=ppt/notesSlides/_rels/ide11.xml.rels><?xml version='1.0' encoding='UTF-8' standalone='yes'?>
<Relationships xmlns="http://schemas.openxmlformats.org/package/2006/relationships"><Relationship Type="http://schemas.openxmlformats.org/officeDocument/2006/relationships/slide" Target="../slides/ide11.xml" Id="R37a8e9e9051d4ddd"/><Relationship Type="http://schemas.openxmlformats.org/officeDocument/2006/relationships/notesMaster" Target="/ppt/notesMasters/notesMaster1.xml" Id="R0c86694e1cf24780"/></Relationships>
</file>

<file path=ppt/notesSlides/_rels/ide12.xml.rels><?xml version='1.0' encoding='UTF-8' standalone='yes'?>
<Relationships xmlns="http://schemas.openxmlformats.org/package/2006/relationships"><Relationship Type="http://schemas.openxmlformats.org/officeDocument/2006/relationships/slide" Target="../slides/ide12.xml" Id="R37a8e9e9051d4ddd"/><Relationship Type="http://schemas.openxmlformats.org/officeDocument/2006/relationships/notesMaster" Target="/ppt/notesMasters/notesMaster1.xml" Id="R0c86694e1cf24780"/></Relationships>
</file>

<file path=ppt/notesSlides/_rels/ide13.xml.rels><?xml version='1.0' encoding='UTF-8' standalone='yes'?>
<Relationships xmlns="http://schemas.openxmlformats.org/package/2006/relationships"><Relationship Type="http://schemas.openxmlformats.org/officeDocument/2006/relationships/slide" Target="../slides/ide13.xml" Id="R37a8e9e9051d4ddd"/><Relationship Type="http://schemas.openxmlformats.org/officeDocument/2006/relationships/notesMaster" Target="/ppt/notesMasters/notesMaster1.xml" Id="R0c86694e1cf24780"/></Relationships>
</file>

<file path=ppt/notesSlides/_rels/ide14.xml.rels><?xml version='1.0' encoding='UTF-8' standalone='yes'?>
<Relationships xmlns="http://schemas.openxmlformats.org/package/2006/relationships"><Relationship Type="http://schemas.openxmlformats.org/officeDocument/2006/relationships/slide" Target="../slides/ide14.xml" Id="R37a8e9e9051d4ddd"/><Relationship Type="http://schemas.openxmlformats.org/officeDocument/2006/relationships/notesMaster" Target="/ppt/notesMasters/notesMaster1.xml" Id="R0c86694e1cf24780"/></Relationships>
</file>

<file path=ppt/notesSlides/_rels/ide15.xml.rels><?xml version='1.0' encoding='UTF-8' standalone='yes'?>
<Relationships xmlns="http://schemas.openxmlformats.org/package/2006/relationships"><Relationship Type="http://schemas.openxmlformats.org/officeDocument/2006/relationships/slide" Target="../slides/ide15.xml" Id="R37a8e9e9051d4ddd"/><Relationship Type="http://schemas.openxmlformats.org/officeDocument/2006/relationships/notesMaster" Target="/ppt/notesMasters/notesMaster1.xml" Id="R0c86694e1cf24780"/></Relationships>
</file>

<file path=ppt/notesSlides/_rels/ide16.xml.rels><?xml version='1.0' encoding='UTF-8' standalone='yes'?>
<Relationships xmlns="http://schemas.openxmlformats.org/package/2006/relationships"><Relationship Type="http://schemas.openxmlformats.org/officeDocument/2006/relationships/slide" Target="../slides/ide16.xml" Id="R37a8e9e9051d4ddd"/><Relationship Type="http://schemas.openxmlformats.org/officeDocument/2006/relationships/notesMaster" Target="/ppt/notesMasters/notesMaster1.xml" Id="R0c86694e1cf24780"/></Relationships>
</file>

<file path=ppt/notesSlides/_rels/ide17.xml.rels><?xml version='1.0' encoding='UTF-8' standalone='yes'?>
<Relationships xmlns="http://schemas.openxmlformats.org/package/2006/relationships"><Relationship Type="http://schemas.openxmlformats.org/officeDocument/2006/relationships/slide" Target="../slides/ide17.xml" Id="R37a8e9e9051d4ddd"/><Relationship Type="http://schemas.openxmlformats.org/officeDocument/2006/relationships/notesMaster" Target="/ppt/notesMasters/notesMaster1.xml" Id="R0c86694e1cf24780"/></Relationships>
</file>

<file path=ppt/notesSlides/_rels/ide18.xml.rels><?xml version='1.0' encoding='UTF-8' standalone='yes'?>
<Relationships xmlns="http://schemas.openxmlformats.org/package/2006/relationships"><Relationship Type="http://schemas.openxmlformats.org/officeDocument/2006/relationships/slide" Target="../slides/ide18.xml" Id="R37a8e9e9051d4ddd"/><Relationship Type="http://schemas.openxmlformats.org/officeDocument/2006/relationships/notesMaster" Target="/ppt/notesMasters/notesMaster1.xml" Id="R0c86694e1cf24780"/></Relationships>
</file>

<file path=ppt/notesSlides/_rels/ide19.xml.rels><?xml version='1.0' encoding='UTF-8' standalone='yes'?>
<Relationships xmlns="http://schemas.openxmlformats.org/package/2006/relationships"><Relationship Type="http://schemas.openxmlformats.org/officeDocument/2006/relationships/slide" Target="../slides/ide19.xml" Id="R37a8e9e9051d4ddd"/><Relationship Type="http://schemas.openxmlformats.org/officeDocument/2006/relationships/notesMaster" Target="/ppt/notesMasters/notesMaster1.xml" Id="R0c86694e1cf24780"/></Relationships>
</file>

<file path=ppt/notesSlides/_rels/ide20.xml.rels><?xml version='1.0' encoding='UTF-8' standalone='yes'?>
<Relationships xmlns="http://schemas.openxmlformats.org/package/2006/relationships"><Relationship Type="http://schemas.openxmlformats.org/officeDocument/2006/relationships/slide" Target="../slides/ide20.xml" Id="R37a8e9e9051d4ddd"/><Relationship Type="http://schemas.openxmlformats.org/officeDocument/2006/relationships/notesMaster" Target="/ppt/notesMasters/notesMaster1.xml" Id="R0c86694e1cf24780"/></Relationships>
</file>

<file path=ppt/notesSlides/_rels/ide21.xml.rels><?xml version='1.0' encoding='UTF-8' standalone='yes'?>
<Relationships xmlns="http://schemas.openxmlformats.org/package/2006/relationships"><Relationship Type="http://schemas.openxmlformats.org/officeDocument/2006/relationships/slide" Target="../slides/ide21.xml" Id="R37a8e9e9051d4ddd"/><Relationship Type="http://schemas.openxmlformats.org/officeDocument/2006/relationships/notesMaster" Target="/ppt/notesMasters/notesMaster1.xml" Id="R0c86694e1cf24780"/></Relationships>
</file>

<file path=ppt/notesSlides/_rels/ide22.xml.rels><?xml version='1.0' encoding='UTF-8' standalone='yes'?>
<Relationships xmlns="http://schemas.openxmlformats.org/package/2006/relationships"><Relationship Type="http://schemas.openxmlformats.org/officeDocument/2006/relationships/slide" Target="../slides/ide22.xml" Id="R37a8e9e9051d4ddd"/><Relationship Type="http://schemas.openxmlformats.org/officeDocument/2006/relationships/notesMaster" Target="/ppt/notesMasters/notesMaster1.xml" Id="R0c86694e1cf24780"/></Relationships>
</file>

<file path=ppt/notesSlides/_rels/ide23.xml.rels><?xml version='1.0' encoding='UTF-8' standalone='yes'?>
<Relationships xmlns="http://schemas.openxmlformats.org/package/2006/relationships"><Relationship Type="http://schemas.openxmlformats.org/officeDocument/2006/relationships/slide" Target="../slides/ide23.xml" Id="R37a8e9e9051d4ddd"/><Relationship Type="http://schemas.openxmlformats.org/officeDocument/2006/relationships/notesMaster" Target="/ppt/notesMasters/notesMaster1.xml" Id="R0c86694e1cf24780"/></Relationships>
</file>

<file path=ppt/notesSlides/_rels/ide24.xml.rels><?xml version='1.0' encoding='UTF-8' standalone='yes'?>
<Relationships xmlns="http://schemas.openxmlformats.org/package/2006/relationships"><Relationship Type="http://schemas.openxmlformats.org/officeDocument/2006/relationships/slide" Target="../slides/ide24.xml" Id="R37a8e9e9051d4ddd"/><Relationship Type="http://schemas.openxmlformats.org/officeDocument/2006/relationships/notesMaster" Target="/ppt/notesMasters/notesMaster1.xml" Id="R0c86694e1cf24780"/></Relationships>
</file>

<file path=ppt/notesSlides/_rels/ide25.xml.rels><?xml version='1.0' encoding='UTF-8' standalone='yes'?>
<Relationships xmlns="http://schemas.openxmlformats.org/package/2006/relationships"><Relationship Type="http://schemas.openxmlformats.org/officeDocument/2006/relationships/slide" Target="../slides/ide25.xml" Id="R37a8e9e9051d4ddd"/><Relationship Type="http://schemas.openxmlformats.org/officeDocument/2006/relationships/notesMaster" Target="/ppt/notesMasters/notesMaster1.xml" Id="R0c86694e1cf24780"/></Relationships>
</file>

<file path=ppt/notesSlides/_rels/ide26.xml.rels><?xml version='1.0' encoding='UTF-8' standalone='yes'?>
<Relationships xmlns="http://schemas.openxmlformats.org/package/2006/relationships"><Relationship Type="http://schemas.openxmlformats.org/officeDocument/2006/relationships/slide" Target="../slides/ide26.xml" Id="R37a8e9e9051d4ddd"/><Relationship Type="http://schemas.openxmlformats.org/officeDocument/2006/relationships/notesMaster" Target="/ppt/notesMasters/notesMaster1.xml" Id="R0c86694e1cf24780"/></Relationships>
</file>

<file path=ppt/notesSlides/_rels/ide27.xml.rels><?xml version='1.0' encoding='UTF-8' standalone='yes'?>
<Relationships xmlns="http://schemas.openxmlformats.org/package/2006/relationships"><Relationship Type="http://schemas.openxmlformats.org/officeDocument/2006/relationships/slide" Target="../slides/ide27.xml" Id="R37a8e9e9051d4ddd"/><Relationship Type="http://schemas.openxmlformats.org/officeDocument/2006/relationships/notesMaster" Target="/ppt/notesMasters/notesMaster1.xml" Id="R0c86694e1cf24780"/></Relationships>
</file>

<file path=ppt/notesSlides/_rels/ide28.xml.rels><?xml version='1.0' encoding='UTF-8' standalone='yes'?>
<Relationships xmlns="http://schemas.openxmlformats.org/package/2006/relationships"><Relationship Type="http://schemas.openxmlformats.org/officeDocument/2006/relationships/slide" Target="../slides/ide28.xml" Id="R37a8e9e9051d4ddd"/><Relationship Type="http://schemas.openxmlformats.org/officeDocument/2006/relationships/notesMaster" Target="/ppt/notesMasters/notesMaster1.xml" Id="R0c86694e1cf24780"/></Relationships>
</file>

<file path=ppt/notesSlides/_rels/ide29.xml.rels><?xml version='1.0' encoding='UTF-8' standalone='yes'?>
<Relationships xmlns="http://schemas.openxmlformats.org/package/2006/relationships"><Relationship Type="http://schemas.openxmlformats.org/officeDocument/2006/relationships/slide" Target="../slides/ide29.xml" Id="R37a8e9e9051d4ddd"/><Relationship Type="http://schemas.openxmlformats.org/officeDocument/2006/relationships/notesMaster" Target="/ppt/notesMasters/notesMaster1.xml" Id="R0c86694e1cf24780"/></Relationships>
</file>

<file path=ppt/notesSlides/_rels/ide30.xml.rels><?xml version='1.0' encoding='UTF-8' standalone='yes'?>
<Relationships xmlns="http://schemas.openxmlformats.org/package/2006/relationships"><Relationship Type="http://schemas.openxmlformats.org/officeDocument/2006/relationships/slide" Target="../slides/ide30.xml" Id="R37a8e9e9051d4ddd"/><Relationship Type="http://schemas.openxmlformats.org/officeDocument/2006/relationships/notesMaster" Target="/ppt/notesMasters/notesMaster1.xml" Id="R0c86694e1cf24780"/></Relationships>
</file>

<file path=ppt/notesSlides/_rels/ide31.xml.rels><?xml version='1.0' encoding='UTF-8' standalone='yes'?>
<Relationships xmlns="http://schemas.openxmlformats.org/package/2006/relationships"><Relationship Type="http://schemas.openxmlformats.org/officeDocument/2006/relationships/slide" Target="../slides/ide31.xml" Id="R37a8e9e9051d4ddd"/><Relationship Type="http://schemas.openxmlformats.org/officeDocument/2006/relationships/notesMaster" Target="/ppt/notesMasters/notesMaster1.xml" Id="R0c86694e1cf24780"/></Relationships>
</file>

<file path=ppt/notesSlides/_rels/ide32.xml.rels><?xml version='1.0' encoding='UTF-8' standalone='yes'?>
<Relationships xmlns="http://schemas.openxmlformats.org/package/2006/relationships"><Relationship Type="http://schemas.openxmlformats.org/officeDocument/2006/relationships/slide" Target="../slides/ide32.xml" Id="R37a8e9e9051d4ddd"/><Relationship Type="http://schemas.openxmlformats.org/officeDocument/2006/relationships/notesMaster" Target="/ppt/notesMasters/notesMaster1.xml" Id="R0c86694e1cf24780"/></Relationships>
</file>

<file path=ppt/notesSlides/_rels/ide33.xml.rels><?xml version='1.0' encoding='UTF-8' standalone='yes'?>
<Relationships xmlns="http://schemas.openxmlformats.org/package/2006/relationships"><Relationship Type="http://schemas.openxmlformats.org/officeDocument/2006/relationships/slide" Target="../slides/ide33.xml" Id="R37a8e9e9051d4ddd"/><Relationship Type="http://schemas.openxmlformats.org/officeDocument/2006/relationships/notesMaster" Target="/ppt/notesMasters/notesMaster1.xml" Id="R0c86694e1cf24780"/></Relationships>
</file>

<file path=ppt/notesSlides/_rels/ide34.xml.rels><?xml version='1.0' encoding='UTF-8' standalone='yes'?>
<Relationships xmlns="http://schemas.openxmlformats.org/package/2006/relationships"><Relationship Type="http://schemas.openxmlformats.org/officeDocument/2006/relationships/slide" Target="../slides/ide34.xml" Id="R37a8e9e9051d4ddd"/><Relationship Type="http://schemas.openxmlformats.org/officeDocument/2006/relationships/notesMaster" Target="/ppt/notesMasters/notesMaster1.xml" Id="R0c86694e1cf24780"/></Relationships>
</file>

<file path=ppt/notesSlides/_rels/ide35.xml.rels><?xml version='1.0' encoding='UTF-8' standalone='yes'?>
<Relationships xmlns="http://schemas.openxmlformats.org/package/2006/relationships"><Relationship Type="http://schemas.openxmlformats.org/officeDocument/2006/relationships/slide" Target="../slides/ide35.xml" Id="R37a8e9e9051d4ddd"/><Relationship Type="http://schemas.openxmlformats.org/officeDocument/2006/relationships/notesMaster" Target="/ppt/notesMasters/notesMaster1.xml" Id="R0c86694e1cf24780"/></Relationships>
</file>

<file path=ppt/notesSlides/_rels/ide36.xml.rels><?xml version='1.0' encoding='UTF-8' standalone='yes'?>
<Relationships xmlns="http://schemas.openxmlformats.org/package/2006/relationships"><Relationship Type="http://schemas.openxmlformats.org/officeDocument/2006/relationships/slide" Target="../slides/ide36.xml" Id="R37a8e9e9051d4ddd"/><Relationship Type="http://schemas.openxmlformats.org/officeDocument/2006/relationships/notesMaster" Target="/ppt/notesMasters/notesMaster1.xml" Id="R0c86694e1cf24780"/></Relationships>
</file>

<file path=ppt/notesSlides/_rels/ide37.xml.rels><?xml version='1.0' encoding='UTF-8' standalone='yes'?>
<Relationships xmlns="http://schemas.openxmlformats.org/package/2006/relationships"><Relationship Type="http://schemas.openxmlformats.org/officeDocument/2006/relationships/slide" Target="../slides/ide37.xml" Id="R37a8e9e9051d4ddd"/><Relationship Type="http://schemas.openxmlformats.org/officeDocument/2006/relationships/notesMaster" Target="/ppt/notesMasters/notesMaster1.xml" Id="R0c86694e1cf24780"/></Relationships>
</file>

<file path=ppt/notesSlides/_rels/ide38.xml.rels><?xml version='1.0' encoding='UTF-8' standalone='yes'?>
<Relationships xmlns="http://schemas.openxmlformats.org/package/2006/relationships"><Relationship Type="http://schemas.openxmlformats.org/officeDocument/2006/relationships/slide" Target="../slides/ide38.xml" Id="R37a8e9e9051d4ddd"/><Relationship Type="http://schemas.openxmlformats.org/officeDocument/2006/relationships/notesMaster" Target="/ppt/notesMasters/notesMaster1.xml" Id="R0c86694e1cf24780"/></Relationships>
</file>

<file path=ppt/notesSlides/_rels/ide39.xml.rels><?xml version='1.0' encoding='UTF-8' standalone='yes'?>
<Relationships xmlns="http://schemas.openxmlformats.org/package/2006/relationships"><Relationship Type="http://schemas.openxmlformats.org/officeDocument/2006/relationships/slide" Target="../slides/ide39.xml" Id="R37a8e9e9051d4ddd"/><Relationship Type="http://schemas.openxmlformats.org/officeDocument/2006/relationships/notesMaster" Target="/ppt/notesMasters/notesMaster1.xml" Id="R0c86694e1cf24780"/></Relationships>
</file>

<file path=ppt/notesSlides/_rels/ide40.xml.rels><?xml version='1.0' encoding='UTF-8' standalone='yes'?>
<Relationships xmlns="http://schemas.openxmlformats.org/package/2006/relationships"><Relationship Type="http://schemas.openxmlformats.org/officeDocument/2006/relationships/slide" Target="../slides/ide40.xml" Id="R37a8e9e9051d4ddd"/><Relationship Type="http://schemas.openxmlformats.org/officeDocument/2006/relationships/notesMaster" Target="/ppt/notesMasters/notesMaster1.xml" Id="R0c86694e1cf24780"/></Relationships>
</file>

<file path=ppt/notesSlides/_rels/ide41.xml.rels><?xml version='1.0' encoding='UTF-8' standalone='yes'?>
<Relationships xmlns="http://schemas.openxmlformats.org/package/2006/relationships"><Relationship Type="http://schemas.openxmlformats.org/officeDocument/2006/relationships/slide" Target="../slides/ide41.xml" Id="R37a8e9e9051d4ddd"/><Relationship Type="http://schemas.openxmlformats.org/officeDocument/2006/relationships/notesMaster" Target="/ppt/notesMasters/notesMaster1.xml" Id="R0c86694e1cf24780"/></Relationships>
</file>

<file path=ppt/notesSlides/_rels/ide42.xml.rels><?xml version='1.0' encoding='UTF-8' standalone='yes'?>
<Relationships xmlns="http://schemas.openxmlformats.org/package/2006/relationships"><Relationship Type="http://schemas.openxmlformats.org/officeDocument/2006/relationships/slide" Target="../slides/ide42.xml" Id="R37a8e9e9051d4ddd"/><Relationship Type="http://schemas.openxmlformats.org/officeDocument/2006/relationships/notesMaster" Target="/ppt/notesMasters/notesMaster1.xml" Id="R0c86694e1cf24780"/></Relationships>
</file>

<file path=ppt/notesSlides/_rels/ide43.xml.rels><?xml version='1.0' encoding='UTF-8' standalone='yes'?>
<Relationships xmlns="http://schemas.openxmlformats.org/package/2006/relationships"><Relationship Type="http://schemas.openxmlformats.org/officeDocument/2006/relationships/slide" Target="../slides/ide43.xml" Id="R37a8e9e9051d4ddd"/><Relationship Type="http://schemas.openxmlformats.org/officeDocument/2006/relationships/notesMaster" Target="/ppt/notesMasters/notesMaster1.xml" Id="R0c86694e1cf24780"/></Relationships>
</file>

<file path=ppt/notesSlides/_rels/ide44.xml.rels><?xml version='1.0' encoding='UTF-8' standalone='yes'?>
<Relationships xmlns="http://schemas.openxmlformats.org/package/2006/relationships"><Relationship Type="http://schemas.openxmlformats.org/officeDocument/2006/relationships/slide" Target="../slides/ide44.xml" Id="R37a8e9e9051d4ddd"/><Relationship Type="http://schemas.openxmlformats.org/officeDocument/2006/relationships/notesMaster" Target="/ppt/notesMasters/notesMaster1.xml" Id="R0c86694e1cf24780"/></Relationships>
</file>

<file path=ppt/notesSlides/_rels/ide45.xml.rels><?xml version='1.0' encoding='UTF-8' standalone='yes'?>
<Relationships xmlns="http://schemas.openxmlformats.org/package/2006/relationships"><Relationship Type="http://schemas.openxmlformats.org/officeDocument/2006/relationships/slide" Target="../slides/ide45.xml" Id="R37a8e9e9051d4ddd"/><Relationship Type="http://schemas.openxmlformats.org/officeDocument/2006/relationships/notesMaster" Target="/ppt/notesMasters/notesMaster1.xml" Id="R0c86694e1cf24780"/></Relationships>
</file>

<file path=ppt/notesSlides/_rels/ide46.xml.rels><?xml version='1.0' encoding='UTF-8' standalone='yes'?>
<Relationships xmlns="http://schemas.openxmlformats.org/package/2006/relationships"><Relationship Type="http://schemas.openxmlformats.org/officeDocument/2006/relationships/slide" Target="../slides/ide46.xml" Id="R37a8e9e9051d4ddd"/><Relationship Type="http://schemas.openxmlformats.org/officeDocument/2006/relationships/notesMaster" Target="/ppt/notesMasters/notesMaster1.xml" Id="R0c86694e1cf24780"/></Relationships>
</file>

<file path=ppt/notesSlides/_rels/ide47.xml.rels><?xml version='1.0' encoding='UTF-8' standalone='yes'?>
<Relationships xmlns="http://schemas.openxmlformats.org/package/2006/relationships"><Relationship Type="http://schemas.openxmlformats.org/officeDocument/2006/relationships/slide" Target="../slides/ide47.xml" Id="R37a8e9e9051d4ddd"/><Relationship Type="http://schemas.openxmlformats.org/officeDocument/2006/relationships/notesMaster" Target="/ppt/notesMasters/notesMaster1.xml" Id="R0c86694e1cf24780"/></Relationships>
</file>

<file path=ppt/notesSlides/_rels/ide48.xml.rels><?xml version='1.0' encoding='UTF-8' standalone='yes'?>
<Relationships xmlns="http://schemas.openxmlformats.org/package/2006/relationships"><Relationship Type="http://schemas.openxmlformats.org/officeDocument/2006/relationships/slide" Target="../slides/ide48.xml" Id="R37a8e9e9051d4ddd"/><Relationship Type="http://schemas.openxmlformats.org/officeDocument/2006/relationships/notesMaster" Target="/ppt/notesMasters/notesMaster1.xml" Id="R0c86694e1cf24780"/></Relationships>
</file>

<file path=ppt/notesSlides/_rels/ide49.xml.rels><?xml version='1.0' encoding='UTF-8' standalone='yes'?>
<Relationships xmlns="http://schemas.openxmlformats.org/package/2006/relationships"><Relationship Type="http://schemas.openxmlformats.org/officeDocument/2006/relationships/slide" Target="../slides/ide49.xml" Id="R37a8e9e9051d4ddd"/><Relationship Type="http://schemas.openxmlformats.org/officeDocument/2006/relationships/notesMaster" Target="/ppt/notesMasters/notesMaster1.xml" Id="R0c86694e1cf24780"/></Relationships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eba60107f94779" /><Relationship Type="http://schemas.openxmlformats.org/officeDocument/2006/relationships/notesMaster" Target="/ppt/notesMasters/notesMaster1.xml" Id="Raa11617b3733452c" /></Relationships>
</file>

<file path=ppt/notesSlides/gu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对应配套正文 1.1。</ns0:t>
            </ns0:r>
          </ns0:p>
          <ns1:p xmlns:ns1="http://schemas.openxmlformats.org/drawingml/2006/main">
            <ns1:r>
              <ns1:t>find_package(Zephyr) 加载构建规则；target_sources 把 main.c 加入 app。文件不会因放在目录里就自动编译。</ns1:t>
            </ns1:r>
          </ns1:p>
          <ns2:p xmlns:ns2="http://schemas.openxmlformats.org/drawingml/2006/main">
            <ns2:r>
              <ns2:t>BOARD 选择硬件，模块列表提供外部源码，SDK 查找决定编译器。IDE 记录这些输入，再调用原生工具。</ns2:t>
            </ns2:r>
          </ns2:p>
          <ns3:p xmlns:ns3="http://schemas.openxmlformats.org/drawingml/2006/main">
            <ns3:r>
              <ns3:t/>
            </ns3:r>
          </ns3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gu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对应配套正文 1.1。</ns0:t>
            </ns0:r>
          </ns0:p>
          <ns1:p xmlns:ns1="http://schemas.openxmlformats.org/drawingml/2006/main">
            <ns1:r>
              <ns1:t>Arm Keil 提供 V2M-MPS2_CMx_BSP：它是 MPS2 的板级与设备支持 Pack，官方还提供驱动和示例。</ns1:t>
            </ns1:r>
          </ns1:p>
          <ns2:p xmlns:ns2="http://schemas.openxmlformats.org/drawingml/2006/main">
            <ns2:r>
              <ns2:t>当前 Zephyr 路线采用主仓里的板、SoC、架构和驱动实现，加上外部 CMSIS Core，并未直接引入该 BSP Pack。</ns2:t>
            </ns2:r>
          </ns2:p>
          <ns3:p xmlns:ns3="http://schemas.openxmlformats.org/drawingml/2006/main">
            <ns3:r>
              <ns3:t>因此先查当前工程使用谁，再决定下载什么。厂商有包，不表示当前 Zephyr 构建必须使用它。</ns3:t>
            </ns3:r>
          </ns3:p>
          <ns4:p xmlns:ns4="http://schemas.openxmlformats.org/drawingml/2006/main">
            <ns4:r>
              <ns4:t>2026-10-11 核对 https://www.keil.arm.com/packs/v2m-mps2_cmx_bsp-keil/boards/ 列出1.8.2；固定Zephyr提交25c8f4a23988dd3b2cfb463613622738298c2d6c。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gu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对应配套正文 1.1。</ns0:t>
            </ns0:r>
          </ns0:p>
          <ns1:p xmlns:ns1="http://schemas.openxmlformats.org/drawingml/2006/main">
            <ns1:r>
              <ns1:t>HAL 表示硬件抽象职责，DDL 是部分厂商的库名；不能把这套分工简化成每块板都另下一个同名库。</ns1:t>
            </ns1:r>
          </ns1:p>
          <ns2:p xmlns:ns2="http://schemas.openxmlformats.org/drawingml/2006/main">
            <ns2:r>
              <ns2:t/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gu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对应配套正文 1.1。</ns0:t>
            </ns0:r>
          </ns0:p>
          <ns1:p xmlns:ns1="http://schemas.openxmlformats.org/drawingml/2006/main">
            <ns1:r>
              <ns1:t>设备树把控制台指向 uart0，其 compatible 为 arm,cmsdk-uart。驱动 Kconfig 据启用节点产生 CONFIG_UART_CMSDK_APB。</ns1:t>
            </ns1:r>
          </ns1:p>
          <ns2:p xmlns:ns2="http://schemas.openxmlformats.org/drawingml/2006/main">
            <ns2:r>
              <ns2:t>串口 CMake 按配置加入 uart_cmsdk_apb.c；主仓驱动直接操作 CMSDK UART 寄存器。</ns2:t>
            </ns2:r>
          </ns2:p>
          <ns3:p xmlns:ns3="http://schemas.openxmlformats.org/drawingml/2006/main">
            <ns3:r>
              <ns3:t>这只是整体支持中的一条链。板还支持哪些功能，要查目标的支持范围；hello_world 不会把它们全部编入。</ns3:t>
            </ns3:r>
          </ns3:p>
          <ns4:p xmlns:ns4="http://schemas.openxmlformats.org/drawingml/2006/main">
            <ns4:r>
              <ns4:t/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gu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对应配套正文 1.2。</ns0:t>
            </ns0:r>
          </ns0:p>
          <ns1:p xmlns:ns1="http://schemas.openxmlformats.org/drawingml/2006/main">
            <ns1:r>
              <ns1:t>三条路线最后都加载模块的 CMake/Kconfig。显式列表需要自己保证完整；IDE 本版的选板与 Build 仍会调用 west。</ns1:t>
            </ns1:r>
          </ns1:p>
          <ns2:p xmlns:ns2="http://schemas.openxmlformats.org/drawingml/2006/main">
            <ns2:r>
              <ns2:t/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gu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对应配套正文 1.3。</ns0:t>
            </ns0:r>
          </ns0:p>
          <ns1:p xmlns:ns1="http://schemas.openxmlformats.org/drawingml/2006/main">
            <ns1:r>
              <ns1:t>先查板与实现来源：主仓已有的代码直接复用；实现引用外部库时，再查当前 manifest 的名称、版本和目录。</ns1:t>
            </ns1:r>
          </ns1:p>
          <ns2:p xmlns:ns2="http://schemas.openxmlformats.org/drawingml/2006/main">
            <ns2:r>
              <ns2:t>文件与版本匹配就复用；清单管理但未下载时用 west update。</ns2:t>
            </ns2:r>
          </ns2:p>
          <ns3:p xmlns:ns3="http://schemas.openxmlformats.org/drawingml/2006/main">
            <ns3:r>
              <ns3:t>west list --all 仍无条目时，再查厂商来源与模块入口。</ns3:t>
            </ns3:r>
          </ns3:p>
          <ns4:p xmlns:ns4="http://schemas.openxmlformats.org/drawingml/2006/main">
            <ns4:r>
              <ns4:t>构建后再核对模块记录、Kconfig、设备树和编译命令。插件的列表或目录存在，都不能独自证明依赖已经生效。</ns4:t>
            </ns4:r>
          </ns4:p>
          <ns5:p xmlns:ns5="http://schemas.openxmlformats.org/drawingml/2006/main">
            <ns5:r>
              <ns5:t/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gu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对应配套正文 1.1。</ns0:t>
            </ns0:r>
          </ns0:p>
          <ns1:p xmlns:ns1="http://schemas.openxmlformats.org/drawingml/2006/main">
            <ns1:r>
              <ns1:t>MPS2 是 Arm 的 FPGA 原型开发板平台；AN386 是运行 Cortex-M4F 系统的一种 FPGA 映像/配置。Zephyr 用 mps2/an386 表示该目标。</ns1:t>
            </ns1:r>
          </ns1:p>
          <ns2:p xmlns:ns2="http://schemas.openxmlformats.org/drawingml/2006/main">
            <ns2:r>
              <ns2:t>hello_world 是应用，负责控制台打印；mps2/an386 是硬件目标。同一个应用可以针对不同受支持目标构建，两个输入都要明确。</ns2:t>
            </ns2:r>
          </ns2:p>
          <ns3:p xmlns:ns3="http://schemas.openxmlformats.org/drawingml/2006/main">
            <ns3:r>
              <ns3:t>本章先构建已有支持，再观察组件如何进入工程。这个固件不用于 HC32，也不据此宣称模拟器或实板已经运行。</ns3:t>
            </ns3:r>
          </ns3:p>
          <ns4:p xmlns:ns4="http://schemas.openxmlformats.org/drawingml/2006/main">
            <ns4:r>
              <ns4:t/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gu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对应配套正文 1.1。</ns0:t>
            </ns0:r>
          </ns0:p>
          <ns1:p xmlns:ns1="http://schemas.openxmlformats.org/drawingml/2006/main">
            <ns1:r>
              <ns1:t>官方 MPS2 Armv7-M 板文档列出 AN385、AN386、AN500；其中 hello_world 命令的 BOARD 实际是 mps2/an385。</ns1:t>
            </ns1:r>
          </ns1:p>
          <ns2:p xmlns:ns2="http://schemas.openxmlformats.org/drawingml/2006/main">
            <ns2:r>
              <ns2:t>本教程改选同页列出的 mps2/an386，以 Cortex-M4F 为对照。应用仍是官方 samples/hello_world，目标限定改变的是硬件组合。</ns2:t>
            </ns2:r>
          </ns2:p>
          <ns3:p xmlns:ns3="http://schemas.openxmlformats.org/drawingml/2006/main">
            <ns3:r>
              <ns3:t>因此复制网页命令前先核对 BOARD。AN385 默认 QEMU 说明不能直接当作 AN386 已运行的证据。</ns3:t>
            </ns3:r>
          </ns3:p>
          <ns4:p xmlns:ns4="http://schemas.openxmlformats.org/drawingml/2006/main">
            <ns4:r>
              <ns4:t>固定源码 boards/arm/mps2/doc/mps2_armv7m.rst:9–16 与236–240；源码提交25c8f4a23988dd3b2cfb463613622738298c2d6c。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gu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对应配套正文 1.8。</ns0:t>
            </ns0:r>
          </ns0:p>
          <ns1:p xmlns:ns1="http://schemas.openxmlformats.org/drawingml/2006/main">
            <ns1:r>
              <ns1:t>当前 hello_world 的 prj.conf 只有注释，板与 Zephyr 默认配置仍参与计算。Add Project 记住应用位置，Add Build 再选择目标与输出。</ns1:t>
            </ns1:r>
          </ns1:p>
          <ns2:p xmlns:ns2="http://schemas.openxmlformats.org/drawingml/2006/main">
            <ns2:r>
              <ns2:t/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gu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对应配套正文 1.9。</ns0:t>
            </ns0:r>
          </ns0:p>
          <ns1:p xmlns:ns1="http://schemas.openxmlformats.org/drawingml/2006/main">
            <ns1:r>
              <ns1:t>HAL 提供设备与 DDL，hc32_port 接入板、SoC 和驱动；输出另存 hello_world-hc32。只加 HAL 不能定义板。</ns1:t>
            </ns1:r>
          </ns1:p>
          <ns2:p xmlns:ns2="http://schemas.openxmlformats.org/drawingml/2006/main">
            <ns2:r>
              <ns2:t/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gu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对应配套正文 1.9.3。</ns0:t>
            </ns0:r>
          </ns0:p>
          <ns1:p xmlns:ns1="http://schemas.openxmlformats.org/drawingml/2006/main">
            <ns1:r>
              <ns1:t>4.1.1 的选板向导只给 west boards 追加 --board-root；本系列 HC32 的 SoC 也在清单外，单给板根会报 SoC not found。</ns1:t>
            </ns1:r>
          </ns1:p>
          <ns2:p xmlns:ns2="http://schemas.openxmlformats.org/drawingml/2006/main">
            <ns2:r>
              <ns2:t>先用显式 --board-root 与 --soc-root 核验材料，再把 ide-hc32 成员合并到 hello_world 的 buildConfigs，保留 ide-mps2。</ns2:t>
            </ns2:r>
          </ns2:p>
          <ns3:p xmlns:ns3="http://schemas.openxmlformats.org/drawingml/2006/main">
            <ns3:r>
              <ns3:t>CMake 构建时同时追加 HAL 和 hc32_port；后者的 module.yml 才为配置提供完整硬件搜索根。板/SoC 尚未建立时先回 P012。</ns3:t>
            </ns3:r>
          </ns3:p>
          <ns4:p xmlns:ns4="http://schemas.openxmlformats.org/drawingml/2006/main">
            <ns4:r>
              <ns4:t>本次只读复现使用随教程配套模块：board-root-only退出1，board+soc-root退出0。G工作副本尚未存在，没有声称GUI已成功选中。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gu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对应配套正文 1.9.3。</ns0:t>
            </ns0:r>
          </ns0:p>
          <ns1:p xmlns:ns1="http://schemas.openxmlformats.org/drawingml/2006/main">
            <ns1:r>
              <ns1:t>cmsis_6 继续来自 west。额外 hc32_port 的 module.yml 声明 board_root、soc_root、dts_root，均相对模块根；配置据此找到完整目标。</ns1:t>
            </ns1:r>
          </ns1:p>
          <ns2:p xmlns:ns2="http://schemas.openxmlformats.org/drawingml/2006/main">
            <ns2:r>
              <ns2:t>hal_xhsc 的模块名产生 ZEPHYR_HAL_XHSC_MODULE_DIR。SoC CMake 再引用其中设备头、system 与所需 DDL，并接入本系列启动和驱动。</ns2:t>
            </ns2:r>
          </ns2:p>
          <ns3:p xmlns:ns3="http://schemas.openxmlformats.org/drawingml/2006/main">
            <ns3:r>
              <ns3:t>先查模块记录和 .config，再查生成的编译任务，最后看实际构建结果。已有 HAL 无 .git，本次不能把目录存在称为固定 SHA 已验证。</ns3:t>
            </ns3:r>
          </ns3:p>
          <ns4:p xmlns:ns4="http://schemas.openxmlformats.org/drawingml/2006/main">
            <ns4:r>
              <ns4:t/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1.1。</ns0:t>
            </ns0:r>
          </ns0:p>
          <ns1:p xmlns:ns1="http://schemas.openxmlformats.org/drawingml/2006/main">
            <ns1:r>
              <ns1:t>先认清工程组成，再把同一套输入交给 IDE。</ns1:t>
            </ns1:r>
          </ns1:p>
          <ns2:p xmlns:ns2="http://schemas.openxmlformats.org/drawingml/2006/main">
            <ns2:r>
              <ns2:t>主线位于 G:/zephyr_practice，先明确两个输入：</ns2:t>
            </ns2:r>
          </ns2:p>
          <ns3:p xmlns:ns3="http://schemas.openxmlformats.org/drawingml/2006/main">
            <ns3:r>
              <ns3:t>hello_world 应用与 mps2/an386 硬件目标。</ns3:t>
            </ns3:r>
          </ns3:p>
          <ns4:p xmlns:ns4="http://schemas.openxmlformats.org/drawingml/2006/main">
            <ns4:r>
              <ns4:t>MPS2 使用主仓硬件实现与外部 CMSIS Core；</ns4:t>
            </ns4:r>
          </ns4:p>
          <ns5:p xmlns:ns5="http://schemas.openxmlformats.org/drawingml/2006/main">
            <ns5:r>
              <ns5:t>切换 HC32 时按适配增加厂商库、板/SoC 与驱动输入。</ns5:t>
            </ns5:r>
          </ns5:p>
          <ns6:p xmlns:ns6="http://schemas.openxmlformats.org/drawingml/2006/main">
            <ns6:r>
              <ns6:t>依据（版本固定的插件代码，网页为官方在线说明）：</ns6:t>
            </ns6:r>
          </ns6:p>
          <ns7:p xmlns:ns7="http://schemas.openxmlformats.org/drawingml/2006/main">
            <ns7:r>
              <ns7:t>https://github.com/mylonics/zephyr-ide/blob/1f046e660bfe1ba4720d58abccd69d1aaf903f83/readme.md#features</ns7:t>
            </ns7:r>
          </ns7:p>
          <ns8:p xmlns:ns8="http://schemas.openxmlformats.org/drawingml/2006/main">
            <ns8:r>
              <ns8:t>https://docs.zephyrproject.org/latest/build/cmake/index.html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1.1。</ns0:t>
            </ns0:r>
          </ns0:p>
          <ns1:p xmlns:ns1="http://schemas.openxmlformats.org/drawingml/2006/main">
            <ns1:r>
              <ns1:t>Zephyr 已有构建能力；Mylonics 的第三方扩展把这些操作接到 VS Code。</ns1:t>
            </ns1:r>
          </ns1:p>
          <ns2:p xmlns:ns2="http://schemas.openxmlformats.org/drawingml/2006/main">
            <ns2:r>
              <ns2:t>依据（版本固定的插件代码，网页为官方在线说明）：</ns2:t>
            </ns2:r>
          </ns2:p>
          <ns3:p xmlns:ns3="http://schemas.openxmlformats.org/drawingml/2006/main">
            <ns3:r>
              <ns3:t>https://github.com/mylonics/zephyr-ide/blob/1f046e660bfe1ba4720d58abccd69d1aaf903f83/readme.md#features</ns3:t>
            </ns3:r>
          </ns3:p>
          <ns4:p xmlns:ns4="http://schemas.openxmlformats.org/drawingml/2006/main">
            <ns4:r>
              <ns4:t>https://docs.zephyrproject.org/latest/build/cmake/index.html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1.1。</ns0:t>
            </ns0:r>
          </ns0:p>
          <ns1:p xmlns:ns1="http://schemas.openxmlformats.org/drawingml/2006/main">
            <ns1:r>
              <ns1:t>CMake 读取应用、板、Kconfig、设备树与模块，生成构建规则。</ns1:t>
            </ns1:r>
          </ns1:p>
          <ns2:p xmlns:ns2="http://schemas.openxmlformats.org/drawingml/2006/main">
            <ns2:r>
              <ns2:t>Ninja 按规则调用 SDK 中的编译器和链接器，生成 zephyr.elf。</ns2:t>
            </ns2:r>
          </ns2:p>
          <ns3:p xmlns:ns3="http://schemas.openxmlformats.org/drawingml/2006/main">
            <ns3:r>
              <ns3:t>去掉 IDE，原生构建仍成立；按钮不会替代板级移植。</ns3:t>
            </ns3:r>
          </ns3:p>
          <ns4:p xmlns:ns4="http://schemas.openxmlformats.org/drawingml/2006/main">
            <ns4:r>
              <ns4:t>依据（版本固定的插件代码，网页为官方在线说明）：</ns4:t>
            </ns4:r>
          </ns4:p>
          <ns5:p xmlns:ns5="http://schemas.openxmlformats.org/drawingml/2006/main">
            <ns5:r>
              <ns5:t>https://github.com/mylonics/zephyr-ide/blob/1f046e660bfe1ba4720d58abccd69d1aaf903f83/readme.md#features</ns5:t>
            </ns5:r>
          </ns5:p>
          <ns6:p xmlns:ns6="http://schemas.openxmlformats.org/drawingml/2006/main">
            <ns6:r>
              <ns6:t>https://docs.zephyrproject.org/latest/build/cmake/index.html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1.1。</ns0:t>
            </ns0:r>
          </ns0:p>
          <ns1:p xmlns:ns1="http://schemas.openxmlformats.org/drawingml/2006/main">
            <ns1:r>
              <ns1:t>模块是源码接入单位；Core 提供内核接口，HAL/DDL 按实现需要接入。</ns1:t>
            </ns1:r>
          </ns1:p>
          <ns2:p xmlns:ns2="http://schemas.openxmlformats.org/drawingml/2006/main">
            <ns2:r>
              <ns2:t>依据（版本固定的插件代码，网页为官方在线说明）：</ns2:t>
            </ns2:r>
          </ns2:p>
          <ns3:p xmlns:ns3="http://schemas.openxmlformats.org/drawingml/2006/main">
            <ns3:r>
              <ns3:t>https://github.com/mylonics/zephyr-ide/blob/1f046e660bfe1ba4720d58abccd69d1aaf903f83/readme.md#features</ns3:t>
            </ns3:r>
          </ns3:p>
          <ns4:p xmlns:ns4="http://schemas.openxmlformats.org/drawingml/2006/main">
            <ns4:r>
              <ns4:t>https://docs.zephyrproject.org/latest/build/cmake/index.html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1.1。</ns0:t>
            </ns0:r>
          </ns0:p>
          <ns1:p xmlns:ns1="http://schemas.openxmlformats.org/drawingml/2006/main">
            <ns1:r>
              <ns1:t>这是 G 盘主线目录。F 盘 learning/zephyr_vscode 存放教材。</ns1:t>
            </ns1:r>
          </ns1:p>
          <ns2:p xmlns:ns2="http://schemas.openxmlformats.org/drawingml/2006/main">
            <ns2:r>
              <ns2:t>依据（版本固定的插件代码，网页为官方在线说明）：</ns2:t>
            </ns2:r>
          </ns2:p>
          <ns3:p xmlns:ns3="http://schemas.openxmlformats.org/drawingml/2006/main">
            <ns3:r>
              <ns3:t>https://github.com/mylonics/zephyr-ide/blob/1f046e660bfe1ba4720d58abccd69d1aaf903f83/readme.md#features</ns3:t>
            </ns3:r>
          </ns3:p>
          <ns4:p xmlns:ns4="http://schemas.openxmlformats.org/drawingml/2006/main">
            <ns4:r>
              <ns4:t>https://docs.zephyrproject.org/latest/build/cmake/index.html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1.2。</ns0:t>
            </ns0:r>
          </ns0:p>
          <ns1:p xmlns:ns1="http://schemas.openxmlformats.org/drawingml/2006/main">
            <ns1:r>
              <ns1:t>装过 west，不等于已有 .west；目录里有 west.yml，也不等于初始化过工作区。</ns1:t>
            </ns1:r>
          </ns1:p>
          <ns2:p xmlns:ns2="http://schemas.openxmlformats.org/drawingml/2006/main">
            <ns2:r>
              <ns2:t>依据（版本固定的插件代码，网页为官方在线说明）：</ns2:t>
            </ns2:r>
          </ns2:p>
          <ns3:p xmlns:ns3="http://schemas.openxmlformats.org/drawingml/2006/main">
            <ns3:r>
              <ns3:t>https://docs.zephyrproject.org/latest/develop/west/basics.html</ns3:t>
            </ns3:r>
          </ns3:p>
          <ns4:p xmlns:ns4="http://schemas.openxmlformats.org/drawingml/2006/main">
            <ns4:r>
              <ns4:t>https://docs.zephyrproject.org/latest/develop/modules.html#without-west</ns4:t>
            </ns4:r>
          </ns4:p>
          <ns5:p xmlns:ns5="http://schemas.openxmlformats.org/drawingml/2006/main">
            <ns5:r>
              <ns5:t>https://github.com/mylonics/zephyr-ide/blob/1f046e660bfe1ba4720d58abccd69d1aaf903f83/src/zephyr_utilities/build.ts#L196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1.2。</ns0:t>
            </ns0:r>
          </ns0:p>
          <ns1:p xmlns:ns1="http://schemas.openxmlformats.org/drawingml/2006/main">
            <ns1:r>
              <ns1:t>第三种情况不能直接套用 IDE 的 Build 主线：插件构建与选板仍会调用 west。</ns1:t>
            </ns1:r>
          </ns1:p>
          <ns2:p xmlns:ns2="http://schemas.openxmlformats.org/drawingml/2006/main">
            <ns2:r>
              <ns2:t>依据（版本固定的插件代码，网页为官方在线说明）：</ns2:t>
            </ns2:r>
          </ns2:p>
          <ns3:p xmlns:ns3="http://schemas.openxmlformats.org/drawingml/2006/main">
            <ns3:r>
              <ns3:t>https://docs.zephyrproject.org/latest/develop/west/basics.html</ns3:t>
            </ns3:r>
          </ns3:p>
          <ns4:p xmlns:ns4="http://schemas.openxmlformats.org/drawingml/2006/main">
            <ns4:r>
              <ns4:t>https://docs.zephyrproject.org/latest/develop/modules.html#without-west</ns4:t>
            </ns4:r>
          </ns4:p>
          <ns5:p xmlns:ns5="http://schemas.openxmlformats.org/drawingml/2006/main">
            <ns5:r>
              <ns5:t>https://github.com/mylonics/zephyr-ide/blob/1f046e660bfe1ba4720d58abccd69d1aaf903f83/src/zephyr_utilities/build.ts#L196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1.2。</ns0:t>
            </ns0:r>
          </ns0:p>
          <ns1:p xmlns:ns1="http://schemas.openxmlformats.org/drawingml/2006/main">
            <ns1:r>
              <ns1:t>topdir 应指向 G:/zephyr_practice；manifest.path 应为 zephyr-main。</ns1:t>
            </ns1:r>
          </ns1:p>
          <ns2:p xmlns:ns2="http://schemas.openxmlformats.org/drawingml/2006/main">
            <ns2:r>
              <ns2:t>已有 .west 时继续复用；不要为了消除插件提示重复初始化。</ns2:t>
            </ns2:r>
          </ns2:p>
          <ns3:p xmlns:ns3="http://schemas.openxmlformats.org/drawingml/2006/main">
            <ns3:r>
              <ns3:t>依据（版本固定的插件代码，网页为官方在线说明）：</ns3:t>
            </ns3:r>
          </ns3:p>
          <ns4:p xmlns:ns4="http://schemas.openxmlformats.org/drawingml/2006/main">
            <ns4:r>
              <ns4:t>https://docs.zephyrproject.org/latest/develop/west/basics.html</ns4:t>
            </ns4:r>
          </ns4:p>
          <ns5:p xmlns:ns5="http://schemas.openxmlformats.org/drawingml/2006/main">
            <ns5:r>
              <ns5:t>https://docs.zephyrproject.org/latest/develop/modules.html#without-west</ns5:t>
            </ns5:r>
          </ns5:p>
          <ns6:p xmlns:ns6="http://schemas.openxmlformats.org/drawingml/2006/main">
            <ns6:r>
              <ns6:t>https://github.com/mylonics/zephyr-ide/blob/1f046e660bfe1ba4720d58abccd69d1aaf903f83/src/zephyr_utilities/build.ts#L196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1.2。</ns0:t>
            </ns0:r>
          </ns0:p>
          <ns1:p xmlns:ns1="http://schemas.openxmlformats.org/drawingml/2006/main">
            <ns1:r>
              <ns1:t>init -l 使用本地源码中的清单，产生父目录下的 .west/config。</ns1:t>
            </ns1:r>
          </ns1:p>
          <ns2:p xmlns:ns2="http://schemas.openxmlformats.org/drawingml/2006/main">
            <ns2:r>
              <ns2:t>它没有完成模块下载；下一步查看清单并获取所需依赖。</ns2:t>
            </ns2:r>
          </ns2:p>
          <ns3:p xmlns:ns3="http://schemas.openxmlformats.org/drawingml/2006/main">
            <ns3:r>
              <ns3:t>依据（版本固定的插件代码，网页为官方在线说明）：</ns3:t>
            </ns3:r>
          </ns3:p>
          <ns4:p xmlns:ns4="http://schemas.openxmlformats.org/drawingml/2006/main">
            <ns4:r>
              <ns4:t>https://docs.zephyrproject.org/latest/develop/west/basics.html</ns4:t>
            </ns4:r>
          </ns4:p>
          <ns5:p xmlns:ns5="http://schemas.openxmlformats.org/drawingml/2006/main">
            <ns5:r>
              <ns5:t>https://docs.zephyrproject.org/latest/develop/modules.html#without-west</ns5:t>
            </ns5:r>
          </ns5:p>
          <ns6:p xmlns:ns6="http://schemas.openxmlformats.org/drawingml/2006/main">
            <ns6:r>
              <ns6:t>https://github.com/mylonics/zephyr-ide/blob/1f046e660bfe1ba4720d58abccd69d1aaf903f83/src/zephyr_utilities/build.ts#L196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1.2。</ns0:t>
            </ns0:r>
          </ns0:p>
          <ns1:p xmlns:ns1="http://schemas.openxmlformats.org/drawingml/2006/main">
            <ns1:r>
              <ns1:t>Zephyr 支持直接使用 CMake / Ninja，但你要自己准备匹配版本的源码模块。</ns1:t>
            </ns1:r>
          </ns1:p>
          <ns2:p xmlns:ns2="http://schemas.openxmlformats.org/drawingml/2006/main">
            <ns2:r>
              <ns2:t>CMake 配置时显式给出 Zephyr 路径、BOARD、完整 ZEPHYR_MODULES 列表；</ns2:t>
            </ns2:r>
          </ns2:p>
          <ns3:p xmlns:ns3="http://schemas.openxmlformats.org/drawingml/2006/main">
            <ns3:r>
              <ns3:t>再用 cmake --build 编译。</ns3:t>
            </ns3:r>
          </ns3:p>
          <ns4:p xmlns:ns4="http://schemas.openxmlformats.org/drawingml/2006/main">
            <ns4:r>
              <ns4:t>这条路线不会拥有 west list / update 的清单管理，也不能假定 IDE 的选板和 Build 可用。</ns4:t>
            </ns4:r>
          </ns4:p>
          <ns5:p xmlns:ns5="http://schemas.openxmlformats.org/drawingml/2006/main">
            <ns5:r>
              <ns5:t>完整可复制例子在配套 MD 1.2；选择后不要再混用前两条路线的下载步骤。</ns5:t>
            </ns5:r>
          </ns5:p>
          <ns6:p xmlns:ns6="http://schemas.openxmlformats.org/drawingml/2006/main">
            <ns6:r>
              <ns6:t>依据（版本固定的插件代码，网页为官方在线说明）：</ns6:t>
            </ns6:r>
          </ns6:p>
          <ns7:p xmlns:ns7="http://schemas.openxmlformats.org/drawingml/2006/main">
            <ns7:r>
              <ns7:t>https://docs.zephyrproject.org/latest/develop/west/basics.html</ns7:t>
            </ns7:r>
          </ns7:p>
          <ns8:p xmlns:ns8="http://schemas.openxmlformats.org/drawingml/2006/main">
            <ns8:r>
              <ns8:t>https://docs.zephyrproject.org/latest/develop/modules.html#without-west</ns8:t>
            </ns8:r>
          </ns8:p>
          <ns9:p xmlns:ns9="http://schemas.openxmlformats.org/drawingml/2006/main">
            <ns9:r>
              <ns9:t>https://github.com/mylonics/zephyr-ide/blob/1f046e660bfe1ba4720d58abccd69d1aaf903f83/src/zephyr_utilities/build.ts#L196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1.3。</ns0:t>
            </ns0:r>
          </ns0:p>
          <ns1:p xmlns:ns1="http://schemas.openxmlformats.org/drawingml/2006/main">
            <ns1:r>
              <ns1:t>--all 包含被分组过滤的项目；查询结果以当前清单及 imports 为准。</ns1:t>
            </ns1:r>
          </ns1:p>
          <ns2:p xmlns:ns2="http://schemas.openxmlformats.org/drawingml/2006/main">
            <ns2:r>
              <ns2:t>hal_xhsc 若返回 unknown project，当前清单就不能按该名称下载它。</ns2:t>
            </ns2:r>
          </ns2:p>
          <ns3:p xmlns:ns3="http://schemas.openxmlformats.org/drawingml/2006/main">
            <ns3:r>
              <ns3:t>依据（版本固定的插件代码，网页为官方在线说明）：</ns3:t>
            </ns3:r>
          </ns3:p>
          <ns4:p xmlns:ns4="http://schemas.openxmlformats.org/drawingml/2006/main">
            <ns4:r>
              <ns4:t>https://docs.zephyrproject.org/latest/develop/west/built-in.html#west-list</ns4:t>
            </ns4:r>
          </ns4:p>
          <ns5:p xmlns:ns5="http://schemas.openxmlformats.org/drawingml/2006/main">
            <ns5:r>
              <ns5:t>https://docs.zephyrproject.org/latest/develop/modules.html</ns5:t>
            </ns5:r>
          </ns5:p>
          <ns6:p xmlns:ns6="http://schemas.openxmlformats.org/drawingml/2006/main">
            <ns6:r>
              <ns6:t>G:/zephyr_practice/zephyr-main/west.yml</ns6:t>
            </ns6:r>
          </ns6:p>
          <ns7:p xmlns:ns7="http://schemas.openxmlformats.org/drawingml/2006/main">
            <ns7:r>
              <ns7:t>G:/zephyr_practice/hal_xhsc-zephyr/zephyr/module.yml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1.3。</ns0:t>
            </ns0:r>
          </ns0:p>
          <ns1:p xmlns:ns1="http://schemas.openxmlformats.org/drawingml/2006/main">
            <ns1:r>
              <ns1:t>west.yml 管版本和下载；Zephyr 模块接入与板 / SoC 支持要分别核对。</ns1:t>
            </ns1:r>
          </ns1:p>
          <ns2:p xmlns:ns2="http://schemas.openxmlformats.org/drawingml/2006/main">
            <ns2:r>
              <ns2:t>依据（版本固定的插件代码，网页为官方在线说明）：</ns2:t>
            </ns2:r>
          </ns2:p>
          <ns3:p xmlns:ns3="http://schemas.openxmlformats.org/drawingml/2006/main">
            <ns3:r>
              <ns3:t>https://docs.zephyrproject.org/latest/develop/west/built-in.html#west-list</ns3:t>
            </ns3:r>
          </ns3:p>
          <ns4:p xmlns:ns4="http://schemas.openxmlformats.org/drawingml/2006/main">
            <ns4:r>
              <ns4:t>https://docs.zephyrproject.org/latest/develop/modules.html</ns4:t>
            </ns4:r>
          </ns4:p>
          <ns5:p xmlns:ns5="http://schemas.openxmlformats.org/drawingml/2006/main">
            <ns5:r>
              <ns5:t>G:/zephyr_practice/zephyr-main/west.yml</ns5:t>
            </ns5:r>
          </ns5:p>
          <ns6:p xmlns:ns6="http://schemas.openxmlformats.org/drawingml/2006/main">
            <ns6:r>
              <ns6:t>G:/zephyr_practice/hal_xhsc-zephyr/zephyr/module.yml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1.3。</ns0:t>
            </ns0:r>
          </ns0:p>
          <ns1:p xmlns:ns1="http://schemas.openxmlformats.org/drawingml/2006/main">
            <ns1:r>
              <ns1:t>本章源码的 CMSIS 清单项目名是 cmsis_6，路径为 modules/hal/cmsis_6。</ns1:t>
            </ns1:r>
          </ns1:p>
          <ns2:p xmlns:ns2="http://schemas.openxmlformats.org/drawingml/2006/main">
            <ns2:r>
              <ns2:t>有 west 时，Zephyr 从活动清单项目发现模块，再读取模块接入规则。</ns2:t>
            </ns2:r>
          </ns2:p>
          <ns3:p xmlns:ns3="http://schemas.openxmlformats.org/drawingml/2006/main">
            <ns3:r>
              <ns3:t>本例 CMSIS 主要提供 Core 头；没有外部 .c 不等于未使用。</ns3:t>
            </ns3:r>
          </ns3:p>
          <ns4:p xmlns:ns4="http://schemas.openxmlformats.org/drawingml/2006/main">
            <ns4:r>
              <ns4:t>依据（版本固定的插件代码，网页为官方在线说明）：</ns4:t>
            </ns4:r>
          </ns4:p>
          <ns5:p xmlns:ns5="http://schemas.openxmlformats.org/drawingml/2006/main">
            <ns5:r>
              <ns5:t>https://docs.zephyrproject.org/latest/develop/west/built-in.html#west-list</ns5:t>
            </ns5:r>
          </ns5:p>
          <ns6:p xmlns:ns6="http://schemas.openxmlformats.org/drawingml/2006/main">
            <ns6:r>
              <ns6:t>https://docs.zephyrproject.org/latest/develop/modules.html</ns6:t>
            </ns6:r>
          </ns6:p>
          <ns7:p xmlns:ns7="http://schemas.openxmlformats.org/drawingml/2006/main">
            <ns7:r>
              <ns7:t>G:/zephyr_practice/zephyr-main/west.yml</ns7:t>
            </ns7:r>
          </ns7:p>
          <ns8:p xmlns:ns8="http://schemas.openxmlformats.org/drawingml/2006/main">
            <ns8:r>
              <ns8:t>G:/zephyr_practice/hal_xhsc-zephyr/zephyr/module.yml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1.3。</ns0:t>
            </ns0:r>
          </ns0:p>
          <ns1:p xmlns:ns1="http://schemas.openxmlformats.org/drawingml/2006/main">
            <ns1:r>
              <ns1:t>本机已有 G:/zephyr_practice/hal_xhsc-zephyr；模块名为 hal_xhsc。</ns1:t>
            </ns1:r>
          </ns1:p>
          <ns2:p xmlns:ns2="http://schemas.openxmlformats.org/drawingml/2006/main">
            <ns2:r>
              <ns2:t>文件夹名与 module.yml 里的 name 可以不同。</ns2:t>
            </ns2:r>
          </ns2:p>
          <ns3:p xmlns:ns3="http://schemas.openxmlformats.org/drawingml/2006/main">
            <ns3:r>
              <ns3:t>已有 HAL 无 .git，文件存在不等于固定 SHA 已验证。缺源码时，</ns3:t>
            </ns3:r>
          </ns3:p>
          <ns4:p xmlns:ns4="http://schemas.openxmlformats.org/drawingml/2006/main">
            <ns4:r>
              <ns4:t>按 P006 的来源下载到 G:/zephyr_practice，不放进 SDK。</ns4:t>
            </ns4:r>
          </ns4:p>
          <ns5:p xmlns:ns5="http://schemas.openxmlformats.org/drawingml/2006/main">
            <ns5:r>
              <ns5:t>在需要 HC32 的应用 Build 中追加 EXTRA_ZEPHYR_MODULES。</ns5:t>
            </ns5:r>
          </ns5:p>
          <ns6:p xmlns:ns6="http://schemas.openxmlformats.org/drawingml/2006/main">
            <ns6:r>
              <ns6:t>具体 UI 和参数位置在本章 1.9。</ns6:t>
            </ns6:r>
          </ns6:p>
          <ns7:p xmlns:ns7="http://schemas.openxmlformats.org/drawingml/2006/main">
            <ns7:r>
              <ns7:t>hello_world + mps2/an386 不需要 HC32 HAL；HC32 还需要板与 SoC 接入。</ns7:t>
            </ns7:r>
          </ns7:p>
          <ns8:p xmlns:ns8="http://schemas.openxmlformats.org/drawingml/2006/main">
            <ns8:r>
              <ns8:t>依据（版本固定的插件代码，网页为官方在线说明）：</ns8:t>
            </ns8:r>
          </ns8:p>
          <ns9:p xmlns:ns9="http://schemas.openxmlformats.org/drawingml/2006/main">
            <ns9:r>
              <ns9:t>https://docs.zephyrproject.org/latest/develop/west/built-in.html#west-list</ns9:t>
            </ns9:r>
          </ns9:p>
          <ns10:p xmlns:ns10="http://schemas.openxmlformats.org/drawingml/2006/main">
            <ns10:r>
              <ns10:t>https://docs.zephyrproject.org/latest/develop/modules.html</ns10:t>
            </ns10:r>
          </ns10:p>
          <ns11:p xmlns:ns11="http://schemas.openxmlformats.org/drawingml/2006/main">
            <ns11:r>
              <ns11:t>G:/zephyr_practice/zephyr-main/west.yml</ns11:t>
            </ns11:r>
          </ns11:p>
          <ns12:p xmlns:ns12="http://schemas.openxmlformats.org/drawingml/2006/main">
            <ns12:r>
              <ns12:t>G:/zephyr_practice/hal_xhsc-zephyr/zephyr/module.yml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1.4。</ns0:t>
            </ns0:r>
          </ns0:p>
          <ns1:p xmlns:ns1="http://schemas.openxmlformats.org/drawingml/2006/main">
            <ns1:r>
              <ns1:t>已正确注册的 SDK 先用自动发现；需要换版本时再显式指定。</ns1:t>
            </ns1:r>
          </ns1:p>
          <ns2:p xmlns:ns2="http://schemas.openxmlformats.org/drawingml/2006/main">
            <ns2:r>
              <ns2:t>依据（版本固定的插件代码，网页为官方在线说明）：</ns2:t>
            </ns2:r>
          </ns2:p>
          <ns3:p xmlns:ns3="http://schemas.openxmlformats.org/drawingml/2006/main">
            <ns3:r>
              <ns3:t>https://docs.zephyrproject.org/latest/develop/toolchains/zephyr_sdk.html</ns3:t>
            </ns3:r>
          </ns3:p>
          <ns4:p xmlns:ns4="http://schemas.openxmlformats.org/drawingml/2006/main">
            <ns4:r>
              <ns4:t>https://github.com/mylonics/zephyr-ide/blob/1f046e660bfe1ba4720d58abccd69d1aaf903f83/src/setup_utilities/workspace-config.ts#L634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1.5。</ns0:t>
            </ns0:r>
          </ns0:p>
          <ns1:p xmlns:ns1="http://schemas.openxmlformats.org/drawingml/2006/main">
            <ns1:r>
              <ns1:t>VS Code：文件 → 打开文件夹，选择 G:/zephyr_practice/zephyr-main。</ns1:t>
            </ns1:r>
          </ns1:p>
          <ns2:p xmlns:ns2="http://schemas.openxmlformats.org/drawingml/2006/main">
            <ns2:r>
              <ns2:t>按 Ctrl+Shift+X，在扩展搜索框输入 @id:mylonics.zephyr-ide。</ns2:t>
            </ns2:r>
          </ns2:p>
          <ns3:p xmlns:ns3="http://schemas.openxmlformats.org/drawingml/2006/main">
            <ns3:r>
              <ns3:t>确认 IDE for Zephyr，发布者 mylonics；本章依据 4.1.1。</ns3:t>
            </ns3:r>
          </ns3:p>
          <ns4:p xmlns:ns4="http://schemas.openxmlformats.org/drawingml/2006/main">
            <ns4:r>
              <ns4:t>若未安装，点击安装；安装后左侧活动栏出现 Zephyr IDE。</ns4:t>
            </ns4:r>
          </ns4:p>
          <ns5:p xmlns:ns5="http://schemas.openxmlformats.org/drawingml/2006/main">
            <ns5:r>
              <ns5:t>不要把另一个厂商扩展的设置页面当成本章入口。</ns5:t>
            </ns5:r>
          </ns5:p>
          <ns6:p xmlns:ns6="http://schemas.openxmlformats.org/drawingml/2006/main">
            <ns6:r>
              <ns6:t>没有 Python、CMake、Ninja 等基础工具时，先完成环境章节；</ns6:t>
            </ns6:r>
          </ns6:p>
          <ns7:p xmlns:ns7="http://schemas.openxmlformats.org/drawingml/2006/main">
            <ns7:r>
              <ns7:t>插件 Host Tools 页面是另一条安装入口，不代表工具已经存在。</ns7:t>
            </ns7:r>
          </ns7:p>
          <ns8:p xmlns:ns8="http://schemas.openxmlformats.org/drawingml/2006/main">
            <ns8:r>
              <ns8:t>依据（版本固定的插件代码，网页为官方在线说明）：</ns8:t>
            </ns8:r>
          </ns8:p>
          <ns9:p xmlns:ns9="http://schemas.openxmlformats.org/drawingml/2006/main">
            <ns9:r>
              <ns9:t>https://github.com/mylonics/zephyr-ide/blob/1f046e660bfe1ba4720d58abccd69d1aaf903f83/package.json</ns9:t>
            </ns9:r>
          </ns9:p>
          <ns10:p xmlns:ns10="http://schemas.openxmlformats.org/drawingml/2006/main">
            <ns10:r>
              <ns10:t>https://marketplace.visualstudio.com/items?itemName=mylonics.zephyr-ide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1.5。</ns0:t>
            </ns0:r>
          </ns0:p>
          <ns1:p xmlns:ns1="http://schemas.openxmlformats.org/drawingml/2006/main">
            <ns1:r>
              <ns1:t>BOARD、HAL 模块参数不是 Ctrl+, 里等待你勾选的插件开关。</ns1:t>
            </ns1:r>
          </ns1:p>
          <ns2:p xmlns:ns2="http://schemas.openxmlformats.org/drawingml/2006/main">
            <ns2:r>
              <ns2:t>依据（版本固定的插件代码，网页为官方在线说明）：</ns2:t>
            </ns2:r>
          </ns2:p>
          <ns3:p xmlns:ns3="http://schemas.openxmlformats.org/drawingml/2006/main">
            <ns3:r>
              <ns3:t>https://github.com/mylonics/zephyr-ide/blob/1f046e660bfe1ba4720d58abccd69d1aaf903f83/package.json</ns3:t>
            </ns3:r>
          </ns3:p>
          <ns4:p xmlns:ns4="http://schemas.openxmlformats.org/drawingml/2006/main">
            <ns4:r>
              <ns4:t>https://marketplace.visualstudio.com/items?itemName=mylonics.zephyr-ide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1.6。</ns0:t>
            </ns0:r>
          </ns0:p>
          <ns1:p xmlns:ns1="http://schemas.openxmlformats.org/drawingml/2006/main">
            <ns1:r>
              <ns1:t>① Ctrl+Shift+P</ns1:t>
            </ns1:r>
          </ns1:p>
          <ns2:p xmlns:ns2="http://schemas.openxmlformats.org/drawingml/2006/main">
            <ns2:r>
              <ns2:t>② 输入 Zephyr IDE: Open Settings</ns2:t>
            </ns2:r>
          </ns2:p>
          <ns3:p xmlns:ns3="http://schemas.openxmlformats.org/drawingml/2006/main">
            <ns3:r>
              <ns3:t>③ 回车后看 Directory Settings</ns3:t>
            </ns3:r>
          </ns3:p>
          <ns4:p xmlns:ns4="http://schemas.openxmlformats.org/drawingml/2006/main">
            <ns4:r>
              <ns4:t>依据（版本固定的插件代码，网页为官方在线说明）：</ns4:t>
            </ns4:r>
          </ns4:p>
          <ns5:p xmlns:ns5="http://schemas.openxmlformats.org/drawingml/2006/main">
            <ns5:r>
              <ns5:t>https://github.com/mylonics/zephyr-ide/blob/1f046e660bfe1ba4720d58abccd69d1aaf903f83/src/panels/settings_view/SettingsPanel.ts#L33</ns5:t>
            </ns5:r>
          </ns5:p>
          <ns6:p xmlns:ns6="http://schemas.openxmlformats.org/drawingml/2006/main">
            <ns6:r>
              <ns6:t>https://github.com/mylonics/zephyr-ide/blob/1f046e660bfe1ba4720d58abccd69d1aaf903f83/src/panels/settings_view/SettingsPanel.ts#L397</ns6:t>
            </ns6:r>
          </ns6:p>
          <ns7:p xmlns:ns7="http://schemas.openxmlformats.org/drawingml/2006/main">
            <ns7:r>
              <ns7:t>图像来源：本机 VS Code 4.1.1 界面，2026-10-10；2026-10-10 当前安装的 4.1.1：命令面板真实入口；本页采用原生裁切放大，原图保存在 assets/verified_20261010/02-open-settings-command.jpg。截图只用于查找操作入口。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1.6。</ns0:t>
            </ns0:r>
          </ns0:p>
          <ns1:p xmlns:ns1="http://schemas.openxmlformats.org/drawingml/2006/main">
            <ns1:r>
              <ns1:t>Toolchain Directory</ns1:t>
            </ns1:r>
          </ns1:p>
          <ns2:p xmlns:ns2="http://schemas.openxmlformats.org/drawingml/2006/main">
            <ns2:r>
              <ns2:t>填 G:/zephyr_practice</ns2:t>
            </ns2:r>
          </ns2:p>
          <ns3:p xmlns:ns3="http://schemas.openxmlformats.org/drawingml/2006/main">
            <ns3:r>
              <ns3:t>Virtual Environment Folder</ns3:t>
            </ns3:r>
          </ns3:p>
          <ns4:p xmlns:ns4="http://schemas.openxmlformats.org/drawingml/2006/main">
            <ns4:r>
              <ns4:t>填源码根下 .venv</ns4:t>
            </ns4:r>
          </ns4:p>
          <ns5:p xmlns:ns5="http://schemas.openxmlformats.org/drawingml/2006/main">
            <ns5:r>
              <ns5:t>每项选 Workspace</ns5:t>
            </ns5:r>
          </ns5:p>
          <ns6:p xmlns:ns6="http://schemas.openxmlformats.org/drawingml/2006/main">
            <ns6:r>
              <ns6:t>界面自动保存</ns6:t>
            </ns6:r>
          </ns6:p>
          <ns7:p xmlns:ns7="http://schemas.openxmlformats.org/drawingml/2006/main">
            <ns7:r>
              <ns7:t>依据（版本固定的插件代码，网页为官方在线说明）：</ns7:t>
            </ns7:r>
          </ns7:p>
          <ns8:p xmlns:ns8="http://schemas.openxmlformats.org/drawingml/2006/main">
            <ns8:r>
              <ns8:t>https://github.com/mylonics/zephyr-ide/blob/1f046e660bfe1ba4720d58abccd69d1aaf903f83/src/panels/settings_view/SettingsPanel.ts#L33</ns8:t>
            </ns8:r>
          </ns8:p>
          <ns9:p xmlns:ns9="http://schemas.openxmlformats.org/drawingml/2006/main">
            <ns9:r>
              <ns9:t>https://github.com/mylonics/zephyr-ide/blob/1f046e660bfe1ba4720d58abccd69d1aaf903f83/src/panels/settings_view/SettingsPanel.ts#L397</ns9:t>
            </ns9:r>
          </ns9:p>
          <ns10:p xmlns:ns10="http://schemas.openxmlformats.org/drawingml/2006/main">
            <ns10:r>
              <ns10:t>图像来源：本机 VS Code 4.1.1 界面，2026-10-10；当前本机页面；右侧每一项都有自己的作用范围；本页采用原生裁切放大，原图保存在 assets/verified_20261010/03-plugin-settings.jpg。截图只用于查找操作入口。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1.6。</ns0:t>
            </ns0:r>
          </ns0:p>
          <ns1:p xmlns:ns1="http://schemas.openxmlformats.org/drawingml/2006/main">
            <ns1:r>
              <ns1:t>原生页可搜 @id:zephyr-ide.venvFolder；名称与键按表对应。</ns1:t>
            </ns1:r>
          </ns1:p>
          <ns2:p xmlns:ns2="http://schemas.openxmlformats.org/drawingml/2006/main">
            <ns2:r>
              <ns2:t>自有页 31 项，原生页 35 项；数组设置到原生页编辑。</ns2:t>
            </ns2:r>
          </ns2:p>
          <ns3:p xmlns:ns3="http://schemas.openxmlformats.org/drawingml/2006/main">
            <ns3:r>
              <ns3:t>依据（版本固定的插件代码，网页为官方在线说明）：</ns3:t>
            </ns3:r>
          </ns3:p>
          <ns4:p xmlns:ns4="http://schemas.openxmlformats.org/drawingml/2006/main">
            <ns4:r>
              <ns4:t>https://github.com/mylonics/zephyr-ide/blob/1f046e660bfe1ba4720d58abccd69d1aaf903f83/src/panels/settings_view/SettingsPanel.ts#L33</ns4:t>
            </ns4:r>
          </ns4:p>
          <ns5:p xmlns:ns5="http://schemas.openxmlformats.org/drawingml/2006/main">
            <ns5:r>
              <ns5:t>https://github.com/mylonics/zephyr-ide/blob/1f046e660bfe1ba4720d58abccd69d1aaf903f83/src/panels/settings_view/SettingsPanel.ts#L397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1.6。</ns0:t>
            </ns0:r>
          </ns0:p>
          <ns1:p xmlns:ns1="http://schemas.openxmlformats.org/drawingml/2006/main">
            <ns1:r>
              <ns1:t>界面选择 Workspace 后写入这个文件；User 设置影响用户的所有工程。</ns1:t>
            </ns1:r>
          </ns1:p>
          <ns2:p xmlns:ns2="http://schemas.openxmlformats.org/drawingml/2006/main">
            <ns2:r>
              <ns2:t>只合并需要的键，保留其他设置。工作区同名键会覆盖用户层的值。</ns2:t>
            </ns2:r>
          </ns2:p>
          <ns3:p xmlns:ns3="http://schemas.openxmlformats.org/drawingml/2006/main">
            <ns3:r>
              <ns3:t>依据（版本固定的插件代码，网页为官方在线说明）：</ns3:t>
            </ns3:r>
          </ns3:p>
          <ns4:p xmlns:ns4="http://schemas.openxmlformats.org/drawingml/2006/main">
            <ns4:r>
              <ns4:t>https://github.com/mylonics/zephyr-ide/blob/1f046e660bfe1ba4720d58abccd69d1aaf903f83/src/panels/settings_view/SettingsPanel.ts#L33</ns4:t>
            </ns4:r>
          </ns4:p>
          <ns5:p xmlns:ns5="http://schemas.openxmlformats.org/drawingml/2006/main">
            <ns5:r>
              <ns5:t>https://github.com/mylonics/zephyr-ide/blob/1f046e660bfe1ba4720d58abccd69d1aaf903f83/src/panels/settings_view/SettingsPanel.ts#L397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1.7。</ns0:t>
            </ns0:r>
          </ns0:p>
          <ns1:p xmlns:ns1="http://schemas.openxmlformats.org/drawingml/2006/main">
            <ns1:r>
              <ns1:t>前提：已有 .west，Python / west / 模块已准备好。</ns1:t>
            </ns1:r>
          </ns1:p>
          <ns2:p xmlns:ns2="http://schemas.openxmlformats.org/drawingml/2006/main">
            <ns2:r>
              <ns2:t>Ctrl+Shift+P → Zephyr IDE: Setup Workspace from External Directory。</ns2:t>
            </ns2:r>
          </ns2:p>
          <ns3:p xmlns:ns3="http://schemas.openxmlformats.org/drawingml/2006/main">
            <ns3:r>
              <ns3:t>目录框选 G:/zephyr_practice，即包含 .west 的父目录。</ns3:t>
            </ns3:r>
          </ns3:p>
          <ns4:p xmlns:ns4="http://schemas.openxmlformats.org/drawingml/2006/main">
            <ns4:r>
              <ns4:t>随后在选项列表选择 Mark workspace as already set up。</ns4:t>
            </ns4:r>
          </ns4:p>
          <ns5:p xmlns:ns5="http://schemas.openxmlformats.org/drawingml/2006/main">
            <ns5:r>
              <ns5:t>这一支跳过安装与更新，只告诉插件复用已准备的目录。</ns5:t>
            </ns5:r>
          </ns5:p>
          <ns6:p xmlns:ns6="http://schemas.openxmlformats.org/drawingml/2006/main">
            <ns6:r>
              <ns6:t>下一页继续执行扫描；仅标记完成不证明源码、模块和编译器都能使用。</ns6:t>
            </ns6:r>
          </ns6:p>
          <ns7:p xmlns:ns7="http://schemas.openxmlformats.org/drawingml/2006/main">
            <ns7:r>
              <ns7:t>依据（版本固定的插件代码，网页为官方在线说明）：</ns7:t>
            </ns7:r>
          </ns7:p>
          <ns8:p xmlns:ns8="http://schemas.openxmlformats.org/drawingml/2006/main">
            <ns8:r>
              <ns8:t>https://github.com/mylonics/zephyr-ide/blob/1f046e660bfe1ba4720d58abccd69d1aaf903f83/src/setup_utilities/workspace-setup.ts#L935</ns8:t>
            </ns8:r>
          </ns8:p>
          <ns9:p xmlns:ns9="http://schemas.openxmlformats.org/drawingml/2006/main">
            <ns9:r>
              <ns9:t>https://github.com/mylonics/zephyr-ide/blob/1f046e660bfe1ba4720d58abccd69d1aaf903f83/src/setup_utilities/west-operations.ts#L575</ns9:t>
            </ns9:r>
          </ns9:p>
          <ns10:p xmlns:ns10="http://schemas.openxmlformats.org/drawingml/2006/main">
            <ns10:r>
              <ns10:t>https://github.com/mylonics/zephyr-ide/blob/1f046e660bfe1ba4720d58abccd69d1aaf903f83/src/extension.ts#L1195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1.7。</ns0:t>
            </ns0:r>
          </ns0:p>
          <ns1:p xmlns:ns1="http://schemas.openxmlformats.org/drawingml/2006/main">
            <ns1:r>
              <ns1:t>Ctrl+Shift+P 输入并执行：</ns1:t>
            </ns1:r>
          </ns1:p>
          <ns2:p xmlns:ns2="http://schemas.openxmlformats.org/drawingml/2006/main">
            <ns2:r>
              <ns2:t>Zephyr IDE: Configure Existing Environment (Scan Zephyr Dir/Version)。</ns2:t>
            </ns2:r>
          </ns2:p>
          <ns3:p xmlns:ns3="http://schemas.openxmlformats.org/drawingml/2006/main">
            <ns3:r>
              <ns3:t>它检查已有 venv、查找 Zephyr 目录与版本；不执行 west init / update。</ns3:t>
            </ns3:r>
          </ns3:p>
          <ns4:p xmlns:ns4="http://schemas.openxmlformats.org/drawingml/2006/main">
            <ns4:r>
              <ns4:t>执行 Zephyr IDE: Open Workspace Config，核对 West Workspace Path、</ns4:t>
            </ns4:r>
          </ns4:p>
          <ns5:p xmlns:ns5="http://schemas.openxmlformats.org/drawingml/2006/main">
            <ns5:r>
              <ns5:t>West.yml Location、Python .venv Location 和 Zephyr Version。</ns5:t>
            </ns5:r>
          </ns5:p>
          <ns6:p xmlns:ns6="http://schemas.openxmlformats.org/drawingml/2006/main">
            <ns6:r>
              <ns6:t>版本或板列表错误时回查 .west/config 和扫描结果，</ns6:t>
            </ns6:r>
          </ns6:p>
          <ns7:p xmlns:ns7="http://schemas.openxmlformats.org/drawingml/2006/main">
            <ns7:r>
              <ns7:t>只填写 ZEPHYR_BASE Override 不能改变插件扫描的源码树。</ns7:t>
            </ns7:r>
          </ns7:p>
          <ns8:p xmlns:ns8="http://schemas.openxmlformats.org/drawingml/2006/main">
            <ns8:r>
              <ns8:t>依据（版本固定的插件代码，网页为官方在线说明）：</ns8:t>
            </ns8:r>
          </ns8:p>
          <ns9:p xmlns:ns9="http://schemas.openxmlformats.org/drawingml/2006/main">
            <ns9:r>
              <ns9:t>https://github.com/mylonics/zephyr-ide/blob/1f046e660bfe1ba4720d58abccd69d1aaf903f83/src/setup_utilities/workspace-setup.ts#L935</ns9:t>
            </ns9:r>
          </ns9:p>
          <ns10:p xmlns:ns10="http://schemas.openxmlformats.org/drawingml/2006/main">
            <ns10:r>
              <ns10:t>https://github.com/mylonics/zephyr-ide/blob/1f046e660bfe1ba4720d58abccd69d1aaf903f83/src/setup_utilities/west-operations.ts#L575</ns10:t>
            </ns10:r>
          </ns10:p>
          <ns11:p xmlns:ns11="http://schemas.openxmlformats.org/drawingml/2006/main">
            <ns11:r>
              <ns11:t>https://github.com/mylonics/zephyr-ide/blob/1f046e660bfe1ba4720d58abccd69d1aaf903f83/src/extension.ts#L1195</ns11:t>
            </ns11:r>
          </ns1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1.7。</ns0:t>
            </ns0:r>
          </ns0:p>
          <ns1:p xmlns:ns1="http://schemas.openxmlformats.org/drawingml/2006/main">
            <ns1:r>
              <ns1:t>这些是 Setup 向导动作，不是 Settings 页选项。选择安装分支会产生网络与磁盘操作。</ns1:t>
            </ns1:r>
          </ns1:p>
          <ns2:p xmlns:ns2="http://schemas.openxmlformats.org/drawingml/2006/main">
            <ns2:r>
              <ns2:t>依据（版本固定的插件代码，网页为官方在线说明）：</ns2:t>
            </ns2:r>
          </ns2:p>
          <ns3:p xmlns:ns3="http://schemas.openxmlformats.org/drawingml/2006/main">
            <ns3:r>
              <ns3:t>https://github.com/mylonics/zephyr-ide/blob/1f046e660bfe1ba4720d58abccd69d1aaf903f83/src/setup_utilities/workspace-setup.ts#L935</ns3:t>
            </ns3:r>
          </ns3:p>
          <ns4:p xmlns:ns4="http://schemas.openxmlformats.org/drawingml/2006/main">
            <ns4:r>
              <ns4:t>https://github.com/mylonics/zephyr-ide/blob/1f046e660bfe1ba4720d58abccd69d1aaf903f83/src/setup_utilities/west-operations.ts#L575</ns4:t>
            </ns4:r>
          </ns4:p>
          <ns5:p xmlns:ns5="http://schemas.openxmlformats.org/drawingml/2006/main">
            <ns5:r>
              <ns5:t>https://github.com/mylonics/zephyr-ide/blob/1f046e660bfe1ba4720d58abccd69d1aaf903f83/src/extension.ts#L1195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1.7。</ns0:t>
            </ns0:r>
          </ns0:p>
          <ns1:p xmlns:ns1="http://schemas.openxmlformats.org/drawingml/2006/main">
            <ns1:r>
              <ns1:t>完全没有源码时，运行 Zephyr IDE: Create New West Workspace。</ns1:t>
            </ns1:r>
          </ns1:p>
          <ns2:p xmlns:ns2="http://schemas.openxmlformats.org/drawingml/2006/main">
            <ns2:r>
              <ns2:t>选择 Use Current Folder 或 Select Other Folder，再按向导选择清单来源。</ns2:t>
            </ns2:r>
          </ns2:p>
          <ns3:p xmlns:ns3="http://schemas.openxmlformats.org/drawingml/2006/main">
            <ns3:r>
              <ns3:t>已有 west.yml 时可用外部目录向导的 Use west.yml file；</ns3:t>
            </ns3:r>
          </ns3:p>
          <ns4:p xmlns:ns4="http://schemas.openxmlformats.org/drawingml/2006/main">
            <ns4:r>
              <ns4:t>已有完整环境则按前述“标记已准备 → 扫描”复用。</ns4:t>
            </ns4:r>
          </ns4:p>
          <ns5:p xmlns:ns5="http://schemas.openxmlformats.org/drawingml/2006/main">
            <ns5:r>
              <ns5:t>SDK 独立准备：安装命令 Zephyr IDE: Install SDK；</ns5:t>
            </ns5:r>
          </ns5:p>
          <ns6:p xmlns:ns6="http://schemas.openxmlformats.org/drawingml/2006/main">
            <ns6:r>
              <ns6:t>管理页面命令 Zephyr IDE: SDK Management。</ns6:t>
            </ns6:r>
          </ns6:p>
          <ns7:p xmlns:ns7="http://schemas.openxmlformats.org/drawingml/2006/main">
            <ns7:r>
              <ns7:t>下载、初始化、安装都要看实际输出；完成后再添加 Project 与 Build。</ns7:t>
            </ns7:r>
          </ns7:p>
          <ns8:p xmlns:ns8="http://schemas.openxmlformats.org/drawingml/2006/main">
            <ns8:r>
              <ns8:t>依据（版本固定的插件代码，网页为官方在线说明）：</ns8:t>
            </ns8:r>
          </ns8:p>
          <ns9:p xmlns:ns9="http://schemas.openxmlformats.org/drawingml/2006/main">
            <ns9:r>
              <ns9:t>https://github.com/mylonics/zephyr-ide/blob/1f046e660bfe1ba4720d58abccd69d1aaf903f83/src/setup_utilities/workspace-setup.ts#L935</ns9:t>
            </ns9:r>
          </ns9:p>
          <ns10:p xmlns:ns10="http://schemas.openxmlformats.org/drawingml/2006/main">
            <ns10:r>
              <ns10:t>https://github.com/mylonics/zephyr-ide/blob/1f046e660bfe1ba4720d58abccd69d1aaf903f83/src/setup_utilities/west-operations.ts#L575</ns10:t>
            </ns10:r>
          </ns10:p>
          <ns11:p xmlns:ns11="http://schemas.openxmlformats.org/drawingml/2006/main">
            <ns11:r>
              <ns11:t>https://github.com/mylonics/zephyr-ide/blob/1f046e660bfe1ba4720d58abccd69d1aaf903f83/src/extension.ts#L1195</ns11:t>
            </ns11:r>
          </ns1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1.8。</ns0:t>
            </ns0:r>
          </ns0:p>
          <ns1:p xmlns:ns1="http://schemas.openxmlformats.org/drawingml/2006/main">
            <ns1:r>
              <ns1:t>Project 要选择包含这个文件的应用目录。</ns1:t>
            </ns1:r>
          </ns1:p>
          <ns2:p xmlns:ns2="http://schemas.openxmlformats.org/drawingml/2006/main">
            <ns2:r>
              <ns2:t>find_package 加载 Zephyr 构建逻辑；target_sources 把应用代码加入 app。</ns2:t>
            </ns2:r>
          </ns2:p>
          <ns3:p xmlns:ns3="http://schemas.openxmlformats.org/drawingml/2006/main">
            <ns3:r>
              <ns3:t>依据（版本固定的插件代码，网页为官方在线说明）：</ns3:t>
            </ns3:r>
          </ns3:p>
          <ns4:p xmlns:ns4="http://schemas.openxmlformats.org/drawingml/2006/main">
            <ns4:r>
              <ns4:t>https://github.com/mylonics/zephyr-ide/blob/1f046e660bfe1ba4720d58abccd69d1aaf903f83/src/project_utilities/project.ts#L65</ns4:t>
            </ns4:r>
          </ns4:p>
          <ns5:p xmlns:ns5="http://schemas.openxmlformats.org/drawingml/2006/main">
            <ns5:r>
              <ns5:t>https://github.com/mylonics/zephyr-ide/blob/1f046e660bfe1ba4720d58abccd69d1aaf903f83/src/project_utilities/project.ts#L822</ns5:t>
            </ns5:r>
          </ns5:p>
          <ns6:p xmlns:ns6="http://schemas.openxmlformats.org/drawingml/2006/main">
            <ns6:r>
              <ns6:t>https://github.com/mylonics/zephyr-ide/blob/1f046e660bfe1ba4720d58abccd69d1aaf903f83/src/project_utilities/build_selector.ts#L405</ns6:t>
            </ns6:r>
          </ns6:p>
          <ns7:p xmlns:ns7="http://schemas.openxmlformats.org/drawingml/2006/main">
            <ns7:r>
              <ns7:t>G:/zephyr_practice/zephyr-main/samples/hello_world/CMakeLists.txt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1.8。</ns0:t>
            </ns0:r>
          </ns0:p>
          <ns1:p xmlns:ns1="http://schemas.openxmlformats.org/drawingml/2006/main">
            <ns1:r>
              <ns1:t>Ctrl+Shift+P → Zephyr IDE: Add Project。</ns1:t>
            </ns1:r>
          </ns1:p>
          <ns2:p xmlns:ns2="http://schemas.openxmlformats.org/drawingml/2006/main">
            <ns2:r>
              <ns2:t>目录框选择 G:/zephyr_practice/zephyr-main/samples/hello_world。</ns2:t>
            </ns2:r>
          </ns2:p>
          <ns3:p xmlns:ns3="http://schemas.openxmlformats.org/drawingml/2006/main">
            <ns3:r>
              <ns3:t>Projects 树出现 hello_world；插件保存应用路径，没有复制应用源码。</ns3:t>
            </ns3:r>
          </ns3:p>
          <ns4:p xmlns:ns4="http://schemas.openxmlformats.org/drawingml/2006/main">
            <ns4:r>
              <ns4:t>Project 选择应用；其 prj.conf 与板默认配置仍由 Zephyr 处理。</ns4:t>
            </ns4:r>
          </ns4:p>
          <ns5:p xmlns:ns5="http://schemas.openxmlformats.org/drawingml/2006/main">
            <ns5:r>
              <ns5:t>再用 Add Build Configuration 选择板和输出组合。</ns5:t>
            </ns5:r>
          </ns5:p>
          <ns6:p xmlns:ns6="http://schemas.openxmlformats.org/drawingml/2006/main">
            <ns6:r>
              <ns6:t>依据（版本固定的插件代码，网页为官方在线说明）：</ns6:t>
            </ns6:r>
          </ns6:p>
          <ns7:p xmlns:ns7="http://schemas.openxmlformats.org/drawingml/2006/main">
            <ns7:r>
              <ns7:t>https://github.com/mylonics/zephyr-ide/blob/1f046e660bfe1ba4720d58abccd69d1aaf903f83/src/project_utilities/project.ts#L65</ns7:t>
            </ns7:r>
          </ns7:p>
          <ns8:p xmlns:ns8="http://schemas.openxmlformats.org/drawingml/2006/main">
            <ns8:r>
              <ns8:t>https://github.com/mylonics/zephyr-ide/blob/1f046e660bfe1ba4720d58abccd69d1aaf903f83/src/project_utilities/project.ts#L822</ns8:t>
            </ns8:r>
          </ns8:p>
          <ns9:p xmlns:ns9="http://schemas.openxmlformats.org/drawingml/2006/main">
            <ns9:r>
              <ns9:t>https://github.com/mylonics/zephyr-ide/blob/1f046e660bfe1ba4720d58abccd69d1aaf903f83/src/project_utilities/build_selector.ts#L405</ns9:t>
            </ns9:r>
          </ns9:p>
          <ns10:p xmlns:ns10="http://schemas.openxmlformats.org/drawingml/2006/main">
            <ns10:r>
              <ns10:t>G:/zephyr_practice/zephyr-main/samples/hello_world/CMakeLists.txt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1.8。</ns0:t>
            </ns0:r>
          </ns0:p>
          <ns1:p xmlns:ns1="http://schemas.openxmlformats.org/drawingml/2006/main">
            <ns1:r>
              <ns1:t>入口：Ctrl+Shift+P → Zephyr IDE: Add Build Configuration；先选择 hello_world。</ns1:t>
            </ns1:r>
          </ns1:p>
          <ns2:p xmlns:ns2="http://schemas.openxmlformats.org/drawingml/2006/main">
            <ns2:r>
              <ns2:t>依据（版本固定的插件代码，网页为官方在线说明）：</ns2:t>
            </ns2:r>
          </ns2:p>
          <ns3:p xmlns:ns3="http://schemas.openxmlformats.org/drawingml/2006/main">
            <ns3:r>
              <ns3:t>https://github.com/mylonics/zephyr-ide/blob/1f046e660bfe1ba4720d58abccd69d1aaf903f83/src/project_utilities/project.ts#L65</ns3:t>
            </ns3:r>
          </ns3:p>
          <ns4:p xmlns:ns4="http://schemas.openxmlformats.org/drawingml/2006/main">
            <ns4:r>
              <ns4:t>https://github.com/mylonics/zephyr-ide/blob/1f046e660bfe1ba4720d58abccd69d1aaf903f83/src/project_utilities/project.ts#L822</ns4:t>
            </ns4:r>
          </ns4:p>
          <ns5:p xmlns:ns5="http://schemas.openxmlformats.org/drawingml/2006/main">
            <ns5:r>
              <ns5:t>https://github.com/mylonics/zephyr-ide/blob/1f046e660bfe1ba4720d58abccd69d1aaf903f83/src/project_utilities/build_selector.ts#L405</ns5:t>
            </ns5:r>
          </ns5:p>
          <ns6:p xmlns:ns6="http://schemas.openxmlformats.org/drawingml/2006/main">
            <ns6:r>
              <ns6:t>G:/zephyr_practice/zephyr-main/samples/hello_world/CMakeLists.txt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1.8。</ns0:t>
            </ns0:r>
          </ns0:p>
          <ns1:p xmlns:ns1="http://schemas.openxmlformats.org/drawingml/2006/main">
            <ns1:r>
              <ns1:t>mps2/an386 不意味着磁盘上有 boards/arm/mps2/an386。</ns1:t>
            </ns1:r>
          </ns1:p>
          <ns2:p xmlns:ns2="http://schemas.openxmlformats.org/drawingml/2006/main">
            <ns2:r>
              <ns2:t>依据（版本固定的插件代码，网页为官方在线说明）：</ns2:t>
            </ns2:r>
          </ns2:p>
          <ns3:p xmlns:ns3="http://schemas.openxmlformats.org/drawingml/2006/main">
            <ns3:r>
              <ns3:t>https://github.com/mylonics/zephyr-ide/blob/1f046e660bfe1ba4720d58abccd69d1aaf903f83/src/project_utilities/project.ts#L65</ns3:t>
            </ns3:r>
          </ns3:p>
          <ns4:p xmlns:ns4="http://schemas.openxmlformats.org/drawingml/2006/main">
            <ns4:r>
              <ns4:t>https://github.com/mylonics/zephyr-ide/blob/1f046e660bfe1ba4720d58abccd69d1aaf903f83/src/project_utilities/project.ts#L822</ns4:t>
            </ns4:r>
          </ns4:p>
          <ns5:p xmlns:ns5="http://schemas.openxmlformats.org/drawingml/2006/main">
            <ns5:r>
              <ns5:t>https://github.com/mylonics/zephyr-ide/blob/1f046e660bfe1ba4720d58abccd69d1aaf903f83/src/project_utilities/build_selector.ts#L405</ns5:t>
            </ns5:r>
          </ns5:p>
          <ns6:p xmlns:ns6="http://schemas.openxmlformats.org/drawingml/2006/main">
            <ns6:r>
              <ns6:t>G:/zephyr_practice/zephyr-main/samples/hello_world/CMakeLists.txt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1.8。</ns0:t>
            </ns0:r>
          </ns0:p>
          <ns1:p xmlns:ns1="http://schemas.openxmlformats.org/drawingml/2006/main">
            <ns1:r>
              <ns1:t>CMake 输入：-DCMAKE_EXPORT_COMPILE_COMMANDS=ON</ns1:t>
            </ns1:r>
          </ns1:p>
          <ns2:p xmlns:ns2="http://schemas.openxmlformats.org/drawingml/2006/main">
            <ns2:r>
              <ns2:t>--sysbuild 属于 West Args；模块的 -D 参数属于 CMake Args。</ns2:t>
            </ns2:r>
          </ns2:p>
          <ns3:p xmlns:ns3="http://schemas.openxmlformats.org/drawingml/2006/main">
            <ns3:r>
              <ns3:t>保存后详情树显示短名称 West Args 与 CMake Args；提示文字不等于已填值。</ns3:t>
            </ns3:r>
          </ns3:p>
          <ns4:p xmlns:ns4="http://schemas.openxmlformats.org/drawingml/2006/main">
            <ns4:r>
              <ns4:t>依据（版本固定的插件代码，网页为官方在线说明）：</ns4:t>
            </ns4:r>
          </ns4:p>
          <ns5:p xmlns:ns5="http://schemas.openxmlformats.org/drawingml/2006/main">
            <ns5:r>
              <ns5:t>https://github.com/mylonics/zephyr-ide/blob/1f046e660bfe1ba4720d58abccd69d1aaf903f83/src/project_utilities/project.ts#L65</ns5:t>
            </ns5:r>
          </ns5:p>
          <ns6:p xmlns:ns6="http://schemas.openxmlformats.org/drawingml/2006/main">
            <ns6:r>
              <ns6:t>https://github.com/mylonics/zephyr-ide/blob/1f046e660bfe1ba4720d58abccd69d1aaf903f83/src/project_utilities/project.ts#L822</ns6:t>
            </ns6:r>
          </ns6:p>
          <ns7:p xmlns:ns7="http://schemas.openxmlformats.org/drawingml/2006/main">
            <ns7:r>
              <ns7:t>https://github.com/mylonics/zephyr-ide/blob/1f046e660bfe1ba4720d58abccd69d1aaf903f83/src/project_utilities/build_selector.ts#L405</ns7:t>
            </ns7:r>
          </ns7:p>
          <ns8:p xmlns:ns8="http://schemas.openxmlformats.org/drawingml/2006/main">
            <ns8:r>
              <ns8:t>G:/zephyr_practice/zephyr-main/samples/hello_world/CMakeLists.txt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1.8。</ns0:t>
            </ns0:r>
          </ns0:p>
          <ns1:p xmlns:ns1="http://schemas.openxmlformats.org/drawingml/2006/main">
            <ns1:r>
              <ns1:t>在 VS Code 按 Ctrl+P，打开 .vscode/zephyr-ide.json。</ns1:t>
            </ns1:r>
          </ns1:p>
          <ns2:p xmlns:ns2="http://schemas.openxmlformats.org/drawingml/2006/main">
            <ns2:r>
              <ns2:t>projects → hello_world → buildConfigs → ide-mps2 是 JSON 对象层级。</ns2:t>
            </ns2:r>
          </ns2:p>
          <ns3:p xmlns:ns3="http://schemas.openxmlformats.org/drawingml/2006/main">
            <ns3:r>
              <ns3:t>这些不是你应该在资源管理器里寻找的文件夹。</ns3:t>
            </ns3:r>
          </ns3:p>
          <ns4:p xmlns:ns4="http://schemas.openxmlformats.org/drawingml/2006/main">
            <ns4:r>
              <ns4:t>Project 的 relPath 填 samples/hello_world；</ns4:t>
            </ns4:r>
          </ns4:p>
          <ns5:p xmlns:ns5="http://schemas.openxmlformats.org/drawingml/2006/main">
            <ns5:r>
              <ns5:t>Build 的 relPath 填 build/learning-tools/zephyr-vscode/hello_world。</ns5:t>
            </ns5:r>
          </ns5:p>
          <ns6:p xmlns:ns6="http://schemas.openxmlformats.org/drawingml/2006/main">
            <ns6:r>
              <ns6:t>完整最小文件：commands/04-zephyr-ide.example.json。</ns6:t>
            </ns6:r>
          </ns6:p>
          <ns7:p xmlns:ns7="http://schemas.openxmlformats.org/drawingml/2006/main">
            <ns7:r>
              <ns7:t>已有其他项目时只合并该对象，不覆盖整个文件。</ns7:t>
            </ns7:r>
          </ns7:p>
          <ns8:p xmlns:ns8="http://schemas.openxmlformats.org/drawingml/2006/main">
            <ns8:r>
              <ns8:t>依据（版本固定的插件代码，网页为官方在线说明）：</ns8:t>
            </ns8:r>
          </ns8:p>
          <ns9:p xmlns:ns9="http://schemas.openxmlformats.org/drawingml/2006/main">
            <ns9:r>
              <ns9:t>https://github.com/mylonics/zephyr-ide/blob/1f046e660bfe1ba4720d58abccd69d1aaf903f83/src/project_utilities/project.ts#L65</ns9:t>
            </ns9:r>
          </ns9:p>
          <ns10:p xmlns:ns10="http://schemas.openxmlformats.org/drawingml/2006/main">
            <ns10:r>
              <ns10:t>https://github.com/mylonics/zephyr-ide/blob/1f046e660bfe1ba4720d58abccd69d1aaf903f83/src/project_utilities/project.ts#L822</ns10:t>
            </ns10:r>
          </ns10:p>
          <ns11:p xmlns:ns11="http://schemas.openxmlformats.org/drawingml/2006/main">
            <ns11:r>
              <ns11:t>https://github.com/mylonics/zephyr-ide/blob/1f046e660bfe1ba4720d58abccd69d1aaf903f83/src/project_utilities/build_selector.ts#L405</ns11:t>
            </ns11:r>
          </ns11:p>
          <ns12:p xmlns:ns12="http://schemas.openxmlformats.org/drawingml/2006/main">
            <ns12:r>
              <ns12:t>G:/zephyr_practice/zephyr-main/samples/hello_world/CMakeLists.txt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1.9。</ns0:t>
            </ns0:r>
          </ns0:p>
          <ns1:p xmlns:ns1="http://schemas.openxmlformats.org/drawingml/2006/main">
            <ns1:r>
              <ns1:t>选择需要 HAL 的 Build</ns1:t>
            </ns1:r>
          </ns1:p>
          <ns2:p xmlns:ns2="http://schemas.openxmlformats.org/drawingml/2006/main">
            <ns2:r>
              <ns2:t>Project Details</ns2:t>
            </ns2:r>
          </ns2:p>
          <ns3:p xmlns:ns3="http://schemas.openxmlformats.org/drawingml/2006/main">
            <ns3:r>
              <ns3:t>→ CMake Args</ns3:t>
            </ns3:r>
          </ns3:p>
          <ns4:p xmlns:ns4="http://schemas.openxmlformats.org/drawingml/2006/main">
            <ns4:r>
              <ns4:t>第一框：保留 West 参数</ns4:t>
            </ns4:r>
          </ns4:p>
          <ns5:p xmlns:ns5="http://schemas.openxmlformats.org/drawingml/2006/main">
            <ns5:r>
              <ns5:t>按 Enter 进入第二框</ns5:t>
            </ns5:r>
          </ns5:p>
          <ns6:p xmlns:ns6="http://schemas.openxmlformats.org/drawingml/2006/main">
            <ns6:r>
              <ns6:t>第二框才填 CMake 参数</ns6:t>
            </ns6:r>
          </ns6:p>
          <ns7:p xmlns:ns7="http://schemas.openxmlformats.org/drawingml/2006/main">
            <ns7:r>
              <ns7:t>依据（版本固定的插件代码，网页为官方在线说明）：</ns7:t>
            </ns7:r>
          </ns7:p>
          <ns8:p xmlns:ns8="http://schemas.openxmlformats.org/drawingml/2006/main">
            <ns8:r>
              <ns8:t>https://github.com/mylonics/zephyr-ide/blob/1f046e660bfe1ba4720d58abccd69d1aaf903f83/src/project_utilities/project.ts#L338</ns8:t>
            </ns8:r>
          </ns8:p>
          <ns9:p xmlns:ns9="http://schemas.openxmlformats.org/drawingml/2006/main">
            <ns9:r>
              <ns9:t>https://github.com/mylonics/zephyr-ide/blob/1f046e660bfe1ba4720d58abccd69d1aaf903f83/src/project_utilities/build_args.ts#L146</ns9:t>
            </ns9:r>
          </ns9:p>
          <ns10:p xmlns:ns10="http://schemas.openxmlformats.org/drawingml/2006/main">
            <ns10:r>
              <ns10:t>https://docs.zephyrproject.org/latest/develop/modules.html</ns10:t>
            </ns10:r>
          </ns10:p>
          <ns11:p xmlns:ns11="http://schemas.openxmlformats.org/drawingml/2006/main">
            <ns11:r>
              <ns11:t>G:/zephyr_practice/zephyr-main/cmake/modules/zephyr_module.cmake</ns11:t>
            </ns11:r>
          </ns11:p>
          <ns12:p xmlns:ns12="http://schemas.openxmlformats.org/drawingml/2006/main">
            <ns12:r>
              <ns12:t>G:/zephyr_practice/hal_xhsc-zephyr/CMakeLists.txt</ns12:t>
            </ns12:r>
          </ns12:p>
          <ns13:p xmlns:ns13="http://schemas.openxmlformats.org/drawingml/2006/main">
            <ns13:r>
              <ns13:t>图像来源：本机 VS Code 4.1.1 界面，2026-10-10；本机旧 Build 仅示入口；本章新建项为 ide-mps2，参数按正文填写；本页采用原生裁切放大，原图保存在 assets/verified_20261010/04-sidebar.jpg。截图只用于查找操作入口。</ns13:t>
            </ns13:r>
          </ns13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1.9。</ns0:t>
            </ns0:r>
          </ns0:p>
          <ns1:p xmlns:ns1="http://schemas.openxmlformats.org/drawingml/2006/main">
            <ns1:r>
              <ns1:t>点击 CMake Args 后有两步：先保留 West build arguments 并回车，</ns1:t>
            </ns1:r>
          </ns1:p>
          <ns2:p xmlns:ns2="http://schemas.openxmlformats.org/drawingml/2006/main">
            <ns2:r>
              <ns2:t>再在 CMake arguments 中追加上面的参数；不要填进第一框。</ns2:t>
            </ns2:r>
          </ns2:p>
          <ns3:p xmlns:ns3="http://schemas.openxmlformats.org/drawingml/2006/main">
            <ns3:r>
              <ns3:t>若原来已有 EXTRA_ZEPHYR_MODULES，把 HAL 路径并入同一个分号列表；</ns3:t>
            </ns3:r>
          </ns3:p>
          <ns4:p xmlns:ns4="http://schemas.openxmlformats.org/drawingml/2006/main">
            <ns4:r>
              <ns4:t>不要新增同名参数把旧模块路径覆盖掉。</ns4:t>
            </ns4:r>
          </ns4:p>
          <ns5:p xmlns:ns5="http://schemas.openxmlformats.org/drawingml/2006/main">
            <ns5:r>
              <ns5:t>保存后执行 Build Pristine；在构建目录的 zephyr_modules.txt 检查 hal_xhsc。</ns5:t>
            </ns5:r>
          </ns5:p>
          <ns6:p xmlns:ns6="http://schemas.openxmlformats.org/drawingml/2006/main">
            <ns6:r>
              <ns6:t>这完成模块发现；HC32 板 / SoC / 驱动接入和可编译性还要继续验证。</ns6:t>
            </ns6:r>
          </ns6:p>
          <ns7:p xmlns:ns7="http://schemas.openxmlformats.org/drawingml/2006/main">
            <ns7:r>
              <ns7:t>依据（版本固定的插件代码，网页为官方在线说明）：</ns7:t>
            </ns7:r>
          </ns7:p>
          <ns8:p xmlns:ns8="http://schemas.openxmlformats.org/drawingml/2006/main">
            <ns8:r>
              <ns8:t>https://github.com/mylonics/zephyr-ide/blob/1f046e660bfe1ba4720d58abccd69d1aaf903f83/src/project_utilities/project.ts#L338</ns8:t>
            </ns8:r>
          </ns8:p>
          <ns9:p xmlns:ns9="http://schemas.openxmlformats.org/drawingml/2006/main">
            <ns9:r>
              <ns9:t>https://github.com/mylonics/zephyr-ide/blob/1f046e660bfe1ba4720d58abccd69d1aaf903f83/src/project_utilities/build_args.ts#L146</ns9:t>
            </ns9:r>
          </ns9:p>
          <ns10:p xmlns:ns10="http://schemas.openxmlformats.org/drawingml/2006/main">
            <ns10:r>
              <ns10:t>https://docs.zephyrproject.org/latest/develop/modules.html</ns10:t>
            </ns10:r>
          </ns10:p>
          <ns11:p xmlns:ns11="http://schemas.openxmlformats.org/drawingml/2006/main">
            <ns11:r>
              <ns11:t>G:/zephyr_practice/zephyr-main/cmake/modules/zephyr_module.cmake</ns11:t>
            </ns11:r>
          </ns11:p>
          <ns12:p xmlns:ns12="http://schemas.openxmlformats.org/drawingml/2006/main">
            <ns12:r>
              <ns12:t>G:/zephyr_practice/hal_xhsc-zephyr/CMakeLists.txt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1.9。</ns0:t>
            </ns0:r>
          </ns0:p>
          <ns1:p xmlns:ns1="http://schemas.openxmlformats.org/drawingml/2006/main">
            <ns1:r>
              <ns1:t>前提：板 / SoC / 驱动已在源码树内。以下是某个 Build 的字段片段；</ns1:t>
            </ns1:r>
          </ns1:p>
          <ns2:p xmlns:ns2="http://schemas.openxmlformats.org/drawingml/2006/main">
            <ns2:r>
              <ns2:t>P012 的树外新 SoC 还需追加 hc32_port，见后续步骤。</ns2:t>
            </ns2:r>
          </ns2:p>
          <ns3:p xmlns:ns3="http://schemas.openxmlformats.org/drawingml/2006/main">
            <ns3:r>
              <ns3:t>数组每项是一个参数；JSON 引号负责字符串边界。</ns3:t>
            </ns3:r>
          </ns3:p>
          <ns4:p xmlns:ns4="http://schemas.openxmlformats.org/drawingml/2006/main">
            <ns4:r>
              <ns4:t>不要再把 shell 的单引号写进参数字符串。</ns4:t>
            </ns4:r>
          </ns4:p>
          <ns5:p xmlns:ns5="http://schemas.openxmlformats.org/drawingml/2006/main">
            <ns5:r>
              <ns5:t>依据（版本固定的插件代码，网页为官方在线说明）：</ns5:t>
            </ns5:r>
          </ns5:p>
          <ns6:p xmlns:ns6="http://schemas.openxmlformats.org/drawingml/2006/main">
            <ns6:r>
              <ns6:t>https://github.com/mylonics/zephyr-ide/blob/1f046e660bfe1ba4720d58abccd69d1aaf903f83/src/project_utilities/project.ts#L338</ns6:t>
            </ns6:r>
          </ns6:p>
          <ns7:p xmlns:ns7="http://schemas.openxmlformats.org/drawingml/2006/main">
            <ns7:r>
              <ns7:t>https://github.com/mylonics/zephyr-ide/blob/1f046e660bfe1ba4720d58abccd69d1aaf903f83/src/project_utilities/build_args.ts#L146</ns7:t>
            </ns7:r>
          </ns7:p>
          <ns8:p xmlns:ns8="http://schemas.openxmlformats.org/drawingml/2006/main">
            <ns8:r>
              <ns8:t>https://docs.zephyrproject.org/latest/develop/modules.html</ns8:t>
            </ns8:r>
          </ns8:p>
          <ns9:p xmlns:ns9="http://schemas.openxmlformats.org/drawingml/2006/main">
            <ns9:r>
              <ns9:t>G:/zephyr_practice/zephyr-main/cmake/modules/zephyr_module.cmake</ns9:t>
            </ns9:r>
          </ns9:p>
          <ns10:p xmlns:ns10="http://schemas.openxmlformats.org/drawingml/2006/main">
            <ns10:r>
              <ns10:t>G:/zephyr_practice/hal_xhsc-zephyr/CMakeLists.txt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1.9。</ns0:t>
            </ns0:r>
          </ns0:p>
          <ns1:p xmlns:ns1="http://schemas.openxmlformats.org/drawingml/2006/main">
            <ns1:r>
              <ns1:t>有 west：默认从活动项目收集模块；EXTRA_ZEPHYR_MODULES 追加。</ns1:t>
            </ns1:r>
          </ns1:p>
          <ns2:p xmlns:ns2="http://schemas.openxmlformats.org/drawingml/2006/main">
            <ns2:r>
              <ns2:t>ZEPHYR_MODULES 显式指定整个集合，不能当作“再加一个目录”。</ns2:t>
            </ns2:r>
          </ns2:p>
          <ns3:p xmlns:ns3="http://schemas.openxmlformats.org/drawingml/2006/main">
            <ns3:r>
              <ns3:t>厂商根 CMake 有自己的配置条件；P012 的 hc32_port</ns3:t>
            </ns3:r>
          </ns3:p>
          <ns4:p xmlns:ns4="http://schemas.openxmlformats.org/drawingml/2006/main">
            <ns4:r>
              <ns4:t>通过 ZEPHYR_HAL_XHSC_MODULE_DIR 按需选择 DDL。</ns4:t>
            </ns4:r>
          </ns4:p>
          <ns5:p xmlns:ns5="http://schemas.openxmlformats.org/drawingml/2006/main">
            <ns5:r>
              <ns5:t>依据（版本固定的插件代码，网页为官方在线说明）：</ns5:t>
            </ns5:r>
          </ns5:p>
          <ns6:p xmlns:ns6="http://schemas.openxmlformats.org/drawingml/2006/main">
            <ns6:r>
              <ns6:t>https://github.com/mylonics/zephyr-ide/blob/1f046e660bfe1ba4720d58abccd69d1aaf903f83/src/project_utilities/project.ts#L338</ns6:t>
            </ns6:r>
          </ns6:p>
          <ns7:p xmlns:ns7="http://schemas.openxmlformats.org/drawingml/2006/main">
            <ns7:r>
              <ns7:t>https://github.com/mylonics/zephyr-ide/blob/1f046e660bfe1ba4720d58abccd69d1aaf903f83/src/project_utilities/build_args.ts#L146</ns7:t>
            </ns7:r>
          </ns7:p>
          <ns8:p xmlns:ns8="http://schemas.openxmlformats.org/drawingml/2006/main">
            <ns8:r>
              <ns8:t>https://docs.zephyrproject.org/latest/develop/modules.html</ns8:t>
            </ns8:r>
          </ns8:p>
          <ns9:p xmlns:ns9="http://schemas.openxmlformats.org/drawingml/2006/main">
            <ns9:r>
              <ns9:t>G:/zephyr_practice/zephyr-main/cmake/modules/zephyr_module.cmake</ns9:t>
            </ns9:r>
          </ns9:p>
          <ns10:p xmlns:ns10="http://schemas.openxmlformats.org/drawingml/2006/main">
            <ns10:r>
              <ns10:t>G:/zephyr_practice/hal_xhsc-zephyr/CMakeLists.txt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1.9。</ns0:t>
            </ns0:r>
          </ns0:p>
          <ns1:p xmlns:ns1="http://schemas.openxmlformats.org/drawingml/2006/main">
            <ns1:r>
              <ns1:t>先完成 P012 的板/SoC/驱动材料，保留已有 ide-mps2；新项合并进 buildConfigs。</ns1:t>
            </ns1:r>
          </ns1:p>
          <ns2:p xmlns:ns2="http://schemas.openxmlformats.org/drawingml/2006/main">
            <ns2:r>
              <ns2:t>依据（版本固定的插件代码，网页为官方在线说明）：</ns2:t>
            </ns2:r>
          </ns2:p>
          <ns3:p xmlns:ns3="http://schemas.openxmlformats.org/drawingml/2006/main">
            <ns3:r>
              <ns3:t>https://github.com/mylonics/zephyr-ide/blob/1f046e660bfe1ba4720d58abccd69d1aaf903f83/src/project_utilities/project.ts#L338</ns3:t>
            </ns3:r>
          </ns3:p>
          <ns4:p xmlns:ns4="http://schemas.openxmlformats.org/drawingml/2006/main">
            <ns4:r>
              <ns4:t>https://github.com/mylonics/zephyr-ide/blob/1f046e660bfe1ba4720d58abccd69d1aaf903f83/src/project_utilities/build_args.ts#L146</ns4:t>
            </ns4:r>
          </ns4:p>
          <ns5:p xmlns:ns5="http://schemas.openxmlformats.org/drawingml/2006/main">
            <ns5:r>
              <ns5:t>https://docs.zephyrproject.org/latest/develop/modules.html</ns5:t>
            </ns5:r>
          </ns5:p>
          <ns6:p xmlns:ns6="http://schemas.openxmlformats.org/drawingml/2006/main">
            <ns6:r>
              <ns6:t>G:/zephyr_practice/zephyr-main/cmake/modules/zephyr_module.cmake</ns6:t>
            </ns6:r>
          </ns6:p>
          <ns7:p xmlns:ns7="http://schemas.openxmlformats.org/drawingml/2006/main">
            <ns7:r>
              <ns7:t>G:/zephyr_practice/hal_xhsc-zephyr/CMakeLists.txt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1.9。</ns0:t>
            </ns0:r>
          </ns0:p>
          <ns1:p xmlns:ns1="http://schemas.openxmlformats.org/drawingml/2006/main">
            <ns1:r>
              <ns1:t>P012 的 hc32_port 提供板/SoC/驱动，HAL 根提供厂商源码。</ns1:t>
            </ns1:r>
          </ns1:p>
          <ns2:p xmlns:ns2="http://schemas.openxmlformats.org/drawingml/2006/main">
            <ns2:r>
              <ns2:t>上面是 CMake Args 的一个完整参数。已有 EXTRA_ZEPHYR_MODULES 时，</ns2:t>
            </ns2:r>
          </ns2:p>
          <ns3:p xmlns:ns3="http://schemas.openxmlformats.org/drawingml/2006/main">
            <ns3:r>
              <ns3:t>合并到同一分号列表；JSON 中不要额外加入 shell 引号。</ns3:t>
            </ns3:r>
          </ns3:p>
          <ns4:p xmlns:ns4="http://schemas.openxmlformats.org/drawingml/2006/main">
            <ns4:r>
              <ns4:t>树外新 SoC 按正文合并 Build JSON，不能只靠选 boards 发现。</ns4:t>
            </ns4:r>
          </ns4:p>
          <ns5:p xmlns:ns5="http://schemas.openxmlformats.org/drawingml/2006/main">
            <ns5:r>
              <ns5:t>核对模块、配置、生成任务，再看本次编译链接是否成功。</ns5:t>
            </ns5:r>
          </ns5:p>
          <ns6:p xmlns:ns6="http://schemas.openxmlformats.org/drawingml/2006/main">
            <ns6:r>
              <ns6:t>依据（版本固定的插件代码，网页为官方在线说明）：</ns6:t>
            </ns6:r>
          </ns6:p>
          <ns7:p xmlns:ns7="http://schemas.openxmlformats.org/drawingml/2006/main">
            <ns7:r>
              <ns7:t>https://github.com/mylonics/zephyr-ide/blob/1f046e660bfe1ba4720d58abccd69d1aaf903f83/src/project_utilities/project.ts#L338</ns7:t>
            </ns7:r>
          </ns7:p>
          <ns8:p xmlns:ns8="http://schemas.openxmlformats.org/drawingml/2006/main">
            <ns8:r>
              <ns8:t>https://github.com/mylonics/zephyr-ide/blob/1f046e660bfe1ba4720d58abccd69d1aaf903f83/src/project_utilities/build_args.ts#L146</ns8:t>
            </ns8:r>
          </ns8:p>
          <ns9:p xmlns:ns9="http://schemas.openxmlformats.org/drawingml/2006/main">
            <ns9:r>
              <ns9:t>https://docs.zephyrproject.org/latest/develop/modules.html</ns9:t>
            </ns9:r>
          </ns9:p>
          <ns10:p xmlns:ns10="http://schemas.openxmlformats.org/drawingml/2006/main">
            <ns10:r>
              <ns10:t>G:/zephyr_practice/zephyr-main/cmake/modules/zephyr_module.cmake</ns10:t>
            </ns10:r>
          </ns10:p>
          <ns11:p xmlns:ns11="http://schemas.openxmlformats.org/drawingml/2006/main">
            <ns11:r>
              <ns11:t>G:/zephyr_practice/hal_xhsc-zephyr/CMakeLists.txt</ns11:t>
            </ns11:r>
          </ns1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1.9。</ns0:t>
            </ns0:r>
          </ns0:p>
          <ns1:p xmlns:ns1="http://schemas.openxmlformats.org/drawingml/2006/main">
            <ns1:r>
              <ns1:t>默认先使用已注册 SDK 的自动发现；需要固定这个安装时，</ns1:t>
            </ns1:r>
          </ns1:p>
          <ns2:p xmlns:ns2="http://schemas.openxmlformats.org/drawingml/2006/main">
            <ns2:r>
              <ns2:t>才把上面的参数加入该 Build 的 CMake Args。</ns2:t>
            </ns2:r>
          </ns2:p>
          <ns3:p xmlns:ns3="http://schemas.openxmlformats.org/drawingml/2006/main">
            <ns3:r>
              <ns3:t>这里填 SDK 安装根；Settings 里的 Toolchain Directory 填它的父目录。</ns3:t>
            </ns3:r>
          </ns3:p>
          <ns4:p xmlns:ns4="http://schemas.openxmlformats.org/drawingml/2006/main">
            <ns4:r>
              <ns4:t>执行 Build Pristine 后，从 CMakeCache.txt 与编译日志检查</ns4:t>
            </ns4:r>
          </ns4:p>
          <ns5:p xmlns:ns5="http://schemas.openxmlformats.org/drawingml/2006/main">
            <ns5:r>
              <ns5:t>CMAKE_C_COMPILER 是否来自目标 SDK 的 ARM 工具链。</ns5:t>
            </ns5:r>
          </ns5:p>
          <ns6:p xmlns:ns6="http://schemas.openxmlformats.org/drawingml/2006/main">
            <ns6:r>
              <ns6:t>依据（版本固定的插件代码，网页为官方在线说明）：</ns6:t>
            </ns6:r>
          </ns6:p>
          <ns7:p xmlns:ns7="http://schemas.openxmlformats.org/drawingml/2006/main">
            <ns7:r>
              <ns7:t>https://github.com/mylonics/zephyr-ide/blob/1f046e660bfe1ba4720d58abccd69d1aaf903f83/src/project_utilities/project.ts#L338</ns7:t>
            </ns7:r>
          </ns7:p>
          <ns8:p xmlns:ns8="http://schemas.openxmlformats.org/drawingml/2006/main">
            <ns8:r>
              <ns8:t>https://github.com/mylonics/zephyr-ide/blob/1f046e660bfe1ba4720d58abccd69d1aaf903f83/src/project_utilities/build_args.ts#L146</ns8:t>
            </ns8:r>
          </ns8:p>
          <ns9:p xmlns:ns9="http://schemas.openxmlformats.org/drawingml/2006/main">
            <ns9:r>
              <ns9:t>https://docs.zephyrproject.org/latest/develop/modules.html</ns9:t>
            </ns9:r>
          </ns9:p>
          <ns10:p xmlns:ns10="http://schemas.openxmlformats.org/drawingml/2006/main">
            <ns10:r>
              <ns10:t>G:/zephyr_practice/zephyr-main/cmake/modules/zephyr_module.cmake</ns10:t>
            </ns10:r>
          </ns10:p>
          <ns11:p xmlns:ns11="http://schemas.openxmlformats.org/drawingml/2006/main">
            <ns11:r>
              <ns11:t>G:/zephyr_practice/hal_xhsc-zephyr/CMakeLists.txt</ns11:t>
            </ns11:r>
          </ns1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1.9。</ns0:t>
            </ns0:r>
          </ns0:p>
          <ns1:p xmlns:ns1="http://schemas.openxmlformats.org/drawingml/2006/main">
            <ns1:r>
              <ns1:t>prj.conf 与板默认配置仍由 Zephyr 加载；额外文件列表为空不等于没有配置。</ns1:t>
            </ns1:r>
          </ns1:p>
          <ns2:p xmlns:ns2="http://schemas.openxmlformats.org/drawingml/2006/main">
            <ns2:r>
              <ns2:t>依据（版本固定的插件代码，网页为官方在线说明）：</ns2:t>
            </ns2:r>
          </ns2:p>
          <ns3:p xmlns:ns3="http://schemas.openxmlformats.org/drawingml/2006/main">
            <ns3:r>
              <ns3:t>https://github.com/mylonics/zephyr-ide/blob/1f046e660bfe1ba4720d58abccd69d1aaf903f83/src/project_utilities/project.ts#L338</ns3:t>
            </ns3:r>
          </ns3:p>
          <ns4:p xmlns:ns4="http://schemas.openxmlformats.org/drawingml/2006/main">
            <ns4:r>
              <ns4:t>https://github.com/mylonics/zephyr-ide/blob/1f046e660bfe1ba4720d58abccd69d1aaf903f83/src/project_utilities/build_args.ts#L146</ns4:t>
            </ns4:r>
          </ns4:p>
          <ns5:p xmlns:ns5="http://schemas.openxmlformats.org/drawingml/2006/main">
            <ns5:r>
              <ns5:t>https://docs.zephyrproject.org/latest/develop/modules.html</ns5:t>
            </ns5:r>
          </ns5:p>
          <ns6:p xmlns:ns6="http://schemas.openxmlformats.org/drawingml/2006/main">
            <ns6:r>
              <ns6:t>G:/zephyr_practice/zephyr-main/cmake/modules/zephyr_module.cmake</ns6:t>
            </ns6:r>
          </ns6:p>
          <ns7:p xmlns:ns7="http://schemas.openxmlformats.org/drawingml/2006/main">
            <ns7:r>
              <ns7:t>G:/zephyr_practice/hal_xhsc-zephyr/CMakeLists.txt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1.10。</ns0:t>
            </ns0:r>
          </ns0:p>
          <ns1:p xmlns:ns1="http://schemas.openxmlformats.org/drawingml/2006/main">
            <ns1:r>
              <ns1:t>在 Projects 树选 hello_world 下的 ide-mps2。</ns1:t>
            </ns1:r>
          </ns1:p>
          <ns2:p xmlns:ns2="http://schemas.openxmlformats.org/drawingml/2006/main">
            <ns2:r>
              <ns2:t>确认底栏当前项目与 Build，再点击 Zephyr IDE 的 Build。</ns2:t>
            </ns2:r>
          </ns2:p>
          <ns3:p xmlns:ns3="http://schemas.openxmlformats.org/drawingml/2006/main">
            <ns3:r>
              <ns3:t>任务应调用 west build；检查应用路径、-b mps2/an386 与输出目录。</ns3:t>
            </ns3:r>
          </ns3:p>
          <ns4:p xmlns:ns4="http://schemas.openxmlformats.org/drawingml/2006/main">
            <ns4:r>
              <ns4:t>若在 CMake 之前被 West Update 状态拦住，回到登记与扫描；</ns4:t>
            </ns4:r>
          </ns4:p>
          <ns5:p xmlns:ns5="http://schemas.openxmlformats.org/drawingml/2006/main">
            <ns5:r>
              <ns5:t>不要立即把它解释为 SDK 或 CMSIS 缺失。</ns5:t>
            </ns5:r>
          </ns5:p>
          <ns6:p xmlns:ns6="http://schemas.openxmlformats.org/drawingml/2006/main">
            <ns6:r>
              <ns6:t>若 CMake 报具体模块缺失，按清单和依赖核对；</ns6:t>
            </ns6:r>
          </ns6:p>
          <ns7:p xmlns:ns7="http://schemas.openxmlformats.org/drawingml/2006/main">
            <ns7:r>
              <ns7:t>设置页的绿色指示不能替代构建日志。</ns7:t>
            </ns7:r>
          </ns7:p>
          <ns8:p xmlns:ns8="http://schemas.openxmlformats.org/drawingml/2006/main">
            <ns8:r>
              <ns8:t>依据（版本固定的插件代码，网页为官方在线说明）：</ns8:t>
            </ns8:r>
          </ns8:p>
          <ns9:p xmlns:ns9="http://schemas.openxmlformats.org/drawingml/2006/main">
            <ns9:r>
              <ns9:t>https://github.com/mylonics/zephyr-ide/blob/1f046e660bfe1ba4720d58abccd69d1aaf903f83/src/zephyr_utilities/build.ts#L196</ns9:t>
            </ns9:r>
          </ns9:p>
          <ns10:p xmlns:ns10="http://schemas.openxmlformats.org/drawingml/2006/main">
            <ns10:r>
              <ns10:t>https://docs.zephyrproject.org/latest/develop/west/build-flash-debug.html</ns10:t>
            </ns10:r>
          </ns10:p>
          <ns11:p xmlns:ns11="http://schemas.openxmlformats.org/drawingml/2006/main">
            <ns11:r>
              <ns11:t>https://code.visualstudio.com/docs/cpp/customize-cpp-settings#_compilecommands</ns11:t>
            </ns11:r>
          </ns1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1.10。</ns0:t>
            </ns0:r>
          </ns0:p>
          <ns1:p xmlns:ns1="http://schemas.openxmlformats.org/drawingml/2006/main">
            <ns1:r>
              <ns1:t>-b 来自 Board；-d 来自 Build 路径；应用来自 Project 路径。</ns1:t>
            </ns1:r>
          </ns1:p>
          <ns2:p xmlns:ns2="http://schemas.openxmlformats.org/drawingml/2006/main">
            <ns2:r>
              <ns2:t>-- 后对应 CMake Args。只有使用相同输入，才能比较 IDE 与终端的结果。</ns2:t>
            </ns2:r>
          </ns2:p>
          <ns3:p xmlns:ns3="http://schemas.openxmlformats.org/drawingml/2006/main">
            <ns3:r>
              <ns3:t>依据（版本固定的插件代码，网页为官方在线说明）：</ns3:t>
            </ns3:r>
          </ns3:p>
          <ns4:p xmlns:ns4="http://schemas.openxmlformats.org/drawingml/2006/main">
            <ns4:r>
              <ns4:t>https://github.com/mylonics/zephyr-ide/blob/1f046e660bfe1ba4720d58abccd69d1aaf903f83/src/zephyr_utilities/build.ts#L196</ns4:t>
            </ns4:r>
          </ns4:p>
          <ns5:p xmlns:ns5="http://schemas.openxmlformats.org/drawingml/2006/main">
            <ns5:r>
              <ns5:t>https://docs.zephyrproject.org/latest/develop/west/build-flash-debug.html</ns5:t>
            </ns5:r>
          </ns5:p>
          <ns6:p xmlns:ns6="http://schemas.openxmlformats.org/drawingml/2006/main">
            <ns6:r>
              <ns6:t>https://code.visualstudio.com/docs/cpp/customize-cpp-settings#_compilecommands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1.10。</ns0:t>
            </ns0:r>
          </ns0:p>
          <ns1:p xmlns:ns1="http://schemas.openxmlformats.org/drawingml/2006/main">
            <ns1:r>
              <ns1:t>编译数据库记录生成任务；是否执行成功，还要看本次构建退出状态与日志。</ns1:t>
            </ns1:r>
          </ns1:p>
          <ns2:p xmlns:ns2="http://schemas.openxmlformats.org/drawingml/2006/main">
            <ns2:r>
              <ns2:t>依据（版本固定的插件代码，网页为官方在线说明）：</ns2:t>
            </ns2:r>
          </ns2:p>
          <ns3:p xmlns:ns3="http://schemas.openxmlformats.org/drawingml/2006/main">
            <ns3:r>
              <ns3:t>https://github.com/mylonics/zephyr-ide/blob/1f046e660bfe1ba4720d58abccd69d1aaf903f83/src/zephyr_utilities/build.ts#L196</ns3:t>
            </ns3:r>
          </ns3:p>
          <ns4:p xmlns:ns4="http://schemas.openxmlformats.org/drawingml/2006/main">
            <ns4:r>
              <ns4:t>https://docs.zephyrproject.org/latest/develop/west/build-flash-debug.html</ns4:t>
            </ns4:r>
          </ns4:p>
          <ns5:p xmlns:ns5="http://schemas.openxmlformats.org/drawingml/2006/main">
            <ns5:r>
              <ns5:t>https://code.visualstudio.com/docs/cpp/customize-cpp-settings#_compilecommands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1.10。</ns0:t>
            </ns0:r>
          </ns0:p>
          <ns1:p xmlns:ns1="http://schemas.openxmlformats.org/drawingml/2006/main">
            <ns1:r>
              <ns1:t>前提：安装 Microsoft C/C++，且该 Build 已产生 compile_commands.json。</ns1:t>
            </ns1:r>
          </ns1:p>
          <ns2:p xmlns:ns2="http://schemas.openxmlformats.org/drawingml/2006/main">
            <ns2:r>
              <ns2:t>路径指向当前 Build；切换 Build 后同步修改。</ns2:t>
            </ns2:r>
          </ns2:p>
          <ns3:p xmlns:ns3="http://schemas.openxmlformats.org/drawingml/2006/main">
            <ns3:r>
              <ns3:t>F12 跳转与编译成功分别核对，不能互相替代。</ns3:t>
            </ns3:r>
          </ns3:p>
          <ns4:p xmlns:ns4="http://schemas.openxmlformats.org/drawingml/2006/main">
            <ns4:r>
              <ns4:t>依据（版本固定的插件代码，网页为官方在线说明）：</ns4:t>
            </ns4:r>
          </ns4:p>
          <ns5:p xmlns:ns5="http://schemas.openxmlformats.org/drawingml/2006/main">
            <ns5:r>
              <ns5:t>https://github.com/mylonics/zephyr-ide/blob/1f046e660bfe1ba4720d58abccd69d1aaf903f83/src/zephyr_utilities/build.ts#L196</ns5:t>
            </ns5:r>
          </ns5:p>
          <ns6:p xmlns:ns6="http://schemas.openxmlformats.org/drawingml/2006/main">
            <ns6:r>
              <ns6:t>https://docs.zephyrproject.org/latest/develop/west/build-flash-debug.html</ns6:t>
            </ns6:r>
          </ns6:p>
          <ns7:p xmlns:ns7="http://schemas.openxmlformats.org/drawingml/2006/main">
            <ns7:r>
              <ns7:t>https://code.visualstudio.com/docs/cpp/customize-cpp-settings#_compilecommands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1.11。</ns0:t>
            </ns0:r>
          </ns0:p>
          <ns1:p xmlns:ns1="http://schemas.openxmlformats.org/drawingml/2006/main">
            <ns1:r>
              <ns1:t>重新打开 VS Code 后先核对活动 Project 与 Build，不必重新添加同一个应用。</ns1:t>
            </ns1:r>
          </ns1:p>
          <ns2:p xmlns:ns2="http://schemas.openxmlformats.org/drawingml/2006/main">
            <ns2:r>
              <ns2:t>依据（版本固定的插件代码，网页为官方在线说明）：</ns2:t>
            </ns2:r>
          </ns2:p>
          <ns3:p xmlns:ns3="http://schemas.openxmlformats.org/drawingml/2006/main">
            <ns3:r>
              <ns3:t>https://github.com/mylonics/zephyr-ide/blob/1f046e660bfe1ba4720d58abccd69d1aaf903f83/package.json</ns3:t>
            </ns3:r>
          </ns3:p>
          <ns4:p xmlns:ns4="http://schemas.openxmlformats.org/drawingml/2006/main">
            <ns4:r>
              <ns4:t>https://github.com/zephyrproject-rtos/zephyr/discussions/48837</ns4:t>
            </ns4:r>
          </ns4:p>
          <ns5:p xmlns:ns5="http://schemas.openxmlformats.org/drawingml/2006/main">
            <ns5:r>
              <ns5:t>https://www.msys2.org/docs/git/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1.11。</ns0:t>
            </ns0:r>
          </ns0:p>
          <ns1:p xmlns:ns1="http://schemas.openxmlformats.org/drawingml/2006/main">
            <ns1:r>
              <ns1:t>命令、设置键、文件路径分别照着对应位置操作；不要在一个设置页里寻找所有东西。</ns1:t>
            </ns1:r>
          </ns1:p>
          <ns2:p xmlns:ns2="http://schemas.openxmlformats.org/drawingml/2006/main">
            <ns2:r>
              <ns2:t>依据（版本固定的插件代码，网页为官方在线说明）：</ns2:t>
            </ns2:r>
          </ns2:p>
          <ns3:p xmlns:ns3="http://schemas.openxmlformats.org/drawingml/2006/main">
            <ns3:r>
              <ns3:t>https://github.com/mylonics/zephyr-ide/blob/1f046e660bfe1ba4720d58abccd69d1aaf903f83/package.json</ns3:t>
            </ns3:r>
          </ns3:p>
          <ns4:p xmlns:ns4="http://schemas.openxmlformats.org/drawingml/2006/main">
            <ns4:r>
              <ns4:t>https://github.com/zephyrproject-rtos/zephyr/discussions/48837</ns4:t>
            </ns4:r>
          </ns4:p>
          <ns5:p xmlns:ns5="http://schemas.openxmlformats.org/drawingml/2006/main">
            <ns5:r>
              <ns5:t>https://www.msys2.org/docs/git/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1.11。</ns0:t>
            </ns0:r>
          </ns0:p>
          <ns1:p xmlns:ns1="http://schemas.openxmlformats.org/drawingml/2006/main">
            <ns1:r>
              <ns1:t>若报错是 ^commit，而预期应为 ^{commit}，注意花括号丢失这条线索。</ns1:t>
            </ns1:r>
          </ns1:p>
          <ns2:p xmlns:ns2="http://schemas.openxmlformats.org/drawingml/2006/main">
            <ns2:r>
              <ns2:t>本项目已有案例：Windows Python 调用 /usr/bin/git 失败，</ns2:t>
            </ns2:r>
          </ns2:p>
          <ns3:p xmlns:ns3="http://schemas.openxmlformats.org/drawingml/2006/main">
            <ns3:r>
              <ns3:t>改用 /ucrt64/bin/git 后相同 CMSIS 提交更新成功。</ns3:t>
            </ns3:r>
          </ns3:p>
          <ns4:p xmlns:ns4="http://schemas.openxmlformats.org/drawingml/2006/main">
            <ns4:r>
              <ns4:t>先核对 Python 实际找到的 Git，再重试同一清单项目。</ns4:t>
            </ns4:r>
          </ns4:p>
          <ns5:p xmlns:ns5="http://schemas.openxmlformats.org/drawingml/2006/main">
            <ns5:r>
              <ns5:t>不要据此改 Zephyr 版本、重装 SDK 或断言提交不存在。</ns5:t>
            </ns5:r>
          </ns5:p>
          <ns6:p xmlns:ns6="http://schemas.openxmlformats.org/drawingml/2006/main">
            <ns6:r>
              <ns6:t>完整证据、Git 选择与重试步骤：P004 4.4；</ns6:t>
            </ns6:r>
          </ns6:p>
          <ns7:p xmlns:ns7="http://schemas.openxmlformats.org/drawingml/2006/main">
            <ns7:r>
              <ns7:t>参数究竟在哪一层变化仍不能仅靠错误文本确定。</ns7:t>
            </ns7:r>
          </ns7:p>
          <ns8:p xmlns:ns8="http://schemas.openxmlformats.org/drawingml/2006/main">
            <ns8:r>
              <ns8:t>依据（版本固定的插件代码，网页为官方在线说明）：</ns8:t>
            </ns8:r>
          </ns8:p>
          <ns9:p xmlns:ns9="http://schemas.openxmlformats.org/drawingml/2006/main">
            <ns9:r>
              <ns9:t>https://github.com/mylonics/zephyr-ide/blob/1f046e660bfe1ba4720d58abccd69d1aaf903f83/package.json</ns9:t>
            </ns9:r>
          </ns9:p>
          <ns10:p xmlns:ns10="http://schemas.openxmlformats.org/drawingml/2006/main">
            <ns10:r>
              <ns10:t>https://github.com/zephyrproject-rtos/zephyr/discussions/48837</ns10:t>
            </ns10:r>
          </ns10:p>
          <ns11:p xmlns:ns11="http://schemas.openxmlformats.org/drawingml/2006/main">
            <ns11:r>
              <ns11:t>https://www.msys2.org/docs/git/</ns11:t>
            </ns11:r>
          </ns1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1.11。</ns0:t>
            </ns0:r>
          </ns0:p>
          <ns1:p xmlns:ns1="http://schemas.openxmlformats.org/drawingml/2006/main">
            <ns1:r>
              <ns1:t>看到一个工程，能分清源码、应用、.west、CMSIS / HAL 和 SDK。</ns1:t>
            </ns1:r>
          </ns1:p>
          <ns2:p xmlns:ns2="http://schemas.openxmlformats.org/drawingml/2006/main">
            <ns2:r>
              <ns2:t>已有 .west 会复用；只有源码会初始化；知道不用 west 时的原生路线边界。</ns2:t>
            </ns2:r>
          </ns2:p>
          <ns3:p xmlns:ns3="http://schemas.openxmlformats.org/drawingml/2006/main">
            <ns3:r>
              <ns3:t>能找到 Settings、Setup、Add Project、Add Build 与 CMake Args，</ns3:t>
            </ns3:r>
          </ns3:p>
          <ns4:p xmlns:ns4="http://schemas.openxmlformats.org/drawingml/2006/main">
            <ns4:r>
              <ns4:t>并说明设置实际写在哪个文件、交给哪个工具。</ns4:t>
            </ns4:r>
          </ns4:p>
          <ns5:p xmlns:ns5="http://schemas.openxmlformats.org/drawingml/2006/main">
            <ns5:r>
              <ns5:t>能从模块记录、编译器路径和 ELF 判断本轮结果，</ns5:t>
            </ns5:r>
          </ns5:p>
          <ns6:p xmlns:ns6="http://schemas.openxmlformats.org/drawingml/2006/main">
            <ns6:r>
              <ns6:t>不会把插件状态、构建成功和实板运行混为一谈。</ns6:t>
            </ns6:r>
          </ns6:p>
          <ns7:p xmlns:ns7="http://schemas.openxmlformats.org/drawingml/2006/main">
            <ns7:r>
              <ns7:t>依据（版本固定的插件代码，网页为官方在线说明）：</ns7:t>
            </ns7:r>
          </ns7:p>
          <ns8:p xmlns:ns8="http://schemas.openxmlformats.org/drawingml/2006/main">
            <ns8:r>
              <ns8:t>https://github.com/mylonics/zephyr-ide/blob/1f046e660bfe1ba4720d58abccd69d1aaf903f83/package.json</ns8:t>
            </ns8:r>
          </ns8:p>
          <ns9:p xmlns:ns9="http://schemas.openxmlformats.org/drawingml/2006/main">
            <ns9:r>
              <ns9:t>https://github.com/zephyrproject-rtos/zephyr/discussions/48837</ns9:t>
            </ns9:r>
          </ns9:p>
          <ns10:p xmlns:ns10="http://schemas.openxmlformats.org/drawingml/2006/main">
            <ns10:r>
              <ns10:t>https://www.msys2.org/docs/git/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 Markdown 1.11。</ns0:t>
            </ns0:r>
          </ns0:p>
          <ns1:p xmlns:ns1="http://schemas.openxmlformats.org/drawingml/2006/main">
            <ns1:r>
              <ns1:t>同名 Markdown：完整前提、两条工作区路线、配置与失败处理。</ns1:t>
            </ns1:r>
          </ns1:p>
          <ns2:p xmlns:ns2="http://schemas.openxmlformats.org/drawingml/2006/main">
            <ns2:r>
              <ns2:t>commands/：可直接复制的命令与完整 JSON。</ns2:t>
            </ns2:r>
          </ns2:p>
          <ns3:p xmlns:ns3="http://schemas.openxmlformats.org/drawingml/2006/main">
            <ns3:r>
              <ns3:t>插件依据：Mylonics README、4.1.1-prerelease 的 package.json 与源码。</ns3:t>
            </ns3:r>
          </ns3:p>
          <ns4:p xmlns:ns4="http://schemas.openxmlformats.org/drawingml/2006/main">
            <ns4:r>
              <ns4:t>原生依据：当前 Zephyr 的 west.yml、模块发现、应用及 SDK 构建脚本。</ns4:t>
            </ns4:r>
          </ns4:p>
          <ns5:p xmlns:ns5="http://schemas.openxmlformats.org/drawingml/2006/main">
            <ns5:r>
              <ns5:t>找入口先看正文 1.5—1.9；查全部扩展设置看 CONFIGURATION_REFERENCE。</ns5:t>
            </ns5:r>
          </ns5:p>
          <ns6:p xmlns:ns6="http://schemas.openxmlformats.org/drawingml/2006/main">
            <ns6:r>
              <ns6:t>遇到旧截图或历史 Build 名称，使用本版统一流程与入口地图。</ns6:t>
            </ns6:r>
          </ns6:p>
          <ns7:p xmlns:ns7="http://schemas.openxmlformats.org/drawingml/2006/main">
            <ns7:r>
              <ns7:t>语义配色：路径蓝色；参数橙色；命令紫色；CMake 函数绿色。</ns7:t>
            </ns7:r>
          </ns7:p>
          <ns8:p xmlns:ns8="http://schemas.openxmlformats.org/drawingml/2006/main">
            <ns8:r>
              <ns8:t>依据（版本固定的插件代码，网页为官方在线说明）：</ns8:t>
            </ns8:r>
          </ns8:p>
          <ns9:p xmlns:ns9="http://schemas.openxmlformats.org/drawingml/2006/main">
            <ns9:r>
              <ns9:t>https://github.com/mylonics/zephyr-ide/blob/1f046e660bfe1ba4720d58abccd69d1aaf903f83/package.json</ns9:t>
            </ns9:r>
          </ns9:p>
          <ns10:p xmlns:ns10="http://schemas.openxmlformats.org/drawingml/2006/main">
            <ns10:r>
              <ns10:t>https://github.com/zephyrproject-rtos/zephyr/discussions/48837</ns10:t>
            </ns10:r>
          </ns10:p>
          <ns11:p xmlns:ns11="http://schemas.openxmlformats.org/drawingml/2006/main">
            <ns11:r>
              <ns11:t>https://www.msys2.org/docs/git/</ns11:t>
            </ns11:r>
          </ns1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对应同名 Markdown 1.1—1.11；从原生工程组成讲到 IDE 入口、配置与构建产物。</ns0:t>
            </ns0:r>
          </ns0:p>
          <ns1:p xmlns:ns1="http://schemas.openxmlformats.org/drawingml/2006/main">
            <ns1:r>
              <ns1:t>主讲人：lizhaojun。插件依据：mylonics/zephyr-ide 4.1.1-prerelease，固定提交 1f046e660bfe1ba4720d58abccd69d1aaf903f83。</ns1:t>
            </ns1:r>
          </ns1:p>
          <ns2:p xmlns:ns2="http://schemas.openxmlformats.org/drawingml/2006/main">
            <ns2:r>
              <ns2:t>本轮界面截图只证明对应入口；CLI 构建、GUI 操作、硬件验证分开记录。详见配套 VALIDATION.md。</ns2:t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6643a99674b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a5f942ae6048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7fda0cf68c4a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1fc77caff46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45fc3ce5f24d5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f13204e98047f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38b4fd4a130475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52a663a27cc47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4862C3-5015-41E3-8A36-8C42777B3D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167409C-D7A5-404B-9E47-47E45D384D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6129714-7A50-44F8-B16E-19EA6665AF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FAD7DF-4535-44C3-80FE-D9051B5304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BE0A0F0-4396-46FC-BE71-47AE83AC26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3CBC878-8034-4F19-AFD9-42E2B222B6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AB0DA9-518A-4117-A5E7-DD3EE55A7D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2C234E4-A116-4158-B003-8B1D6943D0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15F7B0-45BB-4326-97C2-9EA509EDC2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6CF268-2204-4519-A57F-A51A9CE69F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>
  <p:cSld name="Zephyr cover layou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>
  <p:cSld name="Zephyr body layou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0dbe15e563448a" /><Relationship Type="http://schemas.openxmlformats.org/officeDocument/2006/relationships/slideLayout" Target="/ppt/slideLayouts/slideLayout1.xml" Id="Rb2c2c74486364bb5" /><Relationship Type="http://schemas.openxmlformats.org/officeDocument/2006/relationships/slideLayout" Target="/ppt/slideLayouts/slideLayout2.xml" Id="Re6a4e67957ea41aa" /><Relationship Type="http://schemas.openxmlformats.org/officeDocument/2006/relationships/slideLayout" Target="/ppt/slideLayouts/slideLayout3.xml" Id="R52d73d5690a144d5" /><Relationship Type="http://schemas.openxmlformats.org/officeDocument/2006/relationships/slideLayout" Target="/ppt/slideLayouts/slideLayout4.xml" Id="R7ec8e0673200403b" /><Relationship Type="http://schemas.openxmlformats.org/officeDocument/2006/relationships/slideLayout" Target="/ppt/slideLayouts/slideLayout5.xml" Id="R92294035d2ad4097" /><Relationship Type="http://schemas.openxmlformats.org/officeDocument/2006/relationships/slideLayout" Target="/ppt/slideLayouts/slideLayout6.xml" Id="R5271647f0ff74b6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b6662cab9ae402f" /><Relationship Type="http://schemas.openxmlformats.org/officeDocument/2006/relationships/slideLayout" Target="/ppt/slideLayouts/slideLayout7.xml" Id="R646226e3c6024b7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99325aca87c749c8" /><Relationship Type="http://schemas.openxmlformats.org/officeDocument/2006/relationships/slideLayout" Target="/ppt/slideLayouts/slideLayout8.xml" Id="R6bfa77d8311a40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c2c74486364bb5"/>
    <p:sldLayoutId xmlns:r="http://schemas.openxmlformats.org/officeDocument/2006/relationships" id="2147483650" r:id="Re6a4e67957ea41aa"/>
    <p:sldLayoutId xmlns:r="http://schemas.openxmlformats.org/officeDocument/2006/relationships" id="2147483651" r:id="R52d73d5690a144d5"/>
    <p:sldLayoutId xmlns:r="http://schemas.openxmlformats.org/officeDocument/2006/relationships" id="2147483652" r:id="R7ec8e0673200403b"/>
    <p:sldLayoutId xmlns:r="http://schemas.openxmlformats.org/officeDocument/2006/relationships" id="2147483653" r:id="R92294035d2ad4097"/>
    <p:sldLayoutId xmlns:r="http://schemas.openxmlformats.org/officeDocument/2006/relationships" id="2147483654" r:id="R5271647f0ff74b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Zephyr cover"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646226e3c6024b74"/>
  </p:sldLayoutIdLst>
</p:sldMaster>
</file>

<file path=ppt/slideMasters/slideMaster3.xml><?xml version="1.0" encoding="utf-8"?>
<p:sldMaster xmlns:p="http://schemas.openxmlformats.org/presentationml/2006/main">
  <p:cSld name="Zephyr body"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8" r:id="R6bfa77d8311a4010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guide20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guide20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guide21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guide21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guide22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guide22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guide23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guide23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guide24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guide24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guide25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guide25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guide32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guide32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guide33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guide33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guide34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guide34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guide35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guide35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guide36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guide36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guide37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guide37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2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2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3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3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4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4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5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5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6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6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7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7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8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8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9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9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10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10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11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11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12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12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13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13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14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14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15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15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16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16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17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17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18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18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19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19.xml"/><Relationship Id="rIdReading" Type="http://schemas.openxmlformats.org/officeDocument/2006/relationships/hyperlink" Target="P001_VSCode_Zephyr_IDE&#25509;&#20837;&#24050;&#26377;&#24037;&#31243;_Windows.md" TargetMode="External"/><Relationship Id="rIdImage1" Type="http://schemas.openxmlformats.org/officeDocument/2006/relationships/image" Target="../media/ide19-1.jpg"/></Relationships>
</file>

<file path=ppt/slides/_rels/ide20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20.xml"/><Relationship Id="rIdReading" Type="http://schemas.openxmlformats.org/officeDocument/2006/relationships/hyperlink" Target="P001_VSCode_Zephyr_IDE&#25509;&#20837;&#24050;&#26377;&#24037;&#31243;_Windows.md" TargetMode="External"/><Relationship Id="rIdImage1" Type="http://schemas.openxmlformats.org/officeDocument/2006/relationships/image" Target="../media/ide20-1.jpg"/></Relationships>
</file>

<file path=ppt/slides/_rels/ide21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21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22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22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23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23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24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24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25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25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26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26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27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27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28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28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29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29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30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30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31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31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32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32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33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33.xml"/><Relationship Id="rIdReading" Type="http://schemas.openxmlformats.org/officeDocument/2006/relationships/hyperlink" Target="P001_VSCode_Zephyr_IDE&#25509;&#20837;&#24050;&#26377;&#24037;&#31243;_Windows.md" TargetMode="External"/><Relationship Id="rIdImage1" Type="http://schemas.openxmlformats.org/officeDocument/2006/relationships/image" Target="../media/ide33-1.jpg"/></Relationships>
</file>

<file path=ppt/slides/_rels/ide34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34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35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35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36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36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37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37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38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38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39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39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40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40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41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41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42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42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43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43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44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44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45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45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46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46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47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47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48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48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ide49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8.xml"/><Relationship Id="rIdNotes" Type="http://schemas.openxmlformats.org/officeDocument/2006/relationships/notesSlide" Target="../notesSlides/ide49.xml"/><Relationship Id="rIdReading" Type="http://schemas.openxmlformats.org/officeDocument/2006/relationships/hyperlink" Target="P001_VSCode_Zephyr_IDE&#25509;&#20837;&#24050;&#26377;&#24037;&#31243;_Windows.md" TargetMode="External"/></Relationships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7d318725ce954f2b"/><Relationship Type="http://schemas.openxmlformats.org/officeDocument/2006/relationships/image" Target="/ppt/media/image.png" Id="Rcf8a44c0a7134822"/><Relationship Type="http://schemas.openxmlformats.org/officeDocument/2006/relationships/notesSlide" Target="/ppt/notesSlides/notesSlide1.xml" Id="R1a5682d779f84725"/></Relationships>
</file>

<file path=ppt/slides/gu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应用目录怎样真正进入构建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1.1 · 从当前任务理解工程组织</a:t>
            </a:r>
          </a:p>
        </p:txBody>
      </p:sp>
      <p:sp>
        <p:nvSpPr>
          <p:cNvPr id="4" name="Continuous cod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只读官方 samples/hello_world/CMakeLists.txt 摘录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087B3D"/>
                </a:solidFill>
                <a:ea typeface="Microsoft YaHei"/>
              </a:rPr>
              <a:t>find_package</a:t>
            </a:r>
            <a:r>
              <a:t>(Zephyr REQUIRED HINTS $ENV{</a:t>
            </a:r>
            <a:r>
              <a:rPr>
                <a:solidFill>
                  <a:srgbClr val="B84E00"/>
                </a:solidFill>
                <a:ea typeface="Microsoft YaHei"/>
              </a:rPr>
              <a:t>ZEPHYR_BASE</a:t>
            </a:r>
            <a:r>
              <a:t>})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087B3D"/>
                </a:solidFill>
                <a:ea typeface="Microsoft YaHei"/>
              </a:rPr>
              <a:t>project</a:t>
            </a:r>
            <a:r>
              <a:t>(hello_world)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087B3D"/>
                </a:solidFill>
                <a:ea typeface="Microsoft YaHei"/>
              </a:rPr>
              <a:t>target_sources</a:t>
            </a:r>
            <a:r>
              <a:t>(app PRIVATE </a:t>
            </a:r>
            <a:r>
              <a:rPr>
                <a:solidFill>
                  <a:srgbClr val="0070C0"/>
                </a:solidFill>
                <a:ea typeface="Microsoft YaHei"/>
              </a:rPr>
              <a:t>src/main.c</a:t>
            </a:r>
            <a:r>
              <a:t>)</a:t>
            </a:r>
          </a:p>
        </p:txBody>
      </p:sp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717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87B3D"/>
                </a:solidFill>
                <a:ea typeface="Microsoft YaHei"/>
              </a:rPr>
              <a:t>find_package</a:t>
            </a:r>
            <a:r>
              <a:t>(Zephyr) 加载构建规则；</a:t>
            </a:r>
            <a:r>
              <a:rPr>
                <a:solidFill>
                  <a:srgbClr val="087B3D"/>
                </a:solidFill>
                <a:ea typeface="Microsoft YaHei"/>
              </a:rPr>
              <a:t>target_sources</a:t>
            </a:r>
            <a:r>
              <a:t> 把 </a:t>
            </a:r>
            <a:r>
              <a:rPr>
                <a:solidFill>
                  <a:srgbClr val="0070C0"/>
                </a:solidFill>
                <a:ea typeface="Microsoft YaHei"/>
              </a:rPr>
              <a:t>main.c</a:t>
            </a:r>
            <a:r>
              <a:t> 加入 app。文件不会因放在目录里就自动编译。</a:t>
            </a:r>
          </a:p>
        </p:txBody>
      </p:sp>
      <p:sp>
        <p:nvSpPr>
          <p:cNvPr id="6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6542"/>
            <a:ext cx="10972800" cy="717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 选择硬件，模块列表提供外部源码，SDK 查找决定编译器。IDE 记录这些输入，再调用原生工具。</a:t>
            </a:r>
          </a:p>
        </p:txBody>
      </p:sp>
      <p:sp>
        <p:nvSpPr>
          <p:cNvPr id="7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xmlns:ns0="http://schemas.openxmlformats.org/officeDocument/2006/relationships" ns0:id="rIdReading"/>
              </a:rPr>
              <a:t>完整解释与操作：配套 Markdown 1.1</a:t>
            </a:r>
          </a:p>
        </p:txBody>
      </p:sp>
      <p:sp xmlns:a="http://schemas.openxmlformats.org/drawingml/2006/main"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AC20FCC-F1F0-4722-A6EE-6BBE8DD33FE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gu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MPS2 有自己的厂商支持包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1.1 · 从当前任务理解工程组织</a:t>
            </a:r>
          </a:p>
        </p:txBody>
      </p:sp>
      <p:sp>
        <p:nvSpPr>
          <p:cNvPr id="4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Arm Keil 提供 V2M-MPS2_CMx_BSP：它是 MPS2 的板级与设备支持 Pack，官方还提供驱动和示例。</a:t>
            </a:r>
          </a:p>
        </p:txBody>
      </p:sp>
      <p:sp>
        <p:nvSpPr>
          <p:cNvPr id="5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558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 Zephyr 路线采用主仓里的板、SoC、架构和驱动实现，加上外部 CMSIS Core，并未直接引入该 BSP Pack。</a:t>
            </a:r>
          </a:p>
        </p:txBody>
      </p:sp>
      <p:sp>
        <p:nvSpPr>
          <p:cNvPr id="6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951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因此先查当前工程使用谁，再决定下载什么。厂商有包，不表示当前 Zephyr 构建必须使用它。</a:t>
            </a:r>
          </a:p>
        </p:txBody>
      </p:sp>
      <p:sp>
        <p:nvSpPr>
          <p:cNvPr id="7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xmlns:ns0="http://schemas.openxmlformats.org/officeDocument/2006/relationships" ns0:id="rIdReading"/>
              </a:rPr>
              <a:t>完整解释与操作：配套 Markdown 1.1</a:t>
            </a:r>
          </a:p>
        </p:txBody>
      </p:sp>
      <p:sp xmlns:a="http://schemas.openxmlformats.org/drawingml/2006/main"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F9C9A04-CC49-4E8D-93C2-68A27CE27FD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gu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MPS2 的硬件支持由哪些部分组成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1.1 · 从当前任务理解工程组织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路线的实现来源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板、内存与时钟描述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boards/arm/mps2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的 DTS 与配置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SoC、启动与上下文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soc/arm/mps2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与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arch/arm/core/cortex_m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 / NVIC 接口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 CMSIS 6 的 Core 头文件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系统节拍与外设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主仓 SysTick、CMSDK 等具体驱动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72800" cy="717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HAL 表示硬件抽象职责，DDL 是部分厂商的库名；不能把这套分工简化成每块板都另下一个同名库。</a:t>
            </a:r>
          </a:p>
        </p:txBody>
      </p:sp>
      <p:sp>
        <p:nvSpPr>
          <p:cNvPr id="6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xmlns:ns0="http://schemas.openxmlformats.org/officeDocument/2006/relationships" ns0:id="rIdReading"/>
              </a:rPr>
              <a:t>完整解释与操作：配套 Markdown 1.1</a:t>
            </a:r>
          </a:p>
        </p:txBody>
      </p:sp>
      <p:sp xmlns:a="http://schemas.openxmlformats.org/drawingml/2006/main"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E12CEE4-B29B-4697-A80D-687CA4183AB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gu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用串口实例追踪一次源码选择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1.1 · 从当前任务理解工程组织</a:t>
            </a:r>
          </a:p>
        </p:txBody>
      </p:sp>
      <p:sp>
        <p:nvSpPr>
          <p:cNvPr id="4" name="Flow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3479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A"/>
          </a:solidFill>
          <a:ln xmlns:a="http://schemas.openxmlformats.org/drawingml/2006/main" w="12383">
            <a:solidFill>
              <a:srgbClr val="7350B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设备树描述硬件</a:t>
            </a:r>
          </a:p>
        </p:txBody>
      </p:sp>
      <p:sp>
        <p:nvSpPr>
          <p:cNvPr id="5" name="Arrow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21717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350BC"/>
          </a:solidFill>
          <a:ln xmlns:a="http://schemas.openxmlformats.org/drawingml/2006/main" w="0">
            <a:noFill/>
          </a:ln>
        </p:spPr>
      </p:sp>
      <p:sp>
        <p:nvSpPr>
          <p:cNvPr id="6" name="Flow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1771650"/>
            <a:ext cx="3479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A"/>
          </a:solidFill>
          <a:ln xmlns:a="http://schemas.openxmlformats.org/drawingml/2006/main" w="12383">
            <a:solidFill>
              <a:srgbClr val="7350B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 选择驱动</a:t>
            </a:r>
          </a:p>
        </p:txBody>
      </p:sp>
      <p:sp>
        <p:nvSpPr>
          <p:cNvPr id="7" name="Arrow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1717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350BC"/>
          </a:solidFill>
          <a:ln xmlns:a="http://schemas.openxmlformats.org/drawingml/2006/main" w="0">
            <a:noFill/>
          </a:ln>
        </p:spPr>
      </p:sp>
      <p:sp>
        <p:nvSpPr>
          <p:cNvPr id="8" name="Flow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1771650"/>
            <a:ext cx="3479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A"/>
          </a:solidFill>
          <a:ln xmlns:a="http://schemas.openxmlformats.org/drawingml/2006/main" w="12383">
            <a:solidFill>
              <a:srgbClr val="7350B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加入源文件</a:t>
            </a:r>
          </a:p>
        </p:txBody>
      </p:sp>
      <p:sp>
        <p:nvSpPr>
          <p:cNvPr id="9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972800" cy="742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设备树把控制台指向 uart0，其 compatible 为 arm,cmsdk-uart。驱动 Kconfig 据启用节点产生 </a:t>
            </a:r>
            <a:r>
              <a:rPr>
                <a:solidFill>
                  <a:srgbClr val="B84E00"/>
                </a:solidFill>
                <a:ea typeface="Microsoft YaHei"/>
              </a:rPr>
              <a:t>CONFIG_UART_CMSDK_APB</a:t>
            </a:r>
            <a:r>
              <a:t>。</a:t>
            </a:r>
          </a:p>
        </p:txBody>
      </p:sp>
      <p:sp>
        <p:nvSpPr>
          <p:cNvPr id="10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6388"/>
            <a:ext cx="10972800" cy="390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串口 CMake 按配置加入 </a:t>
            </a:r>
            <a:r>
              <a:rPr>
                <a:solidFill>
                  <a:srgbClr val="0070C0"/>
                </a:solidFill>
                <a:ea typeface="Microsoft YaHei"/>
              </a:rPr>
              <a:t>uart_cmsdk_apb.c</a:t>
            </a:r>
            <a:r>
              <a:t>；主仓驱动直接操作 CMSDK UART 寄存器。</a:t>
            </a:r>
          </a:p>
        </p:txBody>
      </p:sp>
      <p:sp>
        <p:nvSpPr>
          <p:cNvPr id="11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7982"/>
            <a:ext cx="10972800" cy="742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这只是整体支持中的一条链。板还支持哪些功能，要查目标的支持范围；hello_world 不会把它们全部编入。</a:t>
            </a:r>
          </a:p>
        </p:txBody>
      </p:sp>
      <p:sp>
        <p:nvSpPr>
          <p:cNvPr id="12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xmlns:ns0="http://schemas.openxmlformats.org/officeDocument/2006/relationships" ns0:id="rIdReading"/>
              </a:rPr>
              <a:t>完整解释与操作：配套 Markdown 1.1</a:t>
            </a:r>
          </a:p>
        </p:txBody>
      </p:sp>
      <p:sp xmlns:a="http://schemas.openxmlformats.org/drawingml/2006/main">
        <p:nvSpPr>
          <p:cNvPr id="13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5E901F3-613D-468E-84A3-248D818BBDA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gu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有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与没有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，谁负责找模块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1.2 · 从当前任务理解工程组织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输入方式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发现过程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 </a:t>
                      </a: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工作区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读取活动项目，再检查模块入口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EXTRA_ZEPHYR_MODULES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保留基础集合，追加本地组件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ZEPHYR_MODULES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由工程显式列出基础模块集合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972800" cy="717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三条路线最后都加载模块的 CMake/Kconfig。显式列表需要自己保证完整；IDE 本版的选板与 Build 仍会调用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。</a:t>
            </a:r>
          </a:p>
        </p:txBody>
      </p:sp>
      <p:sp>
        <p:nvSpPr>
          <p:cNvPr id="6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xmlns:ns0="http://schemas.openxmlformats.org/officeDocument/2006/relationships" ns0:id="rIdReading"/>
              </a:rPr>
              <a:t>完整解释与操作：配套 Markdown 1.2</a:t>
            </a:r>
          </a:p>
        </p:txBody>
      </p:sp>
      <p:sp xmlns:a="http://schemas.openxmlformats.org/drawingml/2006/main"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38EF8BD-F0F8-4E6D-BC34-19B4D894BF8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gu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下载前先判断，再把结果交给 IDE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1.3 · 从当前任务理解工程组织</a:t>
            </a:r>
          </a:p>
        </p:txBody>
      </p:sp>
      <p:sp>
        <p:nvSpPr>
          <p:cNvPr id="4" name="Flow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2543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A"/>
          </a:solidFill>
          <a:ln xmlns:a="http://schemas.openxmlformats.org/drawingml/2006/main" w="12383">
            <a:solidFill>
              <a:srgbClr val="7350B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确认实现来源</a:t>
            </a:r>
          </a:p>
        </p:txBody>
      </p:sp>
      <p:sp>
        <p:nvSpPr>
          <p:cNvPr id="5" name="Arrow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1717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350BC"/>
          </a:solidFill>
          <a:ln xmlns:a="http://schemas.openxmlformats.org/drawingml/2006/main" w="0">
            <a:noFill/>
          </a:ln>
        </p:spPr>
      </p:sp>
      <p:sp>
        <p:nvSpPr>
          <p:cNvPr id="6" name="Flow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71650"/>
            <a:ext cx="2543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A"/>
          </a:solidFill>
          <a:ln xmlns:a="http://schemas.openxmlformats.org/drawingml/2006/main" w="12383">
            <a:solidFill>
              <a:srgbClr val="7350B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核对版本与文件</a:t>
            </a:r>
          </a:p>
        </p:txBody>
      </p:sp>
      <p:sp>
        <p:nvSpPr>
          <p:cNvPr id="7" name="Arrow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717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350BC"/>
          </a:solidFill>
          <a:ln xmlns:a="http://schemas.openxmlformats.org/drawingml/2006/main" w="0">
            <a:noFill/>
          </a:ln>
        </p:spPr>
      </p:sp>
      <p:sp>
        <p:nvSpPr>
          <p:cNvPr id="8" name="Flow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71650"/>
            <a:ext cx="2543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A"/>
          </a:solidFill>
          <a:ln xmlns:a="http://schemas.openxmlformats.org/drawingml/2006/main" w="12383">
            <a:solidFill>
              <a:srgbClr val="7350B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必要时获取</a:t>
            </a:r>
          </a:p>
        </p:txBody>
      </p:sp>
      <p:sp>
        <p:nvSpPr>
          <p:cNvPr id="9" name="Arrow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717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350BC"/>
          </a:solidFill>
          <a:ln xmlns:a="http://schemas.openxmlformats.org/drawingml/2006/main" w="0">
            <a:noFill/>
          </a:ln>
        </p:spPr>
      </p:sp>
      <p:sp>
        <p:nvSpPr>
          <p:cNvPr id="10" name="Flow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771650"/>
            <a:ext cx="2543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A"/>
          </a:solidFill>
          <a:ln xmlns:a="http://schemas.openxmlformats.org/drawingml/2006/main" w="12383">
            <a:solidFill>
              <a:srgbClr val="7350B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配置后查实际使用</a:t>
            </a:r>
          </a:p>
        </p:txBody>
      </p:sp>
      <p:sp>
        <p:nvSpPr>
          <p:cNvPr id="11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972800" cy="742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先查板与实现来源：主仓已有的代码直接复用；实现引用外部库时，再查当前 manifest 的名称、版本和目录。</a:t>
            </a:r>
          </a:p>
        </p:txBody>
      </p:sp>
      <p:sp>
        <p:nvSpPr>
          <p:cNvPr id="12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6388"/>
            <a:ext cx="10972800" cy="742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文件与版本匹配就复用；清单管理但未下载时用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update。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list --all 仍无条目时，再查厂商来源与模块入口。</a:t>
            </a:r>
          </a:p>
        </p:txBody>
      </p:sp>
      <p:sp>
        <p:nvSpPr>
          <p:cNvPr id="13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0026"/>
            <a:ext cx="10972800" cy="742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构建后再核对模块记录、Kconfig、设备树和编译命令。插件的列表或目录存在，都不能独自证明依赖已经生效。</a:t>
            </a:r>
          </a:p>
        </p:txBody>
      </p:sp>
      <p:sp>
        <p:nvSpPr>
          <p:cNvPr id="14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xmlns:ns0="http://schemas.openxmlformats.org/officeDocument/2006/relationships" ns0:id="rIdReading"/>
              </a:rPr>
              <a:t>完整解释与操作：配套 Markdown 1.3</a:t>
            </a:r>
          </a:p>
        </p:txBody>
      </p:sp>
      <p:sp xmlns:a="http://schemas.openxmlformats.org/drawingml/2006/main">
        <p:nvSpPr>
          <p:cNvPr id="15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9573EE8-7161-4D60-B4BE-E4904703C73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gu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先认识 MPS2、AN386 与本章应用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1.1 · 从当前任务理解工程组织</a:t>
            </a:r>
          </a:p>
        </p:txBody>
      </p:sp>
      <p:sp>
        <p:nvSpPr>
          <p:cNvPr id="4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MPS2 是 Arm 的 FPGA 原型开发板平台；AN386 是运行 Cortex-M4F 系统的一种 FPGA 映像/配置。Zephyr 用 mps2/an386 表示该目标。</a:t>
            </a:r>
          </a:p>
        </p:txBody>
      </p:sp>
      <p:sp>
        <p:nvSpPr>
          <p:cNvPr id="5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558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hello_world 是应用，负责控制台打印；mps2/an386 是硬件目标。同一个应用可以针对不同受支持目标构建，两个输入都要明确。</a:t>
            </a:r>
          </a:p>
        </p:txBody>
      </p:sp>
      <p:sp>
        <p:nvSpPr>
          <p:cNvPr id="6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951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本章先构建已有支持，再观察组件如何进入工程。这个固件不用于 HC32，也不据此宣称模拟器或实板已经运行。</a:t>
            </a:r>
          </a:p>
        </p:txBody>
      </p:sp>
      <p:sp>
        <p:nvSpPr>
          <p:cNvPr id="7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xmlns:ns0="http://schemas.openxmlformats.org/officeDocument/2006/relationships" ns0:id="rIdReading"/>
              </a:rPr>
              <a:t>完整解释与操作：配套 Markdown 1.1</a:t>
            </a:r>
          </a:p>
        </p:txBody>
      </p:sp>
      <p:sp xmlns:a="http://schemas.openxmlformats.org/drawingml/2006/main"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8910ADB-C7CE-4948-8D1A-C5508675F77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gu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官方示例用 AN385，本章明确选 AN386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1.1 · 从当前任务理解工程组织</a:t>
            </a:r>
          </a:p>
        </p:txBody>
      </p:sp>
      <p:sp>
        <p:nvSpPr>
          <p:cNvPr id="4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官方 MPS2 Armv7-M 板文档列出 AN385、AN386、AN500；其中 hello_world 命令的 </a:t>
            </a: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 实际是 mps2/an385。</a:t>
            </a:r>
          </a:p>
        </p:txBody>
      </p:sp>
      <p:sp>
        <p:nvSpPr>
          <p:cNvPr id="5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558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本教程改选同页列出的 mps2/an386，以 Cortex-M4F 为对照。应用仍是官方 </a:t>
            </a:r>
            <a:r>
              <a:rPr>
                <a:solidFill>
                  <a:srgbClr val="0070C0"/>
                </a:solidFill>
                <a:ea typeface="Microsoft YaHei"/>
              </a:rPr>
              <a:t>samples/hello_world</a:t>
            </a:r>
            <a:r>
              <a:t>，目标限定改变的是硬件组合。</a:t>
            </a:r>
          </a:p>
        </p:txBody>
      </p:sp>
      <p:sp>
        <p:nvSpPr>
          <p:cNvPr id="6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951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因此复制网页命令前先核对 </a:t>
            </a: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。AN385 默认 QEMU 说明不能直接当作 AN386 已运行的证据。</a:t>
            </a:r>
          </a:p>
        </p:txBody>
      </p:sp>
      <p:sp>
        <p:nvSpPr>
          <p:cNvPr id="7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xmlns:ns0="http://schemas.openxmlformats.org/officeDocument/2006/relationships" ns0:id="rIdReading"/>
              </a:rPr>
              <a:t>完整解释与操作：配套 Markdown 1.1</a:t>
            </a:r>
          </a:p>
        </p:txBody>
      </p:sp>
      <p:sp xmlns:a="http://schemas.openxmlformats.org/drawingml/2006/main"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F40B5BC-7C8D-4032-8A23-6639CC91FF0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gu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应用自己的三个文件怎样对应到 IDE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1.8 · 从当前任务理解工程组织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810000"/>
                <a:gridCol w="4114800"/>
              </a:tblGrid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文件/输入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原生职责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IDE 对应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CMakeLists.txt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加载规则并加入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main.c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Project 选择其目录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src/main.c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应用业务代码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编辑后构建所选 Build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prj.conf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应用功能请求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默认读入；可追加配置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目标硬件组合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 的 Board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72800" cy="717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 hello_world 的 </a:t>
            </a:r>
            <a:r>
              <a:rPr>
                <a:solidFill>
                  <a:srgbClr val="0070C0"/>
                </a:solidFill>
                <a:ea typeface="Microsoft YaHei"/>
              </a:rPr>
              <a:t>prj.conf</a:t>
            </a:r>
            <a:r>
              <a:t> 只有注释，板与 Zephyr 默认配置仍参与计算。Add Project 记住应用位置，Add Build 再选择目标与输出。</a:t>
            </a:r>
          </a:p>
        </p:txBody>
      </p:sp>
      <p:sp>
        <p:nvSpPr>
          <p:cNvPr id="6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xmlns:ns0="http://schemas.openxmlformats.org/officeDocument/2006/relationships" ns0:id="rIdReading"/>
              </a:rPr>
              <a:t>完整解释与操作：配套 Markdown 1.8</a:t>
            </a:r>
          </a:p>
        </p:txBody>
      </p:sp>
      <p:sp xmlns:a="http://schemas.openxmlformats.org/drawingml/2006/main"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836D4BF-51DF-454B-8358-05F5DC99B4A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gu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HC32 沿用同样的问题，换一组硬件输入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1.9 · 从当前任务理解工程组织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5524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本系列 HC32 Build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5524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samples/hello_world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uyup_rpi_a/hc32f4a0pitb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5524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基础外部依赖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发现 cmsis_6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追加模块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 HAL 根 + hc32_port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5524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硬件发现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hc32_port 的 board/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soc/dts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roots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717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HAL 提供设备与 DDL，hc32_port 接入板、SoC 和驱动；输出另存 hello_world-hc32。只加 HAL 不能定义板。</a:t>
            </a:r>
          </a:p>
        </p:txBody>
      </p:sp>
      <p:sp>
        <p:nvSpPr>
          <p:cNvPr id="6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xmlns:ns0="http://schemas.openxmlformats.org/officeDocument/2006/relationships" ns0:id="rIdReading"/>
              </a:rPr>
              <a:t>完整解释与操作：配套 Markdown 1.9</a:t>
            </a:r>
          </a:p>
        </p:txBody>
      </p:sp>
      <p:sp xmlns:a="http://schemas.openxmlformats.org/drawingml/2006/main"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409BBE2-B2AE-4A6B-B344-CFF1C48CF45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gu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树外新 SoC：不要卡在选板向导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1.9.3 · 从当前任务理解工程组织</a:t>
            </a:r>
          </a:p>
        </p:txBody>
      </p:sp>
      <p:sp>
        <p:nvSpPr>
          <p:cNvPr id="4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4.1.1 的选板向导只给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boards 追加 --board-root；本系列 HC32 的 SoC 也在清单外，单给板根会报 SoC not found。</a:t>
            </a:r>
          </a:p>
        </p:txBody>
      </p:sp>
      <p:sp>
        <p:nvSpPr>
          <p:cNvPr id="5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558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先用显式 --board-root 与 --soc-root 核验材料，再把 ide-hc32 成员合并到 hello_world 的 buildConfigs，保留 ide-mps2。</a:t>
            </a:r>
          </a:p>
        </p:txBody>
      </p:sp>
      <p:sp>
        <p:nvSpPr>
          <p:cNvPr id="6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951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CMake 构建时同时追加 HAL 和 hc32_port；后者的 </a:t>
            </a:r>
            <a:r>
              <a:rPr>
                <a:solidFill>
                  <a:srgbClr val="0070C0"/>
                </a:solidFill>
                <a:ea typeface="Microsoft YaHei"/>
              </a:rPr>
              <a:t>module.yml</a:t>
            </a:r>
            <a:r>
              <a:t> 才为配置提供完整硬件搜索根。板/SoC 尚未建立时先回 P012。</a:t>
            </a:r>
          </a:p>
        </p:txBody>
      </p:sp>
      <p:sp>
        <p:nvSpPr>
          <p:cNvPr id="7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xmlns:ns0="http://schemas.openxmlformats.org/officeDocument/2006/relationships" ns0:id="rIdReading"/>
              </a:rPr>
              <a:t>完整解释与操作：配套 Markdown 1.9.3</a:t>
            </a:r>
          </a:p>
        </p:txBody>
      </p:sp>
      <p:sp xmlns:a="http://schemas.openxmlformats.org/drawingml/2006/main"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2E69C58-6D84-47DD-BB30-0EE17FCEDCD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gu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从两个模块路径追到 HC32 源文件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1.9.3 · 从当前任务理解工程组织</a:t>
            </a:r>
          </a:p>
        </p:txBody>
      </p:sp>
      <p:sp>
        <p:nvSpPr>
          <p:cNvPr id="4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cmsis_6 继续来自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。额外 hc32_port 的 </a:t>
            </a:r>
            <a:r>
              <a:rPr>
                <a:solidFill>
                  <a:srgbClr val="0070C0"/>
                </a:solidFill>
                <a:ea typeface="Microsoft YaHei"/>
              </a:rPr>
              <a:t>module.yml</a:t>
            </a:r>
            <a:r>
              <a:t> 声明 board_root、soc_root、dts_root，均相对模块根；配置据此找到完整目标。</a:t>
            </a:r>
          </a:p>
        </p:txBody>
      </p:sp>
      <p:sp>
        <p:nvSpPr>
          <p:cNvPr id="5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558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hal_xhsc 的模块名产生 </a:t>
            </a:r>
            <a:r>
              <a:rPr>
                <a:solidFill>
                  <a:srgbClr val="B84E00"/>
                </a:solidFill>
                <a:ea typeface="Microsoft YaHei"/>
              </a:rPr>
              <a:t>ZEPHYR_HAL_XHSC_MODULE_DIR</a:t>
            </a:r>
            <a:r>
              <a:t>。SoC CMake 再引用其中设备头、system 与所需 DDL，并接入本系列启动和驱动。</a:t>
            </a:r>
          </a:p>
        </p:txBody>
      </p:sp>
      <p:sp>
        <p:nvSpPr>
          <p:cNvPr id="6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951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先查模块记录和 .config，再查生成的编译任务，最后看实际构建结果。已有 HAL 无 .</a:t>
            </a:r>
            <a:r>
              <a:rPr>
                <a:solidFill>
                  <a:srgbClr val="A02B93"/>
                </a:solidFill>
                <a:ea typeface="Microsoft YaHei"/>
              </a:rPr>
              <a:t>git</a:t>
            </a:r>
            <a:r>
              <a:t>，本次不能把目录存在称为固定 SHA 已验证。</a:t>
            </a:r>
          </a:p>
        </p:txBody>
      </p:sp>
      <p:sp>
        <p:nvSpPr>
          <p:cNvPr id="7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xmlns:ns0="http://schemas.openxmlformats.org/officeDocument/2006/relationships" ns0:id="rIdReading"/>
              </a:rPr>
              <a:t>完整解释与操作：配套 Markdown 1.9.3</a:t>
            </a:r>
          </a:p>
        </p:txBody>
      </p:sp>
      <p:sp xmlns:a="http://schemas.openxmlformats.org/drawingml/2006/main"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0ED23A4-75B4-4C3B-986F-999D1123CE2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一个应用怎样变成固件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1.1 · ① 工程与依赖</a:t>
            </a:r>
          </a:p>
        </p:txBody>
      </p:sp>
      <p:sp>
        <p:nvSpPr>
          <p:cNvPr id="4" name="Flow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550319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A"/>
          </a:solidFill>
          <a:ln xmlns:a="http://schemas.openxmlformats.org/drawingml/2006/main" w="13335">
            <a:solidFill>
              <a:srgbClr val="7350B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① 工程与依赖</a:t>
            </a:r>
          </a:p>
        </p:txBody>
      </p:sp>
      <p:sp>
        <p:nvSpPr>
          <p:cNvPr id="5" name="Flow connector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544" y="2162175"/>
            <a:ext cx="1619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350BC"/>
          </a:solidFill>
          <a:ln xmlns:a="http://schemas.openxmlformats.org/drawingml/2006/main" w="0">
            <a:noFill/>
          </a:ln>
        </p:spPr>
      </p:sp>
      <p:sp>
        <p:nvSpPr>
          <p:cNvPr id="6" name="Flow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094" y="1752600"/>
            <a:ext cx="2550319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A"/>
          </a:solidFill>
          <a:ln xmlns:a="http://schemas.openxmlformats.org/drawingml/2006/main" w="13335">
            <a:solidFill>
              <a:srgbClr val="7350B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② 工作区与设置</a:t>
            </a:r>
          </a:p>
        </p:txBody>
      </p:sp>
      <p:sp>
        <p:nvSpPr>
          <p:cNvPr id="7" name="Flow connector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162175"/>
            <a:ext cx="1619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350BC"/>
          </a:solidFill>
          <a:ln xmlns:a="http://schemas.openxmlformats.org/drawingml/2006/main" w="0">
            <a:noFill/>
          </a:ln>
        </p:spPr>
      </p:sp>
      <p:sp>
        <p:nvSpPr>
          <p:cNvPr id="8" name="Flow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88" y="1752600"/>
            <a:ext cx="2550319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A"/>
          </a:solidFill>
          <a:ln xmlns:a="http://schemas.openxmlformats.org/drawingml/2006/main" w="13335">
            <a:solidFill>
              <a:srgbClr val="7350B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③ 应用与 Build</a:t>
            </a:r>
          </a:p>
        </p:txBody>
      </p:sp>
      <p:sp>
        <p:nvSpPr>
          <p:cNvPr id="9" name="Flow connector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531" y="2162175"/>
            <a:ext cx="1619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350BC"/>
          </a:solidFill>
          <a:ln xmlns:a="http://schemas.openxmlformats.org/drawingml/2006/main" w="0">
            <a:noFill/>
          </a:ln>
        </p:spPr>
      </p:sp>
      <p:sp>
        <p:nvSpPr>
          <p:cNvPr id="10" name="Flow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081" y="1752600"/>
            <a:ext cx="2550319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A"/>
          </a:solidFill>
          <a:ln xmlns:a="http://schemas.openxmlformats.org/drawingml/2006/main" w="13335">
            <a:solidFill>
              <a:srgbClr val="7350B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④ 产物与日常操作</a:t>
            </a:r>
          </a:p>
        </p:txBody>
      </p:sp>
      <p:sp>
        <p:nvSpPr>
          <p:cNvPr id="11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10972800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先认清工程组成，再把同一套输入交给 IDE。</a:t>
            </a:r>
          </a:p>
        </p:txBody>
      </p:sp>
      <p:sp>
        <p:nvSpPr>
          <p:cNvPr id="12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3320"/>
            <a:ext cx="10972800" cy="815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主线位于 </a:t>
            </a:r>
            <a:r>
              <a:rPr>
                <a:solidFill>
                  <a:srgbClr val="0070C0"/>
                </a:solidFill>
              </a:rPr>
              <a:t>G:/zephyr_practice</a:t>
            </a:r>
            <a:r>
              <a:rPr>
                <a:solidFill>
                  <a:srgbClr val="29263B"/>
                </a:solidFill>
              </a:rPr>
              <a:t>，先明确两个输入：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hello_world 应用与 mps2/an386 硬件目标。</a:t>
            </a:r>
          </a:p>
        </p:txBody>
      </p:sp>
      <p:sp>
        <p:nvSpPr>
          <p:cNvPr id="13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0110"/>
            <a:ext cx="10972800" cy="815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MPS2 使用主仓硬件实现与外部 CMSIS Core；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切换 HC32 时按适配增加厂商库、板/SoC 与驱动输入。</a:t>
            </a:r>
          </a:p>
        </p:txBody>
      </p:sp>
      <p:sp>
        <p:nvSpPr>
          <p:cNvPr id="14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1.1</a:t>
            </a:r>
          </a:p>
        </p:txBody>
      </p:sp>
      <p:sp xmlns:a="http://schemas.openxmlformats.org/drawingml/2006/main">
        <p:nvSpPr>
          <p:cNvPr id="15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48EFFB0-D8BE-443C-AD77-68E8AB91C73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Zephyr 原生对象与 IDE 中的对应项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1.1 · ① 工程与依赖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010025"/>
                <a:gridCol w="4010025"/>
              </a:tblGrid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原生对象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IDE 中的对应项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实际作用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工作区 / Zephyr 源码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 Workspaces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告诉插件到哪里找源码与板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应用目录 /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CMakeLists.txt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Project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记录要编译哪个应用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构建目录 / 参数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 Configuration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记录一次构建所需输入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、CMake、Ninja、GCC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 按钮调用的工具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真正配置、编译并链接固件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Zephyr 已有构建能力；Mylonics 的第三方扩展把这些操作接到 VS Code。</a:t>
            </a:r>
          </a:p>
        </p:txBody>
      </p:sp>
      <p:sp>
        <p:nvSpPr>
          <p:cNvPr id="6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1.1</a:t>
            </a:r>
          </a:p>
        </p:txBody>
      </p:sp>
      <p:sp xmlns:a="http://schemas.openxmlformats.org/drawingml/2006/main"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D13E7E9-F03F-4C48-849E-222FA74928A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Build 按钮下面的原生构建过程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1.1 · ① 工程与依赖</a:t>
            </a:r>
          </a:p>
        </p:txBody>
      </p:sp>
      <p:sp>
        <p:nvSpPr>
          <p:cNvPr id="4" name="Flow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550319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A"/>
          </a:solidFill>
          <a:ln xmlns:a="http://schemas.openxmlformats.org/drawingml/2006/main" w="13335">
            <a:solidFill>
              <a:srgbClr val="7350B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IDE：整理输入</a:t>
            </a:r>
          </a:p>
        </p:txBody>
      </p:sp>
      <p:sp>
        <p:nvSpPr>
          <p:cNvPr id="5" name="Flow connector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544" y="2162175"/>
            <a:ext cx="1619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350BC"/>
          </a:solidFill>
          <a:ln xmlns:a="http://schemas.openxmlformats.org/drawingml/2006/main" w="0">
            <a:noFill/>
          </a:ln>
        </p:spPr>
      </p:sp>
      <p:sp>
        <p:nvSpPr>
          <p:cNvPr id="6" name="Flow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094" y="1752600"/>
            <a:ext cx="2550319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A"/>
          </a:solidFill>
          <a:ln xmlns:a="http://schemas.openxmlformats.org/drawingml/2006/main" w="13335">
            <a:solidFill>
              <a:srgbClr val="7350B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west build：编排</a:t>
            </a:r>
          </a:p>
        </p:txBody>
      </p:sp>
      <p:sp>
        <p:nvSpPr>
          <p:cNvPr id="7" name="Flow connector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162175"/>
            <a:ext cx="1619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350BC"/>
          </a:solidFill>
          <a:ln xmlns:a="http://schemas.openxmlformats.org/drawingml/2006/main" w="0">
            <a:noFill/>
          </a:ln>
        </p:spPr>
      </p:sp>
      <p:sp>
        <p:nvSpPr>
          <p:cNvPr id="8" name="Flow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88" y="1752600"/>
            <a:ext cx="2550319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A"/>
          </a:solidFill>
          <a:ln xmlns:a="http://schemas.openxmlformats.org/drawingml/2006/main" w="13335">
            <a:solidFill>
              <a:srgbClr val="7350B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CMake：配置生成</a:t>
            </a:r>
          </a:p>
        </p:txBody>
      </p:sp>
      <p:sp>
        <p:nvSpPr>
          <p:cNvPr id="9" name="Flow connector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531" y="2162175"/>
            <a:ext cx="1619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350BC"/>
          </a:solidFill>
          <a:ln xmlns:a="http://schemas.openxmlformats.org/drawingml/2006/main" w="0">
            <a:noFill/>
          </a:ln>
        </p:spPr>
      </p:sp>
      <p:sp>
        <p:nvSpPr>
          <p:cNvPr id="10" name="Flow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081" y="1752600"/>
            <a:ext cx="2550319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A"/>
          </a:solidFill>
          <a:ln xmlns:a="http://schemas.openxmlformats.org/drawingml/2006/main" w="13335">
            <a:solidFill>
              <a:srgbClr val="7350B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Ninja → 编译器</a:t>
            </a:r>
          </a:p>
        </p:txBody>
      </p:sp>
      <p:sp>
        <p:nvSpPr>
          <p:cNvPr id="11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10972800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CMake 读取应用、板、Kconfig、设备树与模块，生成构建规则。</a:t>
            </a:r>
          </a:p>
        </p:txBody>
      </p:sp>
      <p:sp>
        <p:nvSpPr>
          <p:cNvPr id="12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3320"/>
            <a:ext cx="10972800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Ninja 按规则调用 SDK 中的编译器和链接器，生成 </a:t>
            </a:r>
            <a:r>
              <a:rPr>
                <a:solidFill>
                  <a:srgbClr val="0070C0"/>
                </a:solidFill>
              </a:rPr>
              <a:t>zephyr.elf</a:t>
            </a:r>
            <a:r>
              <a:t>。</a:t>
            </a:r>
          </a:p>
        </p:txBody>
      </p:sp>
      <p:sp>
        <p:nvSpPr>
          <p:cNvPr id="13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去掉 IDE，原生构建仍成立；按钮不会替代板级移植。</a:t>
            </a:r>
          </a:p>
        </p:txBody>
      </p:sp>
      <p:sp>
        <p:nvSpPr>
          <p:cNvPr id="14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1.1</a:t>
            </a:r>
          </a:p>
        </p:txBody>
      </p:sp>
      <p:sp xmlns:a="http://schemas.openxmlformats.org/drawingml/2006/main">
        <p:nvSpPr>
          <p:cNvPr id="15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AB4AF0A-A814-43BE-8D07-6407EBABAD2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CMSIS、厂商 HAL、SDK 的职责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1.1 · ① 工程与依赖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010025"/>
                <a:gridCol w="4010025"/>
              </a:tblGrid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为应用提供什么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进入构建的方式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 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本例使用 Cortex-M Core 接口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源码模块：清单下载 → 模块发现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hal_xhsc / hal_stm32 等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芯片厂商的底层外设支持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源码模块 → SoC / 驱动按配置使用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SDK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 GCC、链接器与工具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工具链发现 → 实际编译命令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模块是源码接入单位；Core 提供内核接口，HAL/DDL 按实现需要接入。</a:t>
            </a:r>
          </a:p>
        </p:txBody>
      </p:sp>
      <p:sp>
        <p:nvSpPr>
          <p:cNvPr id="6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1.1</a:t>
            </a:r>
          </a:p>
        </p:txBody>
      </p:sp>
      <p:sp xmlns:a="http://schemas.openxmlformats.org/drawingml/2006/main"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196023B-BE37-4E6D-87D3-275D6249328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本章使用的目录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1.1 · ① 工程与依赖</a:t>
            </a:r>
          </a:p>
        </p:txBody>
      </p:sp>
      <p:sp>
        <p:nvSpPr>
          <p:cNvPr id="4" name="Continuous cod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3305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70C0"/>
                </a:solidFill>
              </a:rPr>
              <a:t>G:/zephyr_practice/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├── </a:t>
            </a:r>
            <a:r>
              <a:rPr>
                <a:solidFill>
                  <a:srgbClr val="0070C0"/>
                </a:solidFill>
              </a:rPr>
              <a:t>.west/config</a:t>
            </a:r>
            <a:r>
              <a:t>                # </a:t>
            </a:r>
            <a:r>
              <a:rPr>
                <a:solidFill>
                  <a:srgbClr val="A02B93"/>
                </a:solidFill>
              </a:rPr>
              <a:t>west</a:t>
            </a:r>
            <a:r>
              <a:t> 工作区记录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├── </a:t>
            </a:r>
            <a:r>
              <a:rPr>
                <a:solidFill>
                  <a:srgbClr val="0070C0"/>
                </a:solidFill>
              </a:rPr>
              <a:t>modules/hal/cmsis_6/</a:t>
            </a:r>
            <a:r>
              <a:t>        # CMSIS 源码模块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├── </a:t>
            </a:r>
            <a:r>
              <a:rPr>
                <a:solidFill>
                  <a:srgbClr val="0070C0"/>
                </a:solidFill>
              </a:rPr>
              <a:t>hal_xhsc-zephyr/</a:t>
            </a:r>
            <a:r>
              <a:t>            # 本机已有厂商 HAL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├── </a:t>
            </a:r>
            <a:r>
              <a:rPr>
                <a:solidFill>
                  <a:srgbClr val="0070C0"/>
                </a:solidFill>
              </a:rPr>
              <a:t>zephyr-sdk-1.0.1/</a:t>
            </a:r>
            <a:r>
              <a:t>           # SDK 安装根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└── </a:t>
            </a:r>
            <a:r>
              <a:rPr>
                <a:solidFill>
                  <a:srgbClr val="0070C0"/>
                </a:solidFill>
              </a:rPr>
              <a:t>zephyr-main/</a:t>
            </a:r>
            <a:r>
              <a:t>                # VS Code 打开这里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    ├── </a:t>
            </a:r>
            <a:r>
              <a:rPr>
                <a:solidFill>
                  <a:srgbClr val="0070C0"/>
                </a:solidFill>
              </a:rPr>
              <a:t>.venv/</a:t>
            </a:r>
            <a:r>
              <a:t>                 # Python 与 </a:t>
            </a:r>
            <a:r>
              <a:rPr>
                <a:solidFill>
                  <a:srgbClr val="A02B93"/>
                </a:solidFill>
              </a:rPr>
              <a:t>west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    ├── </a:t>
            </a:r>
            <a:r>
              <a:rPr>
                <a:solidFill>
                  <a:srgbClr val="0070C0"/>
                </a:solidFill>
              </a:rPr>
              <a:t>west.yml</a:t>
            </a:r>
            <a:r>
              <a:t>               # 当前源码的模块清单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    └── </a:t>
            </a:r>
            <a:r>
              <a:rPr>
                <a:solidFill>
                  <a:srgbClr val="0070C0"/>
                </a:solidFill>
              </a:rPr>
              <a:t>samples/hello_world/</a:t>
            </a:r>
            <a:r>
              <a:t>   # 本章应用</a:t>
            </a:r>
          </a:p>
        </p:txBody>
      </p:sp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这是 G 盘主线目录。F 盘 learning/zephyr_vscode 存放教材。</a:t>
            </a:r>
          </a:p>
        </p:txBody>
      </p:sp>
      <p:sp>
        <p:nvSpPr>
          <p:cNvPr id="6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1.1</a:t>
            </a:r>
          </a:p>
        </p:txBody>
      </p:sp>
      <p:sp xmlns:a="http://schemas.openxmlformats.org/drawingml/2006/main"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F2FFC40-9C81-4AD1-A744-B41B7AC808D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t> 程序、工作区与清单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1.2 · ① 工程与依赖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010025"/>
                <a:gridCol w="4010025"/>
              </a:tblGrid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名称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是什么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怎样确认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程序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安装在 Python 环境中的命令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-m </a:t>
                      </a: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--version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.west/config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把目录关联到清单仓库的记录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topdir；读取 manifest.path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west.yml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仓库名、地址、版本与路径的清单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manifest --path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装过 </a:t>
            </a:r>
            <a:r>
              <a:rPr>
                <a:solidFill>
                  <a:srgbClr val="A02B93"/>
                </a:solidFill>
              </a:rPr>
              <a:t>west</a:t>
            </a:r>
            <a:r>
              <a:t>，不等于已有 .</a:t>
            </a:r>
            <a:r>
              <a:rPr>
                <a:solidFill>
                  <a:srgbClr val="A02B93"/>
                </a:solidFill>
              </a:rPr>
              <a:t>west</a:t>
            </a:r>
            <a:r>
              <a:t>；目录里有 </a:t>
            </a:r>
            <a:r>
              <a:rPr>
                <a:solidFill>
                  <a:srgbClr val="0070C0"/>
                </a:solidFill>
              </a:rPr>
              <a:t>west.yml</a:t>
            </a:r>
            <a:r>
              <a:t>，也不等于初始化过工作区。</a:t>
            </a:r>
          </a:p>
        </p:txBody>
      </p:sp>
      <p:sp>
        <p:nvSpPr>
          <p:cNvPr id="6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1.2</a:t>
            </a:r>
          </a:p>
        </p:txBody>
      </p:sp>
      <p:sp xmlns:a="http://schemas.openxmlformats.org/drawingml/2006/main"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580929D-FB15-4F8E-B136-884C15C6897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根据手里的工程选择路线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1.2 · ① 工程与依赖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010025"/>
                <a:gridCol w="4010025"/>
              </a:tblGrid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接下来做什么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然后去哪里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.</a:t>
                      </a: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与依赖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检查清单，复用现有环境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IDE 登记 → 扫描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只有 Zephyr 源码，无 .</a:t>
                      </a: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init -l；按清单准备模块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IDE 登记 → 扫描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希望完全不用 </a:t>
                      </a: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手动准备模块；直接 CMake / Ninja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使用原生构建路线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第三种情况不能直接套用 IDE 的 Build 主线：插件构建与选板仍会调用 </a:t>
            </a:r>
            <a:r>
              <a:rPr>
                <a:solidFill>
                  <a:srgbClr val="A02B93"/>
                </a:solidFill>
              </a:rPr>
              <a:t>west</a:t>
            </a:r>
            <a:r>
              <a:t>。</a:t>
            </a:r>
          </a:p>
        </p:txBody>
      </p:sp>
      <p:sp>
        <p:nvSpPr>
          <p:cNvPr id="6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1.2</a:t>
            </a:r>
          </a:p>
        </p:txBody>
      </p:sp>
      <p:sp xmlns:a="http://schemas.openxmlformats.org/drawingml/2006/main"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9CB63B7-179C-42F9-8052-C2E10AF20A7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路线 A：检查已有 </a:t>
            </a:r>
            <a:r>
              <a:rPr>
                <a:solidFill>
                  <a:srgbClr val="A02B93"/>
                </a:solidFill>
              </a:rPr>
              <a:t>west</a:t>
            </a:r>
            <a:r>
              <a:t> 工作区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1.2 · ① 工程与依赖</a:t>
            </a:r>
          </a:p>
        </p:txBody>
      </p:sp>
      <p:sp>
        <p:nvSpPr>
          <p:cNvPr id="4" name="Continuous cod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269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46173"/>
                </a:solidFill>
              </a:rPr>
              <a:t># Windows UCRT64；已有 Python venv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source</a:t>
            </a:r>
            <a:r>
              <a:t> </a:t>
            </a:r>
            <a:r>
              <a:rPr>
                <a:solidFill>
                  <a:srgbClr val="0070C0"/>
                </a:solidFill>
              </a:rPr>
              <a:t>.venv/</a:t>
            </a:r>
            <a:r>
              <a:t>Scripts/activate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python</a:t>
            </a:r>
            <a:r>
              <a:t> -m </a:t>
            </a:r>
            <a:r>
              <a:rPr>
                <a:solidFill>
                  <a:srgbClr val="A02B93"/>
                </a:solidFill>
              </a:rPr>
              <a:t>west</a:t>
            </a:r>
            <a:r>
              <a:t> --version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t> topdir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t> manifest --path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t> config manifest.path</a:t>
            </a:r>
          </a:p>
        </p:txBody>
      </p:sp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0204"/>
            <a:ext cx="1097280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topdir 应指向 </a:t>
            </a:r>
            <a:r>
              <a:rPr>
                <a:solidFill>
                  <a:srgbClr val="0070C0"/>
                </a:solidFill>
              </a:rPr>
              <a:t>G:/zephyr_practice</a:t>
            </a:r>
            <a:r>
              <a:t>；manifest.path 应为 zephyr-main。</a:t>
            </a:r>
          </a:p>
        </p:txBody>
      </p:sp>
      <p:sp>
        <p:nvSpPr>
          <p:cNvPr id="6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4565"/>
            <a:ext cx="1097280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已有 .</a:t>
            </a:r>
            <a:r>
              <a:rPr>
                <a:solidFill>
                  <a:srgbClr val="A02B93"/>
                </a:solidFill>
              </a:rPr>
              <a:t>west</a:t>
            </a:r>
            <a:r>
              <a:t> 时继续复用；不要为了消除插件提示重复初始化。</a:t>
            </a:r>
          </a:p>
        </p:txBody>
      </p:sp>
      <p:sp>
        <p:nvSpPr>
          <p:cNvPr id="7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1.2</a:t>
            </a:r>
          </a:p>
        </p:txBody>
      </p:sp>
      <p:sp xmlns:a="http://schemas.openxmlformats.org/drawingml/2006/main"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47C2D45-F55B-4BAD-8F69-4898C11DB41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路线 B：只有源码时建立工作区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1.2 · ① 工程与依赖</a:t>
            </a:r>
          </a:p>
        </p:txBody>
      </p:sp>
      <p:sp>
        <p:nvSpPr>
          <p:cNvPr id="4" name="Continuous cod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269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46173"/>
                </a:solidFill>
              </a:rPr>
              <a:t># Windows UCRT64；仅用于此目录尚无 .west 的情况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46173"/>
                </a:solidFill>
              </a:rPr>
              <a:t># 前提：zephyr-main/west.yml 存在，west 已安装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t> </a:t>
            </a:r>
            <a:r>
              <a:rPr>
                <a:solidFill>
                  <a:srgbClr val="0070C0"/>
                </a:solidFill>
              </a:rPr>
              <a:t>/g/zephyr_practice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source</a:t>
            </a:r>
            <a:r>
              <a:t> </a:t>
            </a:r>
            <a:r>
              <a:rPr>
                <a:solidFill>
                  <a:srgbClr val="0070C0"/>
                </a:solidFill>
              </a:rPr>
              <a:t>zephyr-main/</a:t>
            </a:r>
            <a:r>
              <a:rPr>
                <a:solidFill>
                  <a:srgbClr val="0070C0"/>
                </a:solidFill>
              </a:rPr>
              <a:t>.venv/</a:t>
            </a:r>
            <a:r>
              <a:t>Scripts/activate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t> init -l zephyr-main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t> topdir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t> manifest --path</a:t>
            </a:r>
          </a:p>
        </p:txBody>
      </p:sp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0204"/>
            <a:ext cx="1097280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init -l 使用本地源码中的清单，产生父目录下的 </a:t>
            </a:r>
            <a:r>
              <a:rPr>
                <a:solidFill>
                  <a:srgbClr val="0070C0"/>
                </a:solidFill>
              </a:rPr>
              <a:t>.west/config</a:t>
            </a:r>
            <a:r>
              <a:t>。</a:t>
            </a:r>
          </a:p>
        </p:txBody>
      </p:sp>
      <p:sp>
        <p:nvSpPr>
          <p:cNvPr id="6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4565"/>
            <a:ext cx="1097280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它没有完成模块下载；下一步查看清单并获取所需依赖。</a:t>
            </a:r>
          </a:p>
        </p:txBody>
      </p:sp>
      <p:sp>
        <p:nvSpPr>
          <p:cNvPr id="7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1.2</a:t>
            </a:r>
          </a:p>
        </p:txBody>
      </p:sp>
      <p:sp xmlns:a="http://schemas.openxmlformats.org/drawingml/2006/main"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5B2D460-B7EF-4110-806B-687D151BC6B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完全不用 </a:t>
            </a:r>
            <a:r>
              <a:rPr>
                <a:solidFill>
                  <a:srgbClr val="A02B93"/>
                </a:solidFill>
              </a:rPr>
              <a:t>west</a:t>
            </a:r>
            <a:r>
              <a:t> 时的原生路线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1.2 · ① 工程与依赖</a:t>
            </a:r>
          </a:p>
        </p:txBody>
      </p:sp>
      <p:sp>
        <p:nvSpPr>
          <p:cNvPr id="4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Zephyr 支持直接使用 CMake / Ninja，但你要自己准备匹配版本的源码模块。</a:t>
            </a:r>
          </a:p>
        </p:txBody>
      </p:sp>
      <p:sp>
        <p:nvSpPr>
          <p:cNvPr id="5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0788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CMake 配置时显式给出 Zephyr 路径、</a:t>
            </a:r>
            <a:r>
              <a:rPr>
                <a:solidFill>
                  <a:srgbClr val="B84E00"/>
                </a:solidFill>
              </a:rPr>
              <a:t>BOARD</a:t>
            </a:r>
            <a:r>
              <a:t>、完整 </a:t>
            </a:r>
            <a:r>
              <a:rPr>
                <a:solidFill>
                  <a:srgbClr val="B84E00"/>
                </a:solidFill>
              </a:rPr>
              <a:t>ZEPHYR_MODULES</a:t>
            </a:r>
            <a:r>
              <a:t> 列表；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再用 </a:t>
            </a:r>
            <a:r>
              <a:rPr>
                <a:solidFill>
                  <a:srgbClr val="A02B93"/>
                </a:solidFill>
              </a:rPr>
              <a:t>cmake</a:t>
            </a:r>
            <a:r>
              <a:t> --build 编译。</a:t>
            </a:r>
          </a:p>
        </p:txBody>
      </p:sp>
      <p:sp>
        <p:nvSpPr>
          <p:cNvPr id="6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5688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这条路线不会拥有 </a:t>
            </a:r>
            <a:r>
              <a:rPr>
                <a:solidFill>
                  <a:srgbClr val="A02B93"/>
                </a:solidFill>
              </a:rPr>
              <a:t>west</a:t>
            </a:r>
            <a:r>
              <a:t> list / update 的清单管理，也不能假定 IDE 的选板和 Build 可用。</a:t>
            </a:r>
          </a:p>
        </p:txBody>
      </p:sp>
      <p:sp>
        <p:nvSpPr>
          <p:cNvPr id="7" name="Body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0588"/>
            <a:ext cx="10972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完整可复制例子在配套 MD 1.2；选择后不要再混用前两条路线的下载步骤。</a:t>
            </a:r>
          </a:p>
        </p:txBody>
      </p:sp>
      <p:sp>
        <p:nvSpPr>
          <p:cNvPr id="8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1.2</a:t>
            </a:r>
          </a:p>
        </p:txBody>
      </p:sp>
      <p:sp xmlns:a="http://schemas.openxmlformats.org/drawingml/2006/main"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95280F7-201A-4782-9544-2971F5D471B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查询当前版本能由 </a:t>
            </a:r>
            <a:r>
              <a:rPr>
                <a:solidFill>
                  <a:srgbClr val="A02B93"/>
                </a:solidFill>
              </a:rPr>
              <a:t>west</a:t>
            </a:r>
            <a:r>
              <a:t> 下载哪些仓库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1.3 · ① 工程与依赖</a:t>
            </a:r>
          </a:p>
        </p:txBody>
      </p:sp>
      <p:sp>
        <p:nvSpPr>
          <p:cNvPr id="4" name="Continuous cod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1965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46173"/>
                </a:solidFill>
              </a:rPr>
              <a:t># Windows UCRT64；在已初始化的源码根，venv 已激活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t> list --all -f "{name}  {path}"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t> list --all cmsis_6 -f "{name} {revision} {url}"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t> list --all hal_xhsc</a:t>
            </a:r>
          </a:p>
        </p:txBody>
      </p:sp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7160"/>
            <a:ext cx="1097280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--all 包含被分组过滤的项目；查询结果以当前清单及 imports 为准。</a:t>
            </a:r>
          </a:p>
        </p:txBody>
      </p:sp>
      <p:sp>
        <p:nvSpPr>
          <p:cNvPr id="6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1521"/>
            <a:ext cx="1097280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hal_xhsc 若返回 unknown project，当前清单就不能按该名称下载它。</a:t>
            </a:r>
          </a:p>
        </p:txBody>
      </p:sp>
      <p:sp>
        <p:nvSpPr>
          <p:cNvPr id="7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1.3</a:t>
            </a:r>
          </a:p>
        </p:txBody>
      </p:sp>
      <p:sp xmlns:a="http://schemas.openxmlformats.org/drawingml/2006/main"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54C9856-36A6-4132-84DC-1ABE76A0EA2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可下载仓库、可用模块、受支持板子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1.3 · ① 工程与依赖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010025"/>
                <a:gridCol w="4010025"/>
              </a:tblGrid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要回答的问题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查看位置 / 命令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不能据此推断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可下载哪些仓库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list --all；</a:t>
                      </a: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manifest --resolve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仓库全部参与当前构建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哪些目录可作为模块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zephyr/module.yml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，或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zephyr/CMakeLists.txt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+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zephyr/Kconfig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只有文件夹名就一定有效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源码支持哪些板目标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boards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；当前源码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boards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 与板文档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下载了 HAL 就增加了板支持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</a:rPr>
              <a:t>west.yml</a:t>
            </a:r>
            <a:r>
              <a:t> 管版本和下载；Zephyr 模块接入与板 / SoC 支持要分别核对。</a:t>
            </a:r>
          </a:p>
        </p:txBody>
      </p:sp>
      <p:sp>
        <p:nvSpPr>
          <p:cNvPr id="6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1.3</a:t>
            </a:r>
          </a:p>
        </p:txBody>
      </p:sp>
      <p:sp xmlns:a="http://schemas.openxmlformats.org/drawingml/2006/main"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60EA29F-DEEF-412F-BE65-70D72052E68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CMSIS 6：下载后交给模块发现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1.3 · ① 工程与依赖</a:t>
            </a:r>
          </a:p>
        </p:txBody>
      </p:sp>
      <p:sp>
        <p:nvSpPr>
          <p:cNvPr id="4" name="Continuous cod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1599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46173"/>
                </a:solidFill>
              </a:rPr>
              <a:t># Windows UCRT64；源码根，venv 已激活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t> update cmsis_6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t> list cmsis_6 -f "{path} {revision}"</a:t>
            </a:r>
          </a:p>
        </p:txBody>
      </p:sp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0638"/>
            <a:ext cx="1097280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本章源码的 CMSIS 清单项目名是 cmsis_6，路径为 </a:t>
            </a:r>
            <a:r>
              <a:rPr>
                <a:solidFill>
                  <a:srgbClr val="0070C0"/>
                </a:solidFill>
              </a:rPr>
              <a:t>modules/hal/cmsis_6</a:t>
            </a:r>
            <a:r>
              <a:t>。</a:t>
            </a:r>
          </a:p>
        </p:txBody>
      </p:sp>
      <p:sp>
        <p:nvSpPr>
          <p:cNvPr id="6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4999"/>
            <a:ext cx="1097280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有 </a:t>
            </a:r>
            <a:r>
              <a:rPr>
                <a:solidFill>
                  <a:srgbClr val="A02B93"/>
                </a:solidFill>
              </a:rPr>
              <a:t>west</a:t>
            </a:r>
            <a:r>
              <a:t> 时，Zephyr 从活动清单项目发现模块，再读取模块接入规则。</a:t>
            </a:r>
          </a:p>
        </p:txBody>
      </p:sp>
      <p:sp>
        <p:nvSpPr>
          <p:cNvPr id="7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9360"/>
            <a:ext cx="1097280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本例 CMSIS 主要提供 Core 头；没有外部 .c 不等于未使用。</a:t>
            </a:r>
          </a:p>
        </p:txBody>
      </p:sp>
      <p:sp>
        <p:nvSpPr>
          <p:cNvPr id="8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1.3</a:t>
            </a:r>
          </a:p>
        </p:txBody>
      </p:sp>
      <p:sp xmlns:a="http://schemas.openxmlformats.org/drawingml/2006/main"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7D30E9-404D-4B52-8E97-76FBAFEEEA8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厂商 HAL：清单外的源码怎样进入工程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1.3 · ① 工程与依赖</a:t>
            </a:r>
          </a:p>
        </p:txBody>
      </p:sp>
      <p:sp>
        <p:nvSpPr>
          <p:cNvPr id="4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本机已有 </a:t>
            </a:r>
            <a:r>
              <a:rPr>
                <a:solidFill>
                  <a:srgbClr val="0070C0"/>
                </a:solidFill>
              </a:rPr>
              <a:t>G:/zephyr_practice/hal_xhsc-zephyr</a:t>
            </a:r>
            <a:r>
              <a:t>；模块名为 hal_xhsc。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文件夹名与 </a:t>
            </a:r>
            <a:r>
              <a:rPr>
                <a:solidFill>
                  <a:srgbClr val="0070C0"/>
                </a:solidFill>
              </a:rPr>
              <a:t>module.yml</a:t>
            </a:r>
            <a:r>
              <a:t> 里的 name 可以不同。</a:t>
            </a:r>
          </a:p>
        </p:txBody>
      </p:sp>
      <p:sp>
        <p:nvSpPr>
          <p:cNvPr id="5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已有 HAL 无 .</a:t>
            </a:r>
            <a:r>
              <a:rPr>
                <a:solidFill>
                  <a:srgbClr val="A02B93"/>
                </a:solidFill>
              </a:rPr>
              <a:t>git</a:t>
            </a:r>
            <a:r>
              <a:rPr>
                <a:solidFill>
                  <a:srgbClr val="29263B"/>
                </a:solidFill>
              </a:rPr>
              <a:t>，文件存在不等于固定 SHA 已验证。缺源码时，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按 P006 的来源下载到 </a:t>
            </a:r>
            <a:r>
              <a:rPr>
                <a:solidFill>
                  <a:srgbClr val="0070C0"/>
                </a:solidFill>
              </a:rPr>
              <a:t>G:/zephyr_practice</a:t>
            </a:r>
            <a:r>
              <a:t>，不放进 SDK。</a:t>
            </a:r>
          </a:p>
        </p:txBody>
      </p:sp>
      <p:sp>
        <p:nvSpPr>
          <p:cNvPr id="6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在需要 HC32 的应用 Build 中追加 </a:t>
            </a:r>
            <a:r>
              <a:rPr>
                <a:solidFill>
                  <a:srgbClr val="B84E00"/>
                </a:solidFill>
              </a:rPr>
              <a:t>EXTRA_ZEPHYR_MODULES</a:t>
            </a:r>
            <a:r>
              <a:t>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具体 UI 和参数位置在本章 1.9。</a:t>
            </a:r>
          </a:p>
        </p:txBody>
      </p:sp>
      <p:sp>
        <p:nvSpPr>
          <p:cNvPr id="7" name="Body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72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hello_world + mps2/an386 不需要 HC32 HAL；HC32 还需要板与 SoC 接入。</a:t>
            </a:r>
          </a:p>
        </p:txBody>
      </p:sp>
      <p:sp>
        <p:nvSpPr>
          <p:cNvPr id="8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1.3</a:t>
            </a:r>
          </a:p>
        </p:txBody>
      </p:sp>
      <p:sp xmlns:a="http://schemas.openxmlformats.org/drawingml/2006/main"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F9F46D9-37E0-447C-9D6A-94FAA06CB1D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SDK：插件搜索路径与构建选用路径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1.4 · ① 工程与依赖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010025"/>
                <a:gridCol w="4010025"/>
              </a:tblGrid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配置项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本章的值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谁读取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Toolchain Directory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G:/zephyr_practice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IDE：查找下面的 SDK 安装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 安装根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G:/zephyr_practice/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zephyr-sdk-1.0.1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Zephyr：查找编译器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ZEPHYR_SDK_INSTALL_DIR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需要固定版本时才填 SDK 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CMake：选择一次构建的 SDK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已正确注册的 SDK 先用自动发现；需要换版本时再显式指定。</a:t>
            </a:r>
          </a:p>
        </p:txBody>
      </p:sp>
      <p:sp>
        <p:nvSpPr>
          <p:cNvPr id="6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1.4</a:t>
            </a:r>
          </a:p>
        </p:txBody>
      </p:sp>
      <p:sp xmlns:a="http://schemas.openxmlformats.org/drawingml/2006/main"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E16C8D9-A5DD-401D-A4A9-DE37FB3410F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打开工程并确认扩展身份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1.5 · ② 工作区与设置</a:t>
            </a:r>
          </a:p>
        </p:txBody>
      </p:sp>
      <p:sp>
        <p:nvSpPr>
          <p:cNvPr id="4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VS Code：文件 → 打开文件夹，选择 </a:t>
            </a:r>
            <a:r>
              <a:rPr>
                <a:solidFill>
                  <a:srgbClr val="0070C0"/>
                </a:solidFill>
              </a:rPr>
              <a:t>G:/zephyr_practice/zephyr-main</a:t>
            </a:r>
            <a:r>
              <a:t>。</a:t>
            </a:r>
          </a:p>
        </p:txBody>
      </p:sp>
      <p:sp>
        <p:nvSpPr>
          <p:cNvPr id="5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0788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按 Ctrl+Shift+X，在扩展搜索框输入 @id:mylonics.zephyr-ide。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确认 IDE for Zephyr，发布者 mylonics；本章依据 4.1.1。</a:t>
            </a:r>
          </a:p>
        </p:txBody>
      </p:sp>
      <p:sp>
        <p:nvSpPr>
          <p:cNvPr id="6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5688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若未安装，点击安装；安装后左侧活动栏出现 Zephyr IDE。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不要把另一个厂商扩展的设置页面当成本章入口。</a:t>
            </a:r>
          </a:p>
        </p:txBody>
      </p:sp>
      <p:sp>
        <p:nvSpPr>
          <p:cNvPr id="7" name="Body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0588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没有 Python、CMake、Ninja 等基础工具时，先完成环境章节；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插件 Host Tools 页面是另一条安装入口，不代表工具已经存在。</a:t>
            </a:r>
          </a:p>
        </p:txBody>
      </p:sp>
      <p:sp>
        <p:nvSpPr>
          <p:cNvPr id="8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1.5</a:t>
            </a:r>
          </a:p>
        </p:txBody>
      </p:sp>
      <p:sp xmlns:a="http://schemas.openxmlformats.org/drawingml/2006/main"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AA8AECF-8948-4A4B-B1F1-5C0365B080A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四个入口分别配置什么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1.5 · ② 工作区与设置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010025"/>
                <a:gridCol w="4010025"/>
              </a:tblGrid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怎样打开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管理的对象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VS Code 设置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Ctrl+,；@ext:mylonics.zephyr-ide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扩展偏好、本机路径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插件 Settings 页面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Ctrl+Shift+P → Zephyr IDE: Open Settings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常用设置的插件页面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IDE 侧栏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左侧 Zephyr IDE 图标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工作区、SDK、Projects 与活动 Build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Project Details / Build 向导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选择项目和 Build 后展开详情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板、CMake 参数、Kconfig、overlay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BOARD</a:t>
            </a:r>
            <a:r>
              <a:t>、HAL 模块参数不是 Ctrl+, 里等待你勾选的插件开关。</a:t>
            </a:r>
          </a:p>
        </p:txBody>
      </p:sp>
      <p:sp>
        <p:nvSpPr>
          <p:cNvPr id="6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1.5</a:t>
            </a:r>
          </a:p>
        </p:txBody>
      </p:sp>
      <p:sp xmlns:a="http://schemas.openxmlformats.org/drawingml/2006/main"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FC9B4DF-11AF-4FFC-9F88-F338D114944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打开插件自己的 Settings 页面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1.6 · ② 工作区与设置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1"/>
          <ns0:srcRect xmlns:ns0="http://schemas.openxmlformats.org/drawingml/2006/main" l="29391" t="878" r="29115" b="74533"/>
          <a:stretch xmlns:a="http://schemas.openxmlformats.org/drawingml/2006/main"/>
        </p:blipFill>
        <p:spPr>
          <a:xfrm xmlns:a="http://schemas.openxmlformats.org/drawingml/2006/main">
            <a:off x="609600" y="2270125"/>
            <a:ext cx="7381875" cy="2755900"/>
          </a:xfrm>
          <a:prstGeom xmlns:a="http://schemas.openxmlformats.org/drawingml/2006/main" prst="rect">
            <a:avLst/>
          </a:prstGeom>
        </p:spPr>
      </p:pic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47850"/>
            <a:ext cx="318135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① Ctrl+Shift+P</a:t>
            </a:r>
          </a:p>
        </p:txBody>
      </p:sp>
      <p:sp>
        <p:nvSpPr>
          <p:cNvPr id="6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28411"/>
            <a:ext cx="3181350" cy="789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② 输入 Zephyr IDE: Open Settings</a:t>
            </a:r>
          </a:p>
        </p:txBody>
      </p:sp>
      <p:sp>
        <p:nvSpPr>
          <p:cNvPr id="7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56159"/>
            <a:ext cx="3181350" cy="789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③ 回车后看 Directory Settings</a:t>
            </a:r>
          </a:p>
        </p:txBody>
      </p:sp>
      <p:sp>
        <p:nvSpPr>
          <p:cNvPr id="8" name="Image captio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425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46173"/>
                </a:solidFill>
              </a:rPr>
              <a:t>2026-10-10 当前安装的 4.1.1：命令面板真实入口</a:t>
            </a:r>
          </a:p>
        </p:txBody>
      </p:sp>
      <p:sp>
        <p:nvSpPr>
          <p:cNvPr id="9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1.6</a:t>
            </a:r>
          </a:p>
        </p:txBody>
      </p:sp>
      <p:sp xmlns:a="http://schemas.openxmlformats.org/drawingml/2006/main">
        <p:nvSpPr>
          <p:cNvPr id="10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3B48D04-BFAE-4732-8853-0DB464BBB5C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在界面中设置 venv 与 SDK 搜索目录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1.6 · ② 工作区与设置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1"/>
          <ns0:srcRect xmlns:ns0="http://schemas.openxmlformats.org/drawingml/2006/main" l="31120" t="33041" r="3734" b="29528"/>
          <a:stretch xmlns:a="http://schemas.openxmlformats.org/drawingml/2006/main"/>
        </p:blipFill>
        <p:spPr>
          <a:xfrm xmlns:a="http://schemas.openxmlformats.org/drawingml/2006/main">
            <a:off x="609600" y="2311971"/>
            <a:ext cx="7381875" cy="2672207"/>
          </a:xfrm>
          <a:prstGeom xmlns:a="http://schemas.openxmlformats.org/drawingml/2006/main" prst="rect">
            <a:avLst/>
          </a:prstGeom>
        </p:spPr>
      </p:pic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47850"/>
            <a:ext cx="3181350" cy="789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Toolchain Directory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填 </a:t>
            </a:r>
            <a:r>
              <a:rPr>
                <a:solidFill>
                  <a:srgbClr val="0070C0"/>
                </a:solidFill>
              </a:rPr>
              <a:t>G:/zephyr_practice</a:t>
            </a:r>
          </a:p>
        </p:txBody>
      </p:sp>
      <p:sp>
        <p:nvSpPr>
          <p:cNvPr id="6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5598"/>
            <a:ext cx="3181350" cy="1136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Virtual Environment Folder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填源码根下 .venv</a:t>
            </a:r>
          </a:p>
        </p:txBody>
      </p:sp>
      <p:sp>
        <p:nvSpPr>
          <p:cNvPr id="7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50531"/>
            <a:ext cx="3181350" cy="789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每项选 Workspace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界面自动保存</a:t>
            </a:r>
          </a:p>
        </p:txBody>
      </p:sp>
      <p:sp>
        <p:nvSpPr>
          <p:cNvPr id="8" name="Image captio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425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46173"/>
                </a:solidFill>
              </a:rPr>
              <a:t>当前本机页面；右侧每一项都有自己的作用范围</a:t>
            </a:r>
          </a:p>
        </p:txBody>
      </p:sp>
      <p:sp>
        <p:nvSpPr>
          <p:cNvPr id="9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1.6</a:t>
            </a:r>
          </a:p>
        </p:txBody>
      </p:sp>
      <p:sp xmlns:a="http://schemas.openxmlformats.org/drawingml/2006/main">
        <p:nvSpPr>
          <p:cNvPr id="10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85F2697-F4DC-4852-8698-9A8085F3DD6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设置显示名称与 JSON 键对应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1.6 · ② 工作区与设置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010025"/>
                <a:gridCol w="4010025"/>
              </a:tblGrid>
              <a:tr h="80010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插件页面显示名称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 JSON 键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填写规则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80010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Toolchain Directory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zephyr-ide.toolchainDirectory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 安装根的父目录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Virtual Environment Folder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zephyr-ide.venvFolder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venv 根；不是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python.exe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80010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ZEPHYR_BASE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Override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zephyr-ide.zephyrBaseOverride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任务环境覆盖；不能替代工作区扫描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763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原生页可搜 @id:</a:t>
            </a:r>
            <a:r>
              <a:rPr>
                <a:solidFill>
                  <a:srgbClr val="B84E00"/>
                </a:solidFill>
              </a:rPr>
              <a:t>zephyr-ide.venvFolder</a:t>
            </a:r>
            <a:r>
              <a:t>；名称与键按表对应。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自有页 31 项，原生页 35 项；数组设置到原生页编辑。</a:t>
            </a:r>
          </a:p>
        </p:txBody>
      </p:sp>
      <p:sp>
        <p:nvSpPr>
          <p:cNvPr id="6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1.6</a:t>
            </a:r>
          </a:p>
        </p:txBody>
      </p:sp>
      <p:sp xmlns:a="http://schemas.openxmlformats.org/drawingml/2006/main"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29839A2-E0BA-403B-B0F8-5EB4765F1FA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Workspace 设置实际保存在哪里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1.6 · ② 工作区与设置</a:t>
            </a:r>
          </a:p>
        </p:txBody>
      </p:sp>
      <p:sp>
        <p:nvSpPr>
          <p:cNvPr id="4" name="Continuous cod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2332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// 文件：</a:t>
            </a:r>
            <a:r>
              <a:rPr>
                <a:solidFill>
                  <a:srgbClr val="0070C0"/>
                </a:solidFill>
              </a:rPr>
              <a:t>G:/zephyr_practice/zephyr-main/.vscode/settings.json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{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  "</a:t>
            </a:r>
            <a:r>
              <a:rPr>
                <a:solidFill>
                  <a:srgbClr val="B84E00"/>
                </a:solidFill>
              </a:rPr>
              <a:t>zephyr-ide.venvFolder</a:t>
            </a:r>
            <a:r>
              <a:t>":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    "</a:t>
            </a:r>
            <a:r>
              <a:rPr>
                <a:solidFill>
                  <a:srgbClr val="0070C0"/>
                </a:solidFill>
              </a:rPr>
              <a:t>G:/zephyr_practice/zephyr-main/.venv",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  "</a:t>
            </a:r>
            <a:r>
              <a:rPr>
                <a:solidFill>
                  <a:srgbClr val="B84E00"/>
                </a:solidFill>
              </a:rPr>
              <a:t>zephyr-ide.toolchainDirectory</a:t>
            </a:r>
            <a:r>
              <a:t>": "</a:t>
            </a:r>
            <a:r>
              <a:rPr>
                <a:solidFill>
                  <a:srgbClr val="0070C0"/>
                </a:solidFill>
              </a:rPr>
              <a:t>G:/zephyr_practice"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3682"/>
            <a:ext cx="1097280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界面选择 Workspace 后写入这个文件；User 设置影响用户的所有工程。</a:t>
            </a:r>
          </a:p>
        </p:txBody>
      </p:sp>
      <p:sp>
        <p:nvSpPr>
          <p:cNvPr id="6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8043"/>
            <a:ext cx="1097280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只合并需要的键，保留其他设置。工作区同名键会覆盖用户层的值。</a:t>
            </a:r>
          </a:p>
        </p:txBody>
      </p:sp>
      <p:sp>
        <p:nvSpPr>
          <p:cNvPr id="7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1.6</a:t>
            </a:r>
          </a:p>
        </p:txBody>
      </p:sp>
      <p:sp xmlns:a="http://schemas.openxmlformats.org/drawingml/2006/main"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38C9DAE-E4EE-4CAC-A5F7-17CADA529AA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路线 A / B 汇合：登记已有环境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1.7 · ② 工作区与设置</a:t>
            </a:r>
          </a:p>
        </p:txBody>
      </p:sp>
      <p:sp>
        <p:nvSpPr>
          <p:cNvPr id="4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前提：已有 .</a:t>
            </a:r>
            <a:r>
              <a:rPr>
                <a:solidFill>
                  <a:srgbClr val="A02B93"/>
                </a:solidFill>
              </a:rPr>
              <a:t>west</a:t>
            </a:r>
            <a:r>
              <a:t>，Python / </a:t>
            </a:r>
            <a:r>
              <a:rPr>
                <a:solidFill>
                  <a:srgbClr val="A02B93"/>
                </a:solidFill>
              </a:rPr>
              <a:t>west</a:t>
            </a:r>
            <a:r>
              <a:t> / 模块已准备好。</a:t>
            </a:r>
          </a:p>
        </p:txBody>
      </p:sp>
      <p:sp>
        <p:nvSpPr>
          <p:cNvPr id="5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0788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Ctrl+Shift+P → Zephyr IDE: Setup Workspace from External Directory。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目录框选 </a:t>
            </a:r>
            <a:r>
              <a:rPr>
                <a:solidFill>
                  <a:srgbClr val="0070C0"/>
                </a:solidFill>
              </a:rPr>
              <a:t>G:/zephyr_practice</a:t>
            </a:r>
            <a:r>
              <a:t>，即包含 .</a:t>
            </a:r>
            <a:r>
              <a:rPr>
                <a:solidFill>
                  <a:srgbClr val="A02B93"/>
                </a:solidFill>
              </a:rPr>
              <a:t>west</a:t>
            </a:r>
            <a:r>
              <a:t> 的父目录。</a:t>
            </a:r>
          </a:p>
        </p:txBody>
      </p:sp>
      <p:sp>
        <p:nvSpPr>
          <p:cNvPr id="6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5688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随后在选项列表选择 Mark workspace as already set up。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这一支跳过安装与更新，只告诉插件复用已准备的目录。</a:t>
            </a:r>
          </a:p>
        </p:txBody>
      </p:sp>
      <p:sp>
        <p:nvSpPr>
          <p:cNvPr id="7" name="Body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0588"/>
            <a:ext cx="10972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下一页继续执行扫描；仅标记完成不证明源码、模块和编译器都能使用。</a:t>
            </a:r>
          </a:p>
        </p:txBody>
      </p:sp>
      <p:sp>
        <p:nvSpPr>
          <p:cNvPr id="8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1.7</a:t>
            </a:r>
          </a:p>
        </p:txBody>
      </p:sp>
      <p:sp xmlns:a="http://schemas.openxmlformats.org/drawingml/2006/main"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3F3178E-1285-47EA-9343-20DE01654AB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扫描并核对 Zephyr 源码位置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1.7 · ② 工作区与设置</a:t>
            </a:r>
          </a:p>
        </p:txBody>
      </p:sp>
      <p:sp>
        <p:nvSpPr>
          <p:cNvPr id="4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Ctrl+Shift+P 输入并执行：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Zephyr IDE: Configure Existing Environment (Scan Zephyr Dir/Version)。</a:t>
            </a:r>
          </a:p>
        </p:txBody>
      </p:sp>
      <p:sp>
        <p:nvSpPr>
          <p:cNvPr id="5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972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它检查已有 venv、查找 Zephyr 目录与版本；不执行 </a:t>
            </a:r>
            <a:r>
              <a:rPr>
                <a:solidFill>
                  <a:srgbClr val="A02B93"/>
                </a:solidFill>
              </a:rPr>
              <a:t>west</a:t>
            </a:r>
            <a:r>
              <a:t> init / update。</a:t>
            </a:r>
          </a:p>
        </p:txBody>
      </p:sp>
      <p:sp>
        <p:nvSpPr>
          <p:cNvPr id="6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5688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执行 Zephyr IDE: Open Workspace Config，核对 West Workspace Path、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West.yml Location、Python .venv Location 和 Zephyr Version。</a:t>
            </a:r>
          </a:p>
        </p:txBody>
      </p:sp>
      <p:sp>
        <p:nvSpPr>
          <p:cNvPr id="7" name="Body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0588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版本或板列表错误时回查 </a:t>
            </a:r>
            <a:r>
              <a:rPr>
                <a:solidFill>
                  <a:srgbClr val="0070C0"/>
                </a:solidFill>
              </a:rPr>
              <a:t>.west/config</a:t>
            </a:r>
            <a:r>
              <a:t> 和扫描结果，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只填写 </a:t>
            </a:r>
            <a:r>
              <a:rPr>
                <a:solidFill>
                  <a:srgbClr val="B84E00"/>
                </a:solidFill>
              </a:rPr>
              <a:t>ZEPHYR_BASE</a:t>
            </a:r>
            <a:r>
              <a:t> Override 不能改变插件扫描的源码树。</a:t>
            </a:r>
          </a:p>
        </p:txBody>
      </p:sp>
      <p:sp>
        <p:nvSpPr>
          <p:cNvPr id="8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1.7</a:t>
            </a:r>
          </a:p>
        </p:txBody>
      </p:sp>
      <p:sp xmlns:a="http://schemas.openxmlformats.org/drawingml/2006/main"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F3F2BAD-5403-42BB-BEFF-8672CD750A0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插件初始化向导各选项会做什么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1.7 · ② 工作区与设置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010025"/>
                <a:gridCol w="4010025"/>
              </a:tblGrid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外部目录选项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适用状态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会发生什么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Mark workspace as already set up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环境已完整准备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跳过安装；随后主动扫描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Use .</a:t>
                      </a: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folder (Recommended)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.</a:t>
                      </a: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，愿意由插件维护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安装 </a:t>
                      </a: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→ update → requirements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Use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west.yml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file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发现清单但未初始化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init -l → update → requirements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Create new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west.yml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从插件模板新建清单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生成清单 → 初始化与下载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这些是 Setup 向导动作，不是 Settings 页选项。选择安装分支会产生网络与磁盘操作。</a:t>
            </a:r>
          </a:p>
        </p:txBody>
      </p:sp>
      <p:sp>
        <p:nvSpPr>
          <p:cNvPr id="6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1.7</a:t>
            </a:r>
          </a:p>
        </p:txBody>
      </p:sp>
      <p:sp xmlns:a="http://schemas.openxmlformats.org/drawingml/2006/main"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95D3B97-4A44-4DAA-BF15-A7231759387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全新环境与已有源码不要混用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1.7 · ② 工作区与设置</a:t>
            </a:r>
          </a:p>
        </p:txBody>
      </p:sp>
      <p:sp>
        <p:nvSpPr>
          <p:cNvPr id="4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完全没有源码时，运行 Zephyr IDE: Create New West Workspace。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 Use Current Folder 或 Select Other Folder，再按向导选择清单来源。</a:t>
            </a:r>
          </a:p>
        </p:txBody>
      </p:sp>
      <p:sp>
        <p:nvSpPr>
          <p:cNvPr id="5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已有 </a:t>
            </a:r>
            <a:r>
              <a:rPr>
                <a:solidFill>
                  <a:srgbClr val="0070C0"/>
                </a:solidFill>
              </a:rPr>
              <a:t>west.yml</a:t>
            </a:r>
            <a:r>
              <a:t> 时可用外部目录向导的 Use </a:t>
            </a:r>
            <a:r>
              <a:rPr>
                <a:solidFill>
                  <a:srgbClr val="0070C0"/>
                </a:solidFill>
              </a:rPr>
              <a:t>west.yml</a:t>
            </a:r>
            <a:r>
              <a:t> file；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已有完整环境则按前述“标记已准备 → 扫描”复用。</a:t>
            </a:r>
          </a:p>
        </p:txBody>
      </p:sp>
      <p:sp>
        <p:nvSpPr>
          <p:cNvPr id="6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SDK 独立准备：安装命令 Zephyr IDE: Install SDK；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管理页面命令 Zephyr IDE: SDK Management。</a:t>
            </a:r>
          </a:p>
        </p:txBody>
      </p:sp>
      <p:sp>
        <p:nvSpPr>
          <p:cNvPr id="7" name="Body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72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下载、初始化、安装都要看实际输出；完成后再添加 Project 与 Build。</a:t>
            </a:r>
          </a:p>
        </p:txBody>
      </p:sp>
      <p:sp>
        <p:nvSpPr>
          <p:cNvPr id="8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1.7</a:t>
            </a:r>
          </a:p>
        </p:txBody>
      </p:sp>
      <p:sp xmlns:a="http://schemas.openxmlformats.org/drawingml/2006/main"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A350637-10F9-4177-94EB-A78C7087EFF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应用原本怎样加载 Zephyr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1.8 · ③ 应用与 Build</a:t>
            </a:r>
          </a:p>
        </p:txBody>
      </p:sp>
      <p:sp>
        <p:nvSpPr>
          <p:cNvPr id="4" name="Continuous cod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1965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46173"/>
                </a:solidFill>
              </a:rPr>
              <a:t># 已有文件：samples/hello_world/CMakeLists.txt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cmake_minimum_required</a:t>
            </a:r>
            <a:r>
              <a:t>(VERSION 3.28.0)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find_package</a:t>
            </a:r>
            <a:r>
              <a:t>(Zephyr REQUIRED HINTS $ENV{</a:t>
            </a:r>
            <a:r>
              <a:rPr>
                <a:solidFill>
                  <a:srgbClr val="B84E00"/>
                </a:solidFill>
              </a:rPr>
              <a:t>ZEPHYR_BASE</a:t>
            </a:r>
            <a:r>
              <a:t>})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project</a:t>
            </a:r>
            <a:r>
              <a:t>(hello_world)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target_sources</a:t>
            </a:r>
            <a:r>
              <a:t>(app PRIVATE src/main.c)</a:t>
            </a:r>
          </a:p>
        </p:txBody>
      </p:sp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7160"/>
            <a:ext cx="1097280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Project 要选择包含这个文件的应用目录。</a:t>
            </a:r>
          </a:p>
        </p:txBody>
      </p:sp>
      <p:sp>
        <p:nvSpPr>
          <p:cNvPr id="6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1521"/>
            <a:ext cx="1097280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find_package 加载 Zephyr 构建逻辑；target_sources 把应用代码加入 app。</a:t>
            </a:r>
          </a:p>
        </p:txBody>
      </p:sp>
      <p:sp>
        <p:nvSpPr>
          <p:cNvPr id="7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1.8</a:t>
            </a:r>
          </a:p>
        </p:txBody>
      </p:sp>
      <p:sp xmlns:a="http://schemas.openxmlformats.org/drawingml/2006/main"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9A24A00-B6D4-4C8D-B043-54ED0AB9B71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Add Project：选择要编译的应用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1.8 · ③ 应用与 Build</a:t>
            </a:r>
          </a:p>
        </p:txBody>
      </p:sp>
      <p:sp>
        <p:nvSpPr>
          <p:cNvPr id="4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Ctrl+Shift+P → Zephyr IDE: Add Project。</a:t>
            </a:r>
          </a:p>
        </p:txBody>
      </p:sp>
      <p:sp>
        <p:nvSpPr>
          <p:cNvPr id="5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0788"/>
            <a:ext cx="10972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目录框选择 </a:t>
            </a:r>
            <a:r>
              <a:rPr>
                <a:solidFill>
                  <a:srgbClr val="0070C0"/>
                </a:solidFill>
              </a:rPr>
              <a:t>G:/zephyr_practice/zephyr-main/samples/hello_world</a:t>
            </a:r>
            <a:r>
              <a:t>。</a:t>
            </a:r>
          </a:p>
        </p:txBody>
      </p:sp>
      <p:sp>
        <p:nvSpPr>
          <p:cNvPr id="6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972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Projects 树出现 hello_world；插件保存应用路径，没有复制应用源码。</a:t>
            </a:r>
          </a:p>
        </p:txBody>
      </p:sp>
      <p:sp>
        <p:nvSpPr>
          <p:cNvPr id="7" name="Body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9063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Project 选择应用；其 </a:t>
            </a:r>
            <a:r>
              <a:rPr>
                <a:solidFill>
                  <a:srgbClr val="0070C0"/>
                </a:solidFill>
              </a:rPr>
              <a:t>prj.conf</a:t>
            </a:r>
            <a:r>
              <a:rPr>
                <a:solidFill>
                  <a:srgbClr val="29263B"/>
                </a:solidFill>
              </a:rPr>
              <a:t> 与板默认配置仍由 Zephyr 处理。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再用 Add Build Configuration 选择板和输出组合。</a:t>
            </a:r>
          </a:p>
        </p:txBody>
      </p:sp>
      <p:sp>
        <p:nvSpPr>
          <p:cNvPr id="8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1.8</a:t>
            </a:r>
          </a:p>
        </p:txBody>
      </p:sp>
      <p:sp xmlns:a="http://schemas.openxmlformats.org/drawingml/2006/main"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18227C7-A360-43CB-9E92-A975E39702D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Add Build Configuration 的填写顺序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1.8 · ③ 应用与 Build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010025"/>
                <a:gridCol w="4010025"/>
              </a:tblGrid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向导显示的标题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本章选择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Pick Additional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 Directory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Directory Only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参考板由当前源码提供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Pick Board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mps2/an386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部分板还会出现 Pick Revision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Enter build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configuration name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ide-mps2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同一应用可有多个构建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Select Build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Optimization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 set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(configured in KConfig)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 Kconfig 优化选择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入口：Ctrl+Shift+P → Zephyr IDE: Add Build Configuration；先选择 hello_world。</a:t>
            </a:r>
          </a:p>
        </p:txBody>
      </p:sp>
      <p:sp>
        <p:nvSpPr>
          <p:cNvPr id="6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1.8</a:t>
            </a:r>
          </a:p>
        </p:txBody>
      </p:sp>
      <p:sp xmlns:a="http://schemas.openxmlformats.org/drawingml/2006/main"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EDF119E-9C3E-40E6-85AD-4D61EA160EB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板目标、板目录与输出目录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1.8 · ③ 应用与 Build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010025"/>
                <a:gridCol w="4010025"/>
              </a:tblGrid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本章值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mps2/an386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交给 </a:t>
                      </a: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CMake 的目标名称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relBoardSubDir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arm/mps2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 Zephyr 的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boards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 下路径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 的 </a:t>
                      </a: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relPath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build/learning-tools/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zephyr-vscode/hello_world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 VS Code 打开根的输出路径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mps2/an386 不意味着磁盘上有 </a:t>
            </a:r>
            <a:r>
              <a:rPr>
                <a:solidFill>
                  <a:srgbClr val="0070C0"/>
                </a:solidFill>
              </a:rPr>
              <a:t>boards</a:t>
            </a:r>
            <a:r>
              <a:t>/arm/mps2/an386。</a:t>
            </a:r>
          </a:p>
        </p:txBody>
      </p:sp>
      <p:sp>
        <p:nvSpPr>
          <p:cNvPr id="6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1.8</a:t>
            </a:r>
          </a:p>
        </p:txBody>
      </p:sp>
      <p:sp xmlns:a="http://schemas.openxmlformats.org/drawingml/2006/main"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DD9EEC7-2183-49FB-82B5-401FB0E54FF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向导的 West Args 与 CMake Args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1.8 · ③ 应用与 Build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010025"/>
                <a:gridCol w="4010025"/>
              </a:tblGrid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输入位置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本章输入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进入原生命令的位置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Additional Build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Arguments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build 参数，位于 -- 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Modify CMake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Arguments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编译数据库参数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（完整值见下方）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 定义，位于 -- 后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CMake 输入：-D</a:t>
            </a:r>
            <a:r>
              <a:rPr>
                <a:solidFill>
                  <a:srgbClr val="B84E00"/>
                </a:solidFill>
              </a:rPr>
              <a:t>CMAKE_EXPORT_COMPILE_COMMANDS</a:t>
            </a:r>
            <a:r>
              <a:t>=ON</a:t>
            </a:r>
          </a:p>
        </p:txBody>
      </p:sp>
      <p:sp>
        <p:nvSpPr>
          <p:cNvPr id="6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8728"/>
            <a:ext cx="1097280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--sysbuild 属于 West Args；模块的 -D 参数属于 CMake Args。</a:t>
            </a:r>
          </a:p>
        </p:txBody>
      </p:sp>
      <p:sp>
        <p:nvSpPr>
          <p:cNvPr id="7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2605"/>
            <a:ext cx="1097280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保存后详情树显示短名称 West Args 与 CMake Args；提示文字不等于已填值。</a:t>
            </a:r>
          </a:p>
        </p:txBody>
      </p:sp>
      <p:sp>
        <p:nvSpPr>
          <p:cNvPr id="8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1.8</a:t>
            </a:r>
          </a:p>
        </p:txBody>
      </p:sp>
      <p:sp xmlns:a="http://schemas.openxmlformats.org/drawingml/2006/main"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A6E010D-2119-448D-B34A-41ED2569D27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Build 配置保存后的文件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1.8 · ③ 应用与 Build</a:t>
            </a:r>
          </a:p>
        </p:txBody>
      </p:sp>
      <p:sp>
        <p:nvSpPr>
          <p:cNvPr id="4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在 VS Code 按 Ctrl+P，打开 </a:t>
            </a:r>
            <a:r>
              <a:rPr>
                <a:solidFill>
                  <a:srgbClr val="0070C0"/>
                </a:solidFill>
              </a:rPr>
              <a:t>.vscode/zephyr-ide.json</a:t>
            </a:r>
            <a:r>
              <a:t>。</a:t>
            </a:r>
          </a:p>
        </p:txBody>
      </p:sp>
      <p:sp>
        <p:nvSpPr>
          <p:cNvPr id="5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0788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projects → hello_world → buildConfigs → ide-mps2 是 JSON 对象层级。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这些不是你应该在资源管理器里寻找的文件夹。</a:t>
            </a:r>
          </a:p>
        </p:txBody>
      </p:sp>
      <p:sp>
        <p:nvSpPr>
          <p:cNvPr id="6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5688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Project 的 </a:t>
            </a:r>
            <a:r>
              <a:rPr>
                <a:solidFill>
                  <a:srgbClr val="B84E00"/>
                </a:solidFill>
              </a:rPr>
              <a:t>relPath</a:t>
            </a:r>
            <a:r>
              <a:t> 填 </a:t>
            </a:r>
            <a:r>
              <a:rPr>
                <a:solidFill>
                  <a:srgbClr val="0070C0"/>
                </a:solidFill>
              </a:rPr>
              <a:t>samples/hello_world</a:t>
            </a:r>
            <a:r>
              <a:t>；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Build 的 </a:t>
            </a:r>
            <a:r>
              <a:rPr>
                <a:solidFill>
                  <a:srgbClr val="B84E00"/>
                </a:solidFill>
              </a:rPr>
              <a:t>relPath</a:t>
            </a:r>
            <a:r>
              <a:t> 填 </a:t>
            </a:r>
            <a:r>
              <a:rPr>
                <a:solidFill>
                  <a:srgbClr val="0070C0"/>
                </a:solidFill>
              </a:rPr>
              <a:t>build/learning-tools/zephyr-vscode/hello_world</a:t>
            </a:r>
            <a:r>
              <a:t>。</a:t>
            </a:r>
          </a:p>
        </p:txBody>
      </p:sp>
      <p:sp>
        <p:nvSpPr>
          <p:cNvPr id="7" name="Body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0588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完整最小文件：commands/04-</a:t>
            </a:r>
            <a:r>
              <a:rPr>
                <a:solidFill>
                  <a:srgbClr val="0070C0"/>
                </a:solidFill>
              </a:rPr>
              <a:t>zephyr-ide.example.json</a:t>
            </a:r>
            <a:r>
              <a:t>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已有其他项目时只合并该对象，不覆盖整个文件。</a:t>
            </a:r>
          </a:p>
        </p:txBody>
      </p:sp>
      <p:sp>
        <p:nvSpPr>
          <p:cNvPr id="8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1.8</a:t>
            </a:r>
          </a:p>
        </p:txBody>
      </p:sp>
      <p:sp xmlns:a="http://schemas.openxmlformats.org/drawingml/2006/main"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A667CB6-D8E8-4D38-A42C-DFCE157A065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引入 HAL 的实际操作位置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1.9 · ③ 应用与 Build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1"/>
          <ns0:srcRect xmlns:ns0="http://schemas.openxmlformats.org/drawingml/2006/main" l="3320" t="56641" r="71438" b="21295"/>
          <a:stretch xmlns:a="http://schemas.openxmlformats.org/drawingml/2006/main"/>
        </p:blipFill>
        <p:spPr>
          <a:xfrm xmlns:a="http://schemas.openxmlformats.org/drawingml/2006/main">
            <a:off x="962286" y="1809750"/>
            <a:ext cx="6676504" cy="3676650"/>
          </a:xfrm>
          <a:prstGeom xmlns:a="http://schemas.openxmlformats.org/drawingml/2006/main" prst="rect">
            <a:avLst/>
          </a:prstGeom>
        </p:spPr>
      </p:pic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47850"/>
            <a:ext cx="318135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选择需要 HAL 的 Build</a:t>
            </a:r>
          </a:p>
        </p:txBody>
      </p:sp>
      <p:sp>
        <p:nvSpPr>
          <p:cNvPr id="6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28411"/>
            <a:ext cx="3181350" cy="789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Project Details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→ CMake Args</a:t>
            </a:r>
          </a:p>
        </p:txBody>
      </p:sp>
      <p:sp>
        <p:nvSpPr>
          <p:cNvPr id="7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56159"/>
            <a:ext cx="3181350" cy="789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第一框：保留 West 参数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按 Enter 进入第二框</a:t>
            </a:r>
          </a:p>
        </p:txBody>
      </p:sp>
      <p:sp>
        <p:nvSpPr>
          <p:cNvPr id="8" name="Body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83906"/>
            <a:ext cx="318135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第二框才填 CMake 参数</a:t>
            </a:r>
          </a:p>
        </p:txBody>
      </p:sp>
      <p:sp>
        <p:nvSpPr>
          <p:cNvPr id="9" name="Image captio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425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46173"/>
                </a:solidFill>
              </a:rPr>
              <a:t>本机旧 Build 仅示入口；本章新建项为 ide-mps2，参数按正文填写</a:t>
            </a:r>
          </a:p>
        </p:txBody>
      </p:sp>
      <p:sp>
        <p:nvSpPr>
          <p:cNvPr id="10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1.9</a:t>
            </a:r>
          </a:p>
        </p:txBody>
      </p:sp>
      <p:sp xmlns:a="http://schemas.openxmlformats.org/drawingml/2006/main">
        <p:nvSpPr>
          <p:cNvPr id="11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0BDBF7C-0D2B-4EF0-A023-F8BA86AD346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板适配已在源码树内：追加 HAL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1.9 · ③ 应用与 Build</a:t>
            </a:r>
          </a:p>
        </p:txBody>
      </p:sp>
      <p:sp>
        <p:nvSpPr>
          <p:cNvPr id="4" name="Continuous cod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499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-D</a:t>
            </a:r>
            <a:r>
              <a:rPr>
                <a:solidFill>
                  <a:srgbClr val="B84E00"/>
                </a:solidFill>
              </a:rPr>
              <a:t>EXTRA_ZEPHYR_MODULES</a:t>
            </a:r>
            <a:r>
              <a:t>=</a:t>
            </a:r>
            <a:r>
              <a:rPr>
                <a:solidFill>
                  <a:srgbClr val="0070C0"/>
                </a:solidFill>
              </a:rPr>
              <a:t>G:/zephyr_practice/hal_xhsc-zephyr</a:t>
            </a:r>
          </a:p>
        </p:txBody>
      </p:sp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1072"/>
            <a:ext cx="10972800" cy="789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点击 CMake Args 后有两步：先保留 West build arguments 并回车，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再在 CMake arguments 中追加上面的参数；不要填进第一框。</a:t>
            </a:r>
          </a:p>
        </p:txBody>
      </p:sp>
      <p:sp>
        <p:nvSpPr>
          <p:cNvPr id="6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620"/>
            <a:ext cx="10972800" cy="789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若原来已有 </a:t>
            </a:r>
            <a:r>
              <a:rPr>
                <a:solidFill>
                  <a:srgbClr val="B84E00"/>
                </a:solidFill>
              </a:rPr>
              <a:t>EXTRA_ZEPHYR_MODULES</a:t>
            </a:r>
            <a:r>
              <a:t>，把 HAL 路径并入同一个分号列表；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不要新增同名参数把旧模块路径覆盖掉。</a:t>
            </a:r>
          </a:p>
        </p:txBody>
      </p:sp>
      <p:sp>
        <p:nvSpPr>
          <p:cNvPr id="7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4167"/>
            <a:ext cx="1097280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保存后执行 Build Pristine；在构建目录的 </a:t>
            </a:r>
            <a:r>
              <a:rPr>
                <a:solidFill>
                  <a:srgbClr val="0070C0"/>
                </a:solidFill>
              </a:rPr>
              <a:t>zephyr_modules.txt</a:t>
            </a:r>
            <a:r>
              <a:t> 检查 hal_xhsc。</a:t>
            </a:r>
          </a:p>
        </p:txBody>
      </p:sp>
      <p:sp>
        <p:nvSpPr>
          <p:cNvPr id="8" name="Body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8528"/>
            <a:ext cx="1097280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这完成模块发现；HC32 板 / SoC / 驱动接入和可编译性还要继续验证。</a:t>
            </a:r>
          </a:p>
        </p:txBody>
      </p:sp>
      <p:sp>
        <p:nvSpPr>
          <p:cNvPr id="9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1.9</a:t>
            </a:r>
          </a:p>
        </p:txBody>
      </p:sp>
      <p:sp xmlns:a="http://schemas.openxmlformats.org/drawingml/2006/main">
        <p:nvSpPr>
          <p:cNvPr id="10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7A30ECE-174E-46F1-A01B-AB83896F4EE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CMake 参数在 JSON 里是什么样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1.9 · ③ 应用与 Build</a:t>
            </a:r>
          </a:p>
        </p:txBody>
      </p:sp>
      <p:sp>
        <p:nvSpPr>
          <p:cNvPr id="4" name="Continuous cod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1599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"</a:t>
            </a:r>
            <a:r>
              <a:rPr>
                <a:solidFill>
                  <a:srgbClr val="B84E00"/>
                </a:solidFill>
              </a:rPr>
              <a:t>westBuildCMakeArgs</a:t>
            </a:r>
            <a:r>
              <a:t>": [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  "-D</a:t>
            </a:r>
            <a:r>
              <a:rPr>
                <a:solidFill>
                  <a:srgbClr val="B84E00"/>
                </a:solidFill>
              </a:rPr>
              <a:t>CMAKE_EXPORT_COMPILE_COMMANDS</a:t>
            </a:r>
            <a:r>
              <a:t>=ON",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  "-D</a:t>
            </a:r>
            <a:r>
              <a:rPr>
                <a:solidFill>
                  <a:srgbClr val="B84E00"/>
                </a:solidFill>
              </a:rPr>
              <a:t>EXTRA_ZEPHYR_MODULES</a:t>
            </a:r>
            <a:r>
              <a:t>=</a:t>
            </a:r>
            <a:r>
              <a:rPr>
                <a:solidFill>
                  <a:srgbClr val="0070C0"/>
                </a:solidFill>
              </a:rPr>
              <a:t>G:/zephyr_practice/hal_xhsc-zephyr"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]</a:t>
            </a:r>
          </a:p>
        </p:txBody>
      </p:sp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0638"/>
            <a:ext cx="10972800" cy="789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前提：板 / SoC / 驱动已在源码树内。以下是某个 Build 的字段片段；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P012 的树外新 SoC 还需追加 hc32_port，见后续步骤。</a:t>
            </a:r>
          </a:p>
        </p:txBody>
      </p:sp>
      <p:sp>
        <p:nvSpPr>
          <p:cNvPr id="6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2185"/>
            <a:ext cx="10972800" cy="789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数组每项是一个参数；JSON 引号负责字符串边界。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不要再把 shell 的单引号写进参数字符串。</a:t>
            </a:r>
          </a:p>
        </p:txBody>
      </p:sp>
      <p:sp>
        <p:nvSpPr>
          <p:cNvPr id="7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1.9</a:t>
            </a:r>
          </a:p>
        </p:txBody>
      </p:sp>
      <p:sp xmlns:a="http://schemas.openxmlformats.org/drawingml/2006/main"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5923756-4F44-4694-968C-B04E52C44B5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模块参数进入 Zephyr 后怎样生效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1.9 · ③ 应用与 Build</a:t>
            </a:r>
          </a:p>
        </p:txBody>
      </p:sp>
      <p:sp>
        <p:nvSpPr>
          <p:cNvPr id="4" name="Flow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550319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A"/>
          </a:solidFill>
          <a:ln xmlns:a="http://schemas.openxmlformats.org/drawingml/2006/main" w="13335">
            <a:solidFill>
              <a:srgbClr val="7350B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Build 的 CMake Args</a:t>
            </a:r>
          </a:p>
        </p:txBody>
      </p:sp>
      <p:sp>
        <p:nvSpPr>
          <p:cNvPr id="5" name="Flow connector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544" y="2162175"/>
            <a:ext cx="1619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350BC"/>
          </a:solidFill>
          <a:ln xmlns:a="http://schemas.openxmlformats.org/drawingml/2006/main" w="0">
            <a:noFill/>
          </a:ln>
        </p:spPr>
      </p:sp>
      <p:sp>
        <p:nvSpPr>
          <p:cNvPr id="6" name="Flow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094" y="1752600"/>
            <a:ext cx="2550319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A"/>
          </a:solidFill>
          <a:ln xmlns:a="http://schemas.openxmlformats.org/drawingml/2006/main" w="13335">
            <a:solidFill>
              <a:srgbClr val="7350B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模块发现</a:t>
            </a:r>
          </a:p>
        </p:txBody>
      </p:sp>
      <p:sp>
        <p:nvSpPr>
          <p:cNvPr id="7" name="Flow connector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162175"/>
            <a:ext cx="1619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350BC"/>
          </a:solidFill>
          <a:ln xmlns:a="http://schemas.openxmlformats.org/drawingml/2006/main" w="0">
            <a:noFill/>
          </a:ln>
        </p:spPr>
      </p:sp>
      <p:sp>
        <p:nvSpPr>
          <p:cNvPr id="8" name="Flow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88" y="1752600"/>
            <a:ext cx="2550319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A"/>
          </a:solidFill>
          <a:ln xmlns:a="http://schemas.openxmlformats.org/drawingml/2006/main" w="13335">
            <a:solidFill>
              <a:srgbClr val="7350B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module.yml / 接入脚本</a:t>
            </a:r>
          </a:p>
        </p:txBody>
      </p:sp>
      <p:sp>
        <p:nvSpPr>
          <p:cNvPr id="9" name="Flow connector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531" y="2162175"/>
            <a:ext cx="1619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350BC"/>
          </a:solidFill>
          <a:ln xmlns:a="http://schemas.openxmlformats.org/drawingml/2006/main" w="0">
            <a:noFill/>
          </a:ln>
        </p:spPr>
      </p:sp>
      <p:sp>
        <p:nvSpPr>
          <p:cNvPr id="10" name="Flow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081" y="1752600"/>
            <a:ext cx="2550319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A"/>
          </a:solidFill>
          <a:ln xmlns:a="http://schemas.openxmlformats.org/drawingml/2006/main" w="13335">
            <a:solidFill>
              <a:srgbClr val="7350B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 / CMake 选源码</a:t>
            </a:r>
          </a:p>
        </p:txBody>
      </p:sp>
      <p:sp>
        <p:nvSpPr>
          <p:cNvPr id="11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10972800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有 </a:t>
            </a:r>
            <a:r>
              <a:rPr>
                <a:solidFill>
                  <a:srgbClr val="A02B93"/>
                </a:solidFill>
              </a:rPr>
              <a:t>west</a:t>
            </a:r>
            <a:r>
              <a:t>：默认从活动项目收集模块；</a:t>
            </a:r>
            <a:r>
              <a:rPr>
                <a:solidFill>
                  <a:srgbClr val="B84E00"/>
                </a:solidFill>
              </a:rPr>
              <a:t>EXTRA_ZEPHYR_MODULES</a:t>
            </a:r>
            <a:r>
              <a:t> 追加。</a:t>
            </a:r>
          </a:p>
        </p:txBody>
      </p:sp>
      <p:sp>
        <p:nvSpPr>
          <p:cNvPr id="12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3320"/>
            <a:ext cx="10972800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ZEPHYR_MODULES</a:t>
            </a:r>
            <a:r>
              <a:t> 显式指定整个集合，不能当作“再加一个目录”。</a:t>
            </a:r>
          </a:p>
        </p:txBody>
      </p:sp>
      <p:sp>
        <p:nvSpPr>
          <p:cNvPr id="13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815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厂商根 CMake 有自己的配置条件；P012 的 hc32_port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通过 </a:t>
            </a:r>
            <a:r>
              <a:rPr>
                <a:solidFill>
                  <a:srgbClr val="B84E00"/>
                </a:solidFill>
              </a:rPr>
              <a:t>ZEPHYR_HAL_XHSC_MODULE_DIR</a:t>
            </a:r>
            <a:r>
              <a:rPr>
                <a:solidFill>
                  <a:srgbClr val="29263B"/>
                </a:solidFill>
              </a:rPr>
              <a:t> 按需选择 DDL。</a:t>
            </a:r>
          </a:p>
        </p:txBody>
      </p:sp>
      <p:sp>
        <p:nvSpPr>
          <p:cNvPr id="14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1.9</a:t>
            </a:r>
          </a:p>
        </p:txBody>
      </p:sp>
      <p:sp xmlns:a="http://schemas.openxmlformats.org/drawingml/2006/main">
        <p:nvSpPr>
          <p:cNvPr id="15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C0E943E-17B3-4EFE-9713-81AB89E8058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本系列 HC32：合并独立 Build 配置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1.9 · ③ 应用与 Build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010025"/>
                <a:gridCol w="4010025"/>
              </a:tblGrid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配置项 / 前提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填写内容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先核对材料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再合并 Build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板根 + SoC 根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只读查询目标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完整命令见正文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 / name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uyup_rpi_a/hc32f4a0pitb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ide-hc32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使用本系列移植板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8572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 的 </a:t>
                      </a: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relPath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build/learning-tools/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zephyr-vscode/hello_world-hc32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 JSON；输出独立于 mps2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先完成 P012 的板/SoC/驱动材料，保留已有 ide-mps2；新项合并进 buildConfigs。</a:t>
            </a:r>
          </a:p>
        </p:txBody>
      </p:sp>
      <p:sp>
        <p:nvSpPr>
          <p:cNvPr id="6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1.9</a:t>
            </a:r>
          </a:p>
        </p:txBody>
      </p:sp>
      <p:sp xmlns:a="http://schemas.openxmlformats.org/drawingml/2006/main"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F5C74C3-D282-48CC-BE18-70C51FE2695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HC32：HAL 与移植模块同时追加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1.9 · ③ 应用与 Build</a:t>
            </a:r>
          </a:p>
        </p:txBody>
      </p:sp>
      <p:sp>
        <p:nvSpPr>
          <p:cNvPr id="4" name="Continuous cod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866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29263B"/>
                </a:solidFill>
              </a:rPr>
              <a:t>"-DEXTRA_ZEPHYR_MODULES=</a:t>
            </a:r>
            <a:r>
              <a:rPr>
                <a:solidFill>
                  <a:srgbClr val="0070C0"/>
                </a:solidFill>
              </a:rPr>
              <a:t>G:/zephyr_practice/hal_xhsc-zephyr;G:/zephyr_practice/zephyr-main/build/learning-tools/p003/hc32_port"</a:t>
            </a:r>
          </a:p>
        </p:txBody>
      </p:sp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594"/>
            <a:ext cx="1097280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P012 的 hc32_port 提供板/SoC/驱动，HAL 根提供厂商源码。</a:t>
            </a:r>
          </a:p>
        </p:txBody>
      </p:sp>
      <p:sp>
        <p:nvSpPr>
          <p:cNvPr id="6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1955"/>
            <a:ext cx="10972800" cy="789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上面是 CMake Args 的一个完整参数。已有 </a:t>
            </a:r>
            <a:r>
              <a:rPr>
                <a:solidFill>
                  <a:srgbClr val="B84E00"/>
                </a:solidFill>
              </a:rPr>
              <a:t>EXTRA_ZEPHYR_MODULES</a:t>
            </a:r>
            <a:r>
              <a:t> 时，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合并到同一分号列表；JSON 中不要额外加入 shell 引号。</a:t>
            </a:r>
          </a:p>
        </p:txBody>
      </p:sp>
      <p:sp>
        <p:nvSpPr>
          <p:cNvPr id="7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3503"/>
            <a:ext cx="10972800" cy="789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树外新 SoC 按正文合并 Build JSON，不能只靠选 boards 发现。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核对模块、配置、生成任务，再看本次编译链接是否成功。</a:t>
            </a:r>
          </a:p>
        </p:txBody>
      </p:sp>
      <p:sp>
        <p:nvSpPr>
          <p:cNvPr id="8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1.9</a:t>
            </a:r>
          </a:p>
        </p:txBody>
      </p:sp>
      <p:sp xmlns:a="http://schemas.openxmlformats.org/drawingml/2006/main"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2A52D84-F321-4545-84BB-C76BF22512F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SDK 版本怎样进入同一个 Build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1.9 · ③ 应用与 Build</a:t>
            </a:r>
          </a:p>
        </p:txBody>
      </p:sp>
      <p:sp>
        <p:nvSpPr>
          <p:cNvPr id="4" name="Continuous cod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499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-D</a:t>
            </a:r>
            <a:r>
              <a:rPr>
                <a:solidFill>
                  <a:srgbClr val="B84E00"/>
                </a:solidFill>
              </a:rPr>
              <a:t>ZEPHYR_SDK_INSTALL_DIR</a:t>
            </a:r>
            <a:r>
              <a:t>=</a:t>
            </a:r>
            <a:r>
              <a:rPr>
                <a:solidFill>
                  <a:srgbClr val="0070C0"/>
                </a:solidFill>
              </a:rPr>
              <a:t>G:/zephyr_practice/zephyr-sdk-1.0.1</a:t>
            </a:r>
          </a:p>
        </p:txBody>
      </p:sp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1072"/>
            <a:ext cx="10972800" cy="789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默认先使用已注册 SDK 的自动发现；需要固定这个安装时，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才把上面的参数加入该 Build 的 CMake Args。</a:t>
            </a:r>
          </a:p>
        </p:txBody>
      </p:sp>
      <p:sp>
        <p:nvSpPr>
          <p:cNvPr id="6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620"/>
            <a:ext cx="1097280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这里填 SDK 安装根；Settings 里的 Toolchain Directory 填它的父目录。</a:t>
            </a:r>
          </a:p>
        </p:txBody>
      </p:sp>
      <p:sp>
        <p:nvSpPr>
          <p:cNvPr id="7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6981"/>
            <a:ext cx="10972800" cy="789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执行 Build Pristine 后，从 </a:t>
            </a:r>
            <a:r>
              <a:rPr>
                <a:solidFill>
                  <a:srgbClr val="0070C0"/>
                </a:solidFill>
              </a:rPr>
              <a:t>CMakeCache.txt</a:t>
            </a:r>
            <a:r>
              <a:t> 与编译日志检查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CMAKE_C_COMPILER</a:t>
            </a:r>
            <a:r>
              <a:t> 是否来自目标 SDK 的 ARM 工具链。</a:t>
            </a:r>
          </a:p>
        </p:txBody>
      </p:sp>
      <p:sp>
        <p:nvSpPr>
          <p:cNvPr id="8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1.9</a:t>
            </a:r>
          </a:p>
        </p:txBody>
      </p:sp>
      <p:sp xmlns:a="http://schemas.openxmlformats.org/drawingml/2006/main"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B5FD05A-38E2-4B7E-9AE8-8D0B1825E5D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源码配置与插件配置的分工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1.9 · ③ 应用与 Build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010025"/>
                <a:gridCol w="4010025"/>
              </a:tblGrid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要修改什么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原生输入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IDE 对应操作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启用某个软件功能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prj.conf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额外 .conf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Ctrl+P 打开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prj.conf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编辑；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Kconfig 组的＋添加额外 .conf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描述或覆盖外设硬件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 .dts / 应用 .overlay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编辑应用 .overlay；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对应组的＋添加额外文件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选择板、模块、SDK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CMake -D 参数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Add / Edit Build Configuration；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模块和 SDK 填 CMake Args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插件找 Python、SDK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.vscode/settings.json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 Settings → Directory Settings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</a:rPr>
              <a:t>prj.conf</a:t>
            </a:r>
            <a:r>
              <a:t> 与板默认配置仍由 Zephyr 加载；额外文件列表为空不等于没有配置。</a:t>
            </a:r>
          </a:p>
        </p:txBody>
      </p:sp>
      <p:sp>
        <p:nvSpPr>
          <p:cNvPr id="6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1.9</a:t>
            </a:r>
          </a:p>
        </p:txBody>
      </p:sp>
      <p:sp xmlns:a="http://schemas.openxmlformats.org/drawingml/2006/main"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A898897-8484-4235-9066-C1261E9DFB6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第一次 Build：先看它用的输入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1.10 · ④ 产物与日常操作</a:t>
            </a:r>
          </a:p>
        </p:txBody>
      </p:sp>
      <p:sp>
        <p:nvSpPr>
          <p:cNvPr id="4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在 Projects 树选 hello_world 下的 ide-mps2。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确认底栏当前项目与 Build，再点击 Zephyr IDE 的 Build。</a:t>
            </a:r>
          </a:p>
        </p:txBody>
      </p:sp>
      <p:sp>
        <p:nvSpPr>
          <p:cNvPr id="5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972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任务应调用 </a:t>
            </a:r>
            <a:r>
              <a:rPr>
                <a:solidFill>
                  <a:srgbClr val="A02B93"/>
                </a:solidFill>
              </a:rPr>
              <a:t>west</a:t>
            </a:r>
            <a:r>
              <a:t> build；检查应用路径、-b mps2/an386 与输出目录。</a:t>
            </a:r>
          </a:p>
        </p:txBody>
      </p:sp>
      <p:sp>
        <p:nvSpPr>
          <p:cNvPr id="6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5688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若在 CMake 之前被 West Update 状态拦住，回到登记与扫描；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不要立即把它解释为 SDK 或 CMSIS 缺失。</a:t>
            </a:r>
          </a:p>
        </p:txBody>
      </p:sp>
      <p:sp>
        <p:nvSpPr>
          <p:cNvPr id="7" name="Body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0588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若 CMake 报具体模块缺失，按清单和依赖核对；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设置页的绿色指示不能替代构建日志。</a:t>
            </a:r>
          </a:p>
        </p:txBody>
      </p:sp>
      <p:sp>
        <p:nvSpPr>
          <p:cNvPr id="8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1.10</a:t>
            </a:r>
          </a:p>
        </p:txBody>
      </p:sp>
      <p:sp xmlns:a="http://schemas.openxmlformats.org/drawingml/2006/main"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818937B-A275-41CD-90F9-2E768B3F74E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IDE Build 与原生命令的对应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1.10 · ④ 产物与日常操作</a:t>
            </a:r>
          </a:p>
        </p:txBody>
      </p:sp>
      <p:sp>
        <p:nvSpPr>
          <p:cNvPr id="4" name="Continuous cod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2332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46173"/>
                </a:solidFill>
              </a:rPr>
              <a:t># Windows UCRT64；源码根，venv 已激活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t> build -b mps2/an386 \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  -d </a:t>
            </a:r>
            <a:r>
              <a:rPr>
                <a:solidFill>
                  <a:srgbClr val="0070C0"/>
                </a:solidFill>
              </a:rPr>
              <a:t>build/learning-tools/zephyr-vscode/hello_world</a:t>
            </a:r>
            <a:r>
              <a:t> \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  </a:t>
            </a:r>
            <a:r>
              <a:rPr>
                <a:solidFill>
                  <a:srgbClr val="0070C0"/>
                </a:solidFill>
              </a:rPr>
              <a:t>samples/hello_world</a:t>
            </a:r>
            <a:r>
              <a:t> -- \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  -D</a:t>
            </a:r>
            <a:r>
              <a:rPr>
                <a:solidFill>
                  <a:srgbClr val="B84E00"/>
                </a:solidFill>
              </a:rPr>
              <a:t>CMAKE_EXPORT_COMPILE_COMMANDS</a:t>
            </a:r>
            <a:r>
              <a:t>=ON</a:t>
            </a:r>
          </a:p>
        </p:txBody>
      </p:sp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3682"/>
            <a:ext cx="1097280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-b 来自 Board；-d 来自 Build 路径；应用来自 Project 路径。</a:t>
            </a:r>
          </a:p>
        </p:txBody>
      </p:sp>
      <p:sp>
        <p:nvSpPr>
          <p:cNvPr id="6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8043"/>
            <a:ext cx="1097280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-- 后对应 CMake Args。只有使用相同输入，才能比较 IDE 与终端的结果。</a:t>
            </a:r>
          </a:p>
        </p:txBody>
      </p:sp>
      <p:sp>
        <p:nvSpPr>
          <p:cNvPr id="7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1.10</a:t>
            </a:r>
          </a:p>
        </p:txBody>
      </p:sp>
      <p:sp xmlns:a="http://schemas.openxmlformats.org/drawingml/2006/main"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DA801E4-1ACA-46ED-A95C-0ED6DAF9C8B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从产物确认 CMSIS、HAL 与 SDK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1.10 · ④ 产物与日常操作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010025"/>
                <a:gridCol w="4010025"/>
              </a:tblGrid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构建目录中的文件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核对内容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回答的问题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zephyr_modules.txt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cmsis_6；追加时应有 hal_xhsc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源码模块是否被发现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CMakeCache.txt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CMAKE_C_COMPILER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、SDK 路径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是否用了指定板和编译器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zephyr/.config、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zephyr/zephyr.dts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Kconfig 最终值与最终设备树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配置合并后实际是什么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zephyr/zephyr.elf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本轮链接产物及构建退出结果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编译链接是否完成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编译数据库记录生成任务；是否执行成功，还要看本次构建退出状态与日志。</a:t>
            </a:r>
          </a:p>
        </p:txBody>
      </p:sp>
      <p:sp>
        <p:nvSpPr>
          <p:cNvPr id="6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1.10</a:t>
            </a:r>
          </a:p>
        </p:txBody>
      </p:sp>
      <p:sp xmlns:a="http://schemas.openxmlformats.org/drawingml/2006/main"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7CA8DE4-651C-4EDB-99D3-71279EB9D5B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源码浏览使用本次编译数据库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1.10 · ④ 产物与日常操作</a:t>
            </a:r>
          </a:p>
        </p:txBody>
      </p:sp>
      <p:sp>
        <p:nvSpPr>
          <p:cNvPr id="4" name="Continuous cod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2332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// 合并到源码根 </a:t>
            </a:r>
            <a:r>
              <a:rPr>
                <a:solidFill>
                  <a:srgbClr val="0070C0"/>
                </a:solidFill>
              </a:rPr>
              <a:t>.vscode/settings.json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{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  "</a:t>
            </a:r>
            <a:r>
              <a:rPr>
                <a:solidFill>
                  <a:srgbClr val="B84E00"/>
                </a:solidFill>
              </a:rPr>
              <a:t>C_Cpp.default.compileCommands</a:t>
            </a:r>
            <a:r>
              <a:t>":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    "</a:t>
            </a:r>
            <a:r>
              <a:rPr>
                <a:solidFill>
                  <a:srgbClr val="0070C0"/>
                </a:solidFill>
              </a:rPr>
              <a:t>${workspaceFolder}/build/learning-tools/zephyr-vscode/hello_world/compile_commands.json</a:t>
            </a:r>
            <a:r>
              <a:t>"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95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3682"/>
            <a:ext cx="10972800" cy="44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前提：安装 Microsoft C/C++，且该 Build 已产生 </a:t>
            </a:r>
            <a:r>
              <a:rPr>
                <a:solidFill>
                  <a:srgbClr val="0070C0"/>
                </a:solidFill>
              </a:rPr>
              <a:t>compile_commands.json</a:t>
            </a:r>
            <a:r>
              <a:t>。</a:t>
            </a:r>
          </a:p>
        </p:txBody>
      </p:sp>
      <p:sp>
        <p:nvSpPr>
          <p:cNvPr id="6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8043"/>
            <a:ext cx="10972800" cy="789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路径指向当前 Build；切换 Build 后同步修改。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F12 跳转与编译成功分别核对，不能互相替代。</a:t>
            </a:r>
          </a:p>
        </p:txBody>
      </p:sp>
      <p:sp>
        <p:nvSpPr>
          <p:cNvPr id="7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1.10</a:t>
            </a:r>
          </a:p>
        </p:txBody>
      </p:sp>
      <p:sp xmlns:a="http://schemas.openxmlformats.org/drawingml/2006/main"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78796B9-7B45-43B6-A7F4-15B6F1EB323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日常修改后用哪个动作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1.11 · ④ 产物与日常操作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010025"/>
                <a:gridCol w="4010025"/>
              </a:tblGrid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原因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仅修改应用 C 源码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按当前构建规则增量编译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修改板、模块列表或 SDK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 Pristine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让 CMake 重新读取输入与缓存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依赖仓库确实缺失或版本变化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核对清单后定向 </a:t>
                      </a: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依赖维护独立于日常编译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准备连接实际硬件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Flash / Debug 前配置 runner 与探针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编译产物不等于烧录或调试通过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重新打开 VS Code 后先核对活动 Project 与 Build，不必重新添加同一个应用。</a:t>
            </a:r>
          </a:p>
        </p:txBody>
      </p:sp>
      <p:sp>
        <p:nvSpPr>
          <p:cNvPr id="6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1.11</a:t>
            </a:r>
          </a:p>
        </p:txBody>
      </p:sp>
      <p:sp xmlns:a="http://schemas.openxmlformats.org/drawingml/2006/main"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5EA2086-B994-450F-8FA6-B20DE5E6F36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找不到选项时先确认入口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1.11 · ④ 产物与日常操作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010025"/>
                <a:gridCol w="4010025"/>
              </a:tblGrid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找不到的对象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应该在哪里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95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核对方法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venv / SDK 搜索路径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 Settings → Directory Settings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原生页搜完整 @id 设置键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 / CMake Args / HAL 参数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Project Details 的当前 Build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zephyr-ide.json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的该 Build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工作区登记与扫描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Ctrl+Shift+P 的 Zephyr IDE 命令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核对扩展 ID、版本与打开目录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 / 厂商 HAL 下载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清单与模块准备步骤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85725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list --all；不是插件设置开关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命令、设置键、文件路径分别照着对应位置操作；不要在一个设置页里寻找所有东西。</a:t>
            </a:r>
          </a:p>
        </p:txBody>
      </p:sp>
      <p:sp>
        <p:nvSpPr>
          <p:cNvPr id="6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1.11</a:t>
            </a:r>
          </a:p>
        </p:txBody>
      </p:sp>
      <p:sp xmlns:a="http://schemas.openxmlformats.org/drawingml/2006/main"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7CA4C55-23D1-46B9-9D3C-21CB30D4D30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t> 更新失败时检查 Git 调用链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1.11 · ④ 产物与日常操作</a:t>
            </a:r>
          </a:p>
        </p:txBody>
      </p:sp>
      <p:sp>
        <p:nvSpPr>
          <p:cNvPr id="4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若报错是 ^commit，而预期应为 ^{commit}，注意花括号丢失这条线索。</a:t>
            </a:r>
          </a:p>
        </p:txBody>
      </p:sp>
      <p:sp>
        <p:nvSpPr>
          <p:cNvPr id="5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0788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本项目已有案例：Windows Python 调用 /usr/bin/git 失败，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改用 /ucrt64/bin/git 后相同 CMSIS 提交更新成功。</a:t>
            </a:r>
          </a:p>
        </p:txBody>
      </p:sp>
      <p:sp>
        <p:nvSpPr>
          <p:cNvPr id="6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5688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先核对 Python 实际找到的 Git，再重试同一清单项目。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不要据此改 Zephyr 版本、重装 SDK 或断言提交不存在。</a:t>
            </a:r>
          </a:p>
        </p:txBody>
      </p:sp>
      <p:sp>
        <p:nvSpPr>
          <p:cNvPr id="7" name="Body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0588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完整证据、Git 选择与重试步骤：P004 4.4；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参数究竟在哪一层变化仍不能仅靠错误文本确定。</a:t>
            </a:r>
          </a:p>
        </p:txBody>
      </p:sp>
      <p:sp>
        <p:nvSpPr>
          <p:cNvPr id="8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1.11</a:t>
            </a:r>
          </a:p>
        </p:txBody>
      </p:sp>
      <p:sp xmlns:a="http://schemas.openxmlformats.org/drawingml/2006/main"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CF87E3D-8532-4143-94B0-81A90FE5E24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完成后你应能独立回答的事情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1.11 · ④ 产物与日常操作</a:t>
            </a:r>
          </a:p>
        </p:txBody>
      </p:sp>
      <p:sp>
        <p:nvSpPr>
          <p:cNvPr id="4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看到一个工程，能分清源码、应用、.</a:t>
            </a:r>
            <a:r>
              <a:rPr>
                <a:solidFill>
                  <a:srgbClr val="A02B93"/>
                </a:solidFill>
              </a:rPr>
              <a:t>west</a:t>
            </a:r>
            <a:r>
              <a:t>、CMSIS / HAL 和 SDK。</a:t>
            </a:r>
          </a:p>
        </p:txBody>
      </p:sp>
      <p:sp>
        <p:nvSpPr>
          <p:cNvPr id="5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0788"/>
            <a:ext cx="10972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已有 .</a:t>
            </a:r>
            <a:r>
              <a:rPr>
                <a:solidFill>
                  <a:srgbClr val="A02B93"/>
                </a:solidFill>
              </a:rPr>
              <a:t>west</a:t>
            </a:r>
            <a:r>
              <a:t> 会复用；只有源码会初始化；知道不用 </a:t>
            </a:r>
            <a:r>
              <a:rPr>
                <a:solidFill>
                  <a:srgbClr val="A02B93"/>
                </a:solidFill>
              </a:rPr>
              <a:t>west</a:t>
            </a:r>
            <a:r>
              <a:t> 时的原生路线边界。</a:t>
            </a:r>
          </a:p>
        </p:txBody>
      </p:sp>
      <p:sp>
        <p:nvSpPr>
          <p:cNvPr id="6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能找到 Settings、Setup、Add Project、Add Build 与 CMake Args，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并说明设置实际写在哪个文件、交给哪个工具。</a:t>
            </a:r>
          </a:p>
        </p:txBody>
      </p:sp>
      <p:sp>
        <p:nvSpPr>
          <p:cNvPr id="7" name="Body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能从模块记录、编译器路径和 ELF 判断本轮结果，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不会把插件状态、构建成功和实板运行混为一谈。</a:t>
            </a:r>
          </a:p>
        </p:txBody>
      </p:sp>
      <p:sp>
        <p:nvSpPr>
          <p:cNvPr id="8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1.11</a:t>
            </a:r>
          </a:p>
        </p:txBody>
      </p:sp>
      <p:sp xmlns:a="http://schemas.openxmlformats.org/drawingml/2006/main"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C17EAFC-80F9-40F7-8FBB-6E7693812AD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配套材料与来源入口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</a:rPr>
              <a:t>1.11 · ④ 产物与日常操作</a:t>
            </a:r>
          </a:p>
        </p:txBody>
      </p:sp>
      <p:sp>
        <p:nvSpPr>
          <p:cNvPr id="4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同名 Markdown：完整前提、两条工作区路线、配置与失败处理。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commands/：可直接复制的命令与完整 JSON。</a:t>
            </a:r>
          </a:p>
        </p:txBody>
      </p:sp>
      <p:sp>
        <p:nvSpPr>
          <p:cNvPr id="5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插件依据：Mylonics README、4.1.1-prerelease 的 package.json 与源码。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原生依据：当前 Zephyr 的 </a:t>
            </a:r>
            <a:r>
              <a:rPr>
                <a:solidFill>
                  <a:srgbClr val="0070C0"/>
                </a:solidFill>
              </a:rPr>
              <a:t>west.yml</a:t>
            </a:r>
            <a:r>
              <a:t>、模块发现、应用及 SDK 构建脚本。</a:t>
            </a:r>
          </a:p>
        </p:txBody>
      </p:sp>
      <p:sp>
        <p:nvSpPr>
          <p:cNvPr id="6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找入口先看正文 1.5—1.9；查全部扩展设置看 CONFIGURATION_REFERENCE。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遇到旧截图或历史 Build 名称，使用本版统一流程与入口地图。</a:t>
            </a:r>
          </a:p>
        </p:txBody>
      </p:sp>
      <p:sp>
        <p:nvSpPr>
          <p:cNvPr id="7" name="Body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72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语义配色：路径蓝色；参数橙色；命令紫色；CMake 函数绿色。</a:t>
            </a:r>
          </a:p>
        </p:txBody>
      </p:sp>
      <p:sp>
        <p:nvSpPr>
          <p:cNvPr id="8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5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hlinkClick xmlns:ns0="http://schemas.openxmlformats.org/officeDocument/2006/relationships" ns0:id="rIdReading"/>
              </a:rPr>
              <a:t>完整操作与来源：同名 Markdown 1.11</a:t>
            </a:r>
          </a:p>
        </p:txBody>
      </p:sp>
      <p:sp xmlns:a="http://schemas.openxmlformats.org/drawingml/2006/main"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B0C7BDE-486D-4728-B371-B04A40FB1AB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</p:sld>
</file>

<file path=ppt/slides/slide1.xml><?xml version="1.0" encoding="utf-8"?>
<p:sld xmlns:p="http://schemas.openxmlformats.org/presentationml/2006/main">
  <p:cSld>
    <p:bg>
      <p:bgPr>
        <ns0:blipFill xmlns:ns0="http://schemas.openxmlformats.org/drawingml/2006/main">
          <ns0:blip xmlns:r="http://schemas.openxmlformats.org/officeDocument/2006/relationships" r:embed="Rcf8a44c0a7134822"/>
          <ns0:srcRect l="0" t="27" r="0" b="27"/>
          <ns0:stretch>
            <ns0:fillRect l="0" t="0" r="0" b="0"/>
          </ns0:stretch>
        </ns0:blipFill>
        <ns1:effectLst xmlns:ns1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F7E716D-B6D8-4AC8-B783-99EE4D69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690562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Zephyr IDE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从零理解与使用</a:t>
            </a:r>
          </a:p>
        </p:txBody>
      </p:sp>
      <p:sp>
        <p:nvSpPr>
          <p:cNvPr id="3" name="Chapter">
            <a:extLst xmlns:a="http://schemas.openxmlformats.org/drawingml/2006/main">
              <a:ext uri="{FF2B5EF4-FFF2-40B4-BE49-F238E27FC236}">
                <a16:creationId xmlns:a16="http://schemas.microsoft.com/office/drawing/2014/main" id="{8EA73283-A789-4669-9F7F-7E8A9ACA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C3B4E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spcAft>
                <a:spcPts val="0"/>
              </a:spcAft>
              <a:defRPr sz="1875" b="0">
                <a:solidFill>
                  <a:srgbClr val="C3B4E2"/>
                </a:solidFill>
                <a:latin typeface="Microsoft YaHei"/>
                <a:ea typeface="Microsoft YaHei"/>
                <a:cs typeface="Microsoft YaHei"/>
              </a:defRPr>
            </a:pPr>
            <a:r>
              <a:t>P001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AD31FB25-F833-4048-AFCD-4F8719D8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C3B4E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spcAft>
                <a:spcPts val="0"/>
              </a:spcAft>
              <a:defRPr sz="2325" b="0">
                <a:solidFill>
                  <a:srgbClr val="C3B4E2"/>
                </a:solidFill>
                <a:latin typeface="Microsoft YaHei"/>
                <a:ea typeface="Microsoft YaHei"/>
                <a:cs typeface="Microsoft YaHei"/>
              </a:defRPr>
            </a:pPr>
            <a:r>
              <a:t>Windows · 工程、依赖与图形界面操作</a:t>
            </a:r>
          </a:p>
        </p:txBody>
      </p:sp>
      <p:sp>
        <p:nvSpPr>
          <p:cNvPr id="5" name="Presenter lizhaojun">
            <a:extLst xmlns:a="http://schemas.openxmlformats.org/drawingml/2006/main">
              <a:ext uri="{FF2B5EF4-FFF2-40B4-BE49-F238E27FC236}">
                <a16:creationId xmlns:a16="http://schemas.microsoft.com/office/drawing/2014/main" id="{6F0E4AD5-2286-498B-BB0A-9586BCCC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C3B4E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spcAft>
                <a:spcPts val="0"/>
              </a:spcAft>
              <a:defRPr sz="2175" b="0">
                <a:solidFill>
                  <a:srgbClr val="C3B4E2"/>
                </a:solidFill>
                <a:latin typeface="Microsoft YaHei"/>
                <a:ea typeface="Microsoft YaHei"/>
                <a:cs typeface="Microsoft YaHei"/>
              </a:defRPr>
            </a:pPr>
            <a:r>
              <a:t>主讲人：lizhaojun</a:t>
            </a:r>
          </a:p>
        </p:txBody>
      </p:sp>
    </p:spTree>
    <p:extLst>
      <p:ext uri="{BB962C8B-B14F-4D97-AF65-F5344CB8AC3E}">
        <p14:creationId xmlns:p14="http://schemas.microsoft.com/office/powerpoint/2010/main" val="3533219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61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2026-10-07T15:53:31.6700000Z</dcterms:created>
  <dcterms:modified xsi:type="dcterms:W3CDTF">2026-10-07T15:53:31.6700000Z</dcterms:modified>
</coreProperties>
</file>