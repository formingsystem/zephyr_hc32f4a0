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2598cc025c4a16" /><Relationship Type="http://schemas.openxmlformats.org/officeDocument/2006/relationships/extended-properties" Target="/docProps/app.xml" Id="R2ea7b1410e484e5d" /><Relationship Type="http://schemas.openxmlformats.org/officeDocument/2006/relationships/officeDocument" Target="/ppt/presentation.xml" Id="R76b97d61ca3f47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96b1239644427e"/>
    <p:sldMasterId xmlns:r="http://schemas.openxmlformats.org/officeDocument/2006/relationships" id="2147483655" r:id="R2abbc984a62a40a3"/>
    <p:sldMasterId xmlns:r="http://schemas.openxmlformats.org/officeDocument/2006/relationships" id="2147483657" r:id="R4e05d2292d4247e9"/>
  </p:sldMasterIdLst>
  <p:notesMasterIdLst>
    <p:notesMasterId xmlns:r="http://schemas.openxmlformats.org/officeDocument/2006/relationships" r:id="R3e150f185fa147a6"/>
  </p:notesMasterIdLst>
  <p:sldIdLst>
    <p:sldId xmlns:r="http://schemas.openxmlformats.org/officeDocument/2006/relationships" id="256" r:id="R7310f64dcfde4dad"/>
    <p:sldId xmlns:r="http://schemas.openxmlformats.org/officeDocument/2006/relationships" id="257" r:id="R9e98e64f04904e72"/>
    <p:sldId xmlns:r="http://schemas.openxmlformats.org/officeDocument/2006/relationships" id="258" r:id="Rf4ddb8e614a44a50"/>
    <p:sldId xmlns:r="http://schemas.openxmlformats.org/officeDocument/2006/relationships" id="259" r:id="Rd2a70b01e49b465f"/>
    <p:sldId xmlns:r="http://schemas.openxmlformats.org/officeDocument/2006/relationships" id="260" r:id="R9fe3aec33e114de8"/>
    <p:sldId xmlns:r="http://schemas.openxmlformats.org/officeDocument/2006/relationships" id="261" r:id="R8a6bf28f5a714934"/>
    <p:sldId xmlns:r="http://schemas.openxmlformats.org/officeDocument/2006/relationships" id="262" r:id="R3e13c50677964cfc"/>
    <p:sldId xmlns:r="http://schemas.openxmlformats.org/officeDocument/2006/relationships" id="263" r:id="Rcb0b262af2e64367"/>
    <p:sldId xmlns:r="http://schemas.openxmlformats.org/officeDocument/2006/relationships" id="264" r:id="R7e61c0679c844507"/>
    <p:sldId xmlns:r="http://schemas.openxmlformats.org/officeDocument/2006/relationships" id="265" r:id="R3ca2fdbe3f914c7a"/>
    <p:sldId xmlns:r="http://schemas.openxmlformats.org/officeDocument/2006/relationships" id="266" r:id="R3644382bee2e4eb5"/>
    <p:sldId xmlns:r="http://schemas.openxmlformats.org/officeDocument/2006/relationships" id="267" r:id="R480fe32858a04f94"/>
    <p:sldId xmlns:r="http://schemas.openxmlformats.org/officeDocument/2006/relationships" id="268" r:id="R7e535ace5675466e"/>
    <p:sldId xmlns:r="http://schemas.openxmlformats.org/officeDocument/2006/relationships" id="269" r:id="R7c124cf4f32d4f17"/>
    <p:sldId xmlns:r="http://schemas.openxmlformats.org/officeDocument/2006/relationships" id="270" r:id="R46d329e4f12d4ad2"/>
    <p:sldId xmlns:r="http://schemas.openxmlformats.org/officeDocument/2006/relationships" id="271" r:id="R38d13a442ba14a0c"/>
    <p:sldId xmlns:r="http://schemas.openxmlformats.org/officeDocument/2006/relationships" id="272" r:id="R6cf4d50d9e1a4874"/>
    <p:sldId xmlns:r="http://schemas.openxmlformats.org/officeDocument/2006/relationships" id="273" r:id="R925a6c194eae4af3"/>
    <p:sldId xmlns:r="http://schemas.openxmlformats.org/officeDocument/2006/relationships" id="274" r:id="R275bdbd3e62e435d"/>
    <p:sldId xmlns:r="http://schemas.openxmlformats.org/officeDocument/2006/relationships" id="275" r:id="Rbba9ed5b869b4aff"/>
    <p:sldId xmlns:r="http://schemas.openxmlformats.org/officeDocument/2006/relationships" id="276" r:id="R00e5f186f0d64533"/>
    <p:sldId xmlns:r="http://schemas.openxmlformats.org/officeDocument/2006/relationships" id="277" r:id="Rbd9578a1e85a4b1b"/>
    <p:sldId xmlns:r="http://schemas.openxmlformats.org/officeDocument/2006/relationships" id="278" r:id="Re0776c9c1e98404f"/>
    <p:sldId xmlns:r="http://schemas.openxmlformats.org/officeDocument/2006/relationships" id="279" r:id="R298bd3eabb8042ee"/>
    <p:sldId xmlns:r="http://schemas.openxmlformats.org/officeDocument/2006/relationships" id="280" r:id="R9e5eea708d974f50"/>
    <p:sldId xmlns:r="http://schemas.openxmlformats.org/officeDocument/2006/relationships" id="281" r:id="Rad9ace0f7cf0437a"/>
    <p:sldId xmlns:r="http://schemas.openxmlformats.org/officeDocument/2006/relationships" id="282" r:id="R8271fe33a0544105"/>
    <p:sldId xmlns:r="http://schemas.openxmlformats.org/officeDocument/2006/relationships" id="283" r:id="R8efa9ce4f7484339"/>
    <p:sldId xmlns:r="http://schemas.openxmlformats.org/officeDocument/2006/relationships" id="284" r:id="R074e61d2ade14405"/>
    <p:sldId xmlns:r="http://schemas.openxmlformats.org/officeDocument/2006/relationships" id="285" r:id="R9e802708300f49bd"/>
    <p:sldId xmlns:r="http://schemas.openxmlformats.org/officeDocument/2006/relationships" id="286" r:id="Rd926315063524fad"/>
    <p:sldId xmlns:r="http://schemas.openxmlformats.org/officeDocument/2006/relationships" id="287" r:id="R7b72f3d4d55e4a93"/>
    <p:sldId xmlns:r="http://schemas.openxmlformats.org/officeDocument/2006/relationships" id="288" r:id="R02705abc64c64323"/>
    <p:sldId xmlns:r="http://schemas.openxmlformats.org/officeDocument/2006/relationships" id="289" r:id="Ra1eb5e17455e481c"/>
    <p:sldId xmlns:r="http://schemas.openxmlformats.org/officeDocument/2006/relationships" id="290" r:id="Rd8bdfc5fb28e43b6"/>
    <p:sldId xmlns:r="http://schemas.openxmlformats.org/officeDocument/2006/relationships" id="291" r:id="R3347ce4024d34f41"/>
    <p:sldId xmlns:r="http://schemas.openxmlformats.org/officeDocument/2006/relationships" id="292" r:id="Rebc6ff43e4704818"/>
    <p:sldId xmlns:r="http://schemas.openxmlformats.org/officeDocument/2006/relationships" id="293" r:id="Re24669a0a74446fc"/>
    <p:sldId xmlns:r="http://schemas.openxmlformats.org/officeDocument/2006/relationships" id="294" r:id="Rd0efcdb4e7104ded"/>
    <p:sldId xmlns:r="http://schemas.openxmlformats.org/officeDocument/2006/relationships" id="295" r:id="R52528522f8504811"/>
    <p:sldId xmlns:r="http://schemas.openxmlformats.org/officeDocument/2006/relationships" id="296" r:id="Rd1c40c9926004657"/>
    <p:sldId xmlns:r="http://schemas.openxmlformats.org/officeDocument/2006/relationships" id="297" r:id="R301953cab97444d1"/>
    <p:sldId xmlns:r="http://schemas.openxmlformats.org/officeDocument/2006/relationships" id="298" r:id="R3d873ab047a64b52"/>
    <p:sldId xmlns:r="http://schemas.openxmlformats.org/officeDocument/2006/relationships" id="299" r:id="R8a9d408842a044cf"/>
    <p:sldId xmlns:r="http://schemas.openxmlformats.org/officeDocument/2006/relationships" id="300" r:id="R7088e52438cd4682"/>
    <p:sldId xmlns:r="http://schemas.openxmlformats.org/officeDocument/2006/relationships" id="301" r:id="R539d659ad9c44c8a"/>
    <p:sldId xmlns:r="http://schemas.openxmlformats.org/officeDocument/2006/relationships" id="302" r:id="R62a2a7f1b25745f0"/>
    <p:sldId xmlns:r="http://schemas.openxmlformats.org/officeDocument/2006/relationships" id="303" r:id="R054dbcd05f5549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96f00c25dd4675" /><Relationship Type="http://schemas.openxmlformats.org/officeDocument/2006/relationships/slideMaster" Target="/ppt/slideMasters/slideMaster1.xml" Id="Rb196b1239644427e" /><Relationship Type="http://schemas.openxmlformats.org/officeDocument/2006/relationships/slideMaster" Target="/ppt/slideMasters/slideMaster2.xml" Id="R2abbc984a62a40a3" /><Relationship Type="http://schemas.openxmlformats.org/officeDocument/2006/relationships/slideMaster" Target="/ppt/slideMasters/slideMaster3.xml" Id="R4e05d2292d4247e9" /><Relationship Type="http://schemas.openxmlformats.org/officeDocument/2006/relationships/notesMaster" Target="/ppt/notesMasters/notesMaster1.xml" Id="R3e150f185fa147a6" /><Relationship Type="http://schemas.openxmlformats.org/officeDocument/2006/relationships/presProps" Target="/ppt/presProps.xml" Id="R46b53e2cdc9e43c9" /><Relationship Type="http://schemas.openxmlformats.org/officeDocument/2006/relationships/tableStyles" Target="/ppt/tableStyles.xml" Id="R34e873fe6de54b3a" /><Relationship Type="http://schemas.openxmlformats.org/officeDocument/2006/relationships/slide" Target="/ppt/slides/slide1.xml" Id="R7310f64dcfde4dad" /><Relationship Type="http://schemas.openxmlformats.org/officeDocument/2006/relationships/slide" Target="/ppt/slides/slide2.xml" Id="R9e98e64f04904e72" /><Relationship Type="http://schemas.openxmlformats.org/officeDocument/2006/relationships/slide" Target="/ppt/slides/slide3.xml" Id="Rf4ddb8e614a44a50" /><Relationship Type="http://schemas.openxmlformats.org/officeDocument/2006/relationships/slide" Target="/ppt/slides/slide4.xml" Id="Rd2a70b01e49b465f" /><Relationship Type="http://schemas.openxmlformats.org/officeDocument/2006/relationships/slide" Target="/ppt/slides/slide5.xml" Id="R9fe3aec33e114de8" /><Relationship Type="http://schemas.openxmlformats.org/officeDocument/2006/relationships/slide" Target="/ppt/slides/slide6.xml" Id="R8a6bf28f5a714934" /><Relationship Type="http://schemas.openxmlformats.org/officeDocument/2006/relationships/slide" Target="/ppt/slides/slide7.xml" Id="R3e13c50677964cfc" /><Relationship Type="http://schemas.openxmlformats.org/officeDocument/2006/relationships/slide" Target="/ppt/slides/slide8.xml" Id="Rcb0b262af2e64367" /><Relationship Type="http://schemas.openxmlformats.org/officeDocument/2006/relationships/slide" Target="/ppt/slides/slide9.xml" Id="R7e61c0679c844507" /><Relationship Type="http://schemas.openxmlformats.org/officeDocument/2006/relationships/slide" Target="/ppt/slides/slide10.xml" Id="R3ca2fdbe3f914c7a" /><Relationship Type="http://schemas.openxmlformats.org/officeDocument/2006/relationships/slide" Target="/ppt/slides/slide11.xml" Id="R3644382bee2e4eb5" /><Relationship Type="http://schemas.openxmlformats.org/officeDocument/2006/relationships/slide" Target="/ppt/slides/slide12.xml" Id="R480fe32858a04f94" /><Relationship Type="http://schemas.openxmlformats.org/officeDocument/2006/relationships/slide" Target="/ppt/slides/slide13.xml" Id="R7e535ace5675466e" /><Relationship Type="http://schemas.openxmlformats.org/officeDocument/2006/relationships/slide" Target="/ppt/slides/slide14.xml" Id="R7c124cf4f32d4f17" /><Relationship Type="http://schemas.openxmlformats.org/officeDocument/2006/relationships/slide" Target="/ppt/slides/slide15.xml" Id="R46d329e4f12d4ad2" /><Relationship Type="http://schemas.openxmlformats.org/officeDocument/2006/relationships/slide" Target="/ppt/slides/slide16.xml" Id="R38d13a442ba14a0c" /><Relationship Type="http://schemas.openxmlformats.org/officeDocument/2006/relationships/slide" Target="/ppt/slides/slide17.xml" Id="R6cf4d50d9e1a4874" /><Relationship Type="http://schemas.openxmlformats.org/officeDocument/2006/relationships/slide" Target="/ppt/slides/slide18.xml" Id="R925a6c194eae4af3" /><Relationship Type="http://schemas.openxmlformats.org/officeDocument/2006/relationships/slide" Target="/ppt/slides/slide19.xml" Id="R275bdbd3e62e435d" /><Relationship Type="http://schemas.openxmlformats.org/officeDocument/2006/relationships/slide" Target="/ppt/slides/slide20.xml" Id="Rbba9ed5b869b4aff" /><Relationship Type="http://schemas.openxmlformats.org/officeDocument/2006/relationships/slide" Target="/ppt/slides/slide21.xml" Id="R00e5f186f0d64533" /><Relationship Type="http://schemas.openxmlformats.org/officeDocument/2006/relationships/slide" Target="/ppt/slides/slide22.xml" Id="Rbd9578a1e85a4b1b" /><Relationship Type="http://schemas.openxmlformats.org/officeDocument/2006/relationships/slide" Target="/ppt/slides/slide23.xml" Id="Re0776c9c1e98404f" /><Relationship Type="http://schemas.openxmlformats.org/officeDocument/2006/relationships/slide" Target="/ppt/slides/slide24.xml" Id="R298bd3eabb8042ee" /><Relationship Type="http://schemas.openxmlformats.org/officeDocument/2006/relationships/slide" Target="/ppt/slides/slide25.xml" Id="R9e5eea708d974f50" /><Relationship Type="http://schemas.openxmlformats.org/officeDocument/2006/relationships/slide" Target="/ppt/slides/slide26.xml" Id="Rad9ace0f7cf0437a" /><Relationship Type="http://schemas.openxmlformats.org/officeDocument/2006/relationships/slide" Target="/ppt/slides/slide27.xml" Id="R8271fe33a0544105" /><Relationship Type="http://schemas.openxmlformats.org/officeDocument/2006/relationships/slide" Target="/ppt/slides/slide28.xml" Id="R8efa9ce4f7484339" /><Relationship Type="http://schemas.openxmlformats.org/officeDocument/2006/relationships/slide" Target="/ppt/slides/slide29.xml" Id="R074e61d2ade14405" /><Relationship Type="http://schemas.openxmlformats.org/officeDocument/2006/relationships/slide" Target="/ppt/slides/slide30.xml" Id="R9e802708300f49bd" /><Relationship Type="http://schemas.openxmlformats.org/officeDocument/2006/relationships/slide" Target="/ppt/slides/slide31.xml" Id="Rd926315063524fad" /><Relationship Type="http://schemas.openxmlformats.org/officeDocument/2006/relationships/slide" Target="/ppt/slides/slide32.xml" Id="R7b72f3d4d55e4a93" /><Relationship Type="http://schemas.openxmlformats.org/officeDocument/2006/relationships/slide" Target="/ppt/slides/slide33.xml" Id="R02705abc64c64323" /><Relationship Type="http://schemas.openxmlformats.org/officeDocument/2006/relationships/slide" Target="/ppt/slides/slide34.xml" Id="Ra1eb5e17455e481c" /><Relationship Type="http://schemas.openxmlformats.org/officeDocument/2006/relationships/slide" Target="/ppt/slides/slide35.xml" Id="Rd8bdfc5fb28e43b6" /><Relationship Type="http://schemas.openxmlformats.org/officeDocument/2006/relationships/slide" Target="/ppt/slides/slide36.xml" Id="R3347ce4024d34f41" /><Relationship Type="http://schemas.openxmlformats.org/officeDocument/2006/relationships/slide" Target="/ppt/slides/slide37.xml" Id="Rebc6ff43e4704818" /><Relationship Type="http://schemas.openxmlformats.org/officeDocument/2006/relationships/slide" Target="/ppt/slides/slide38.xml" Id="Re24669a0a74446fc" /><Relationship Type="http://schemas.openxmlformats.org/officeDocument/2006/relationships/slide" Target="/ppt/slides/slide39.xml" Id="Rd0efcdb4e7104ded" /><Relationship Type="http://schemas.openxmlformats.org/officeDocument/2006/relationships/slide" Target="/ppt/slides/slide40.xml" Id="R52528522f8504811" /><Relationship Type="http://schemas.openxmlformats.org/officeDocument/2006/relationships/slide" Target="/ppt/slides/slide41.xml" Id="Rd1c40c9926004657" /><Relationship Type="http://schemas.openxmlformats.org/officeDocument/2006/relationships/slide" Target="/ppt/slides/slide42.xml" Id="R301953cab97444d1" /><Relationship Type="http://schemas.openxmlformats.org/officeDocument/2006/relationships/slide" Target="/ppt/slides/slide43.xml" Id="R3d873ab047a64b52" /><Relationship Type="http://schemas.openxmlformats.org/officeDocument/2006/relationships/slide" Target="/ppt/slides/slide44.xml" Id="R8a9d408842a044cf" /><Relationship Type="http://schemas.openxmlformats.org/officeDocument/2006/relationships/slide" Target="/ppt/slides/slide45.xml" Id="R7088e52438cd4682" /><Relationship Type="http://schemas.openxmlformats.org/officeDocument/2006/relationships/slide" Target="/ppt/slides/slide46.xml" Id="R539d659ad9c44c8a" /><Relationship Type="http://schemas.openxmlformats.org/officeDocument/2006/relationships/slide" Target="/ppt/slides/slide47.xml" Id="R62a2a7f1b25745f0" /><Relationship Type="http://schemas.openxmlformats.org/officeDocument/2006/relationships/slide" Target="/ppt/slides/slide48.xml" Id="R054dbcd05f5549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5413fc6165054e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eba60107f94779" /><Relationship Type="http://schemas.openxmlformats.org/officeDocument/2006/relationships/notesMaster" Target="/ppt/notesMasters/notesMaster1.xml" Id="Raa11617b373345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a8e9e9051d4ddd" /><Relationship Type="http://schemas.openxmlformats.org/officeDocument/2006/relationships/notesMaster" Target="/ppt/notesMasters/notesMaster1.xml" Id="R0c86694e1cf247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af4262fc9c4249" /><Relationship Type="http://schemas.openxmlformats.org/officeDocument/2006/relationships/notesMaster" Target="/ppt/notesMasters/notesMaster1.xml" Id="R23ceff3f9aca49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53d3d3dc5c4039" /><Relationship Type="http://schemas.openxmlformats.org/officeDocument/2006/relationships/notesMaster" Target="/ppt/notesMasters/notesMaster1.xml" Id="R40cb31997cd743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5306f7985347f7" /><Relationship Type="http://schemas.openxmlformats.org/officeDocument/2006/relationships/notesMaster" Target="/ppt/notesMasters/notesMaster1.xml" Id="R005abf108e9d42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c700305c44418a" /><Relationship Type="http://schemas.openxmlformats.org/officeDocument/2006/relationships/notesMaster" Target="/ppt/notesMasters/notesMaster1.xml" Id="R1d57ea1c08ab41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247f70474e4ce7" /><Relationship Type="http://schemas.openxmlformats.org/officeDocument/2006/relationships/notesMaster" Target="/ppt/notesMasters/notesMaster1.xml" Id="R7dcd37df0c884f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6926c18a774969" /><Relationship Type="http://schemas.openxmlformats.org/officeDocument/2006/relationships/notesMaster" Target="/ppt/notesMasters/notesMaster1.xml" Id="Rb111e54c76e74e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a2f1e6a1b54efa" /><Relationship Type="http://schemas.openxmlformats.org/officeDocument/2006/relationships/notesMaster" Target="/ppt/notesMasters/notesMaster1.xml" Id="Rb1e8cfd1215444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995d25aed14d9b" /><Relationship Type="http://schemas.openxmlformats.org/officeDocument/2006/relationships/notesMaster" Target="/ppt/notesMasters/notesMaster1.xml" Id="R5ccee939823342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34cf9a4f0e4fbe" /><Relationship Type="http://schemas.openxmlformats.org/officeDocument/2006/relationships/notesMaster" Target="/ppt/notesMasters/notesMaster1.xml" Id="Rc2597c60c8c14d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65520cc9ec48bb" /><Relationship Type="http://schemas.openxmlformats.org/officeDocument/2006/relationships/notesMaster" Target="/ppt/notesMasters/notesMaster1.xml" Id="Re34bf361b78649a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cce31165c804c14" /><Relationship Type="http://schemas.openxmlformats.org/officeDocument/2006/relationships/notesMaster" Target="/ppt/notesMasters/notesMaster1.xml" Id="R0604231f99574e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d7f37f966884934" /><Relationship Type="http://schemas.openxmlformats.org/officeDocument/2006/relationships/notesMaster" Target="/ppt/notesMasters/notesMaster1.xml" Id="Rc278ff0fbb8f44a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0d239dc19a84590" /><Relationship Type="http://schemas.openxmlformats.org/officeDocument/2006/relationships/notesMaster" Target="/ppt/notesMasters/notesMaster1.xml" Id="Rbca10a241b8d4a9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0a5f36a9994125" /><Relationship Type="http://schemas.openxmlformats.org/officeDocument/2006/relationships/notesMaster" Target="/ppt/notesMasters/notesMaster1.xml" Id="R8b722c75e7da45a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2a10b8ba2e4e63" /><Relationship Type="http://schemas.openxmlformats.org/officeDocument/2006/relationships/notesMaster" Target="/ppt/notesMasters/notesMaster1.xml" Id="Re2698fa83de04e0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be384c7759e421d" /><Relationship Type="http://schemas.openxmlformats.org/officeDocument/2006/relationships/notesMaster" Target="/ppt/notesMasters/notesMaster1.xml" Id="R7f60740ceaeb428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99af091206d4b06" /><Relationship Type="http://schemas.openxmlformats.org/officeDocument/2006/relationships/notesMaster" Target="/ppt/notesMasters/notesMaster1.xml" Id="Rfb525ff4bef943d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d25f4c4fb6f45b7" /><Relationship Type="http://schemas.openxmlformats.org/officeDocument/2006/relationships/notesMaster" Target="/ppt/notesMasters/notesMaster1.xml" Id="R987ed2c854f649e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4d7d505380b4316" /><Relationship Type="http://schemas.openxmlformats.org/officeDocument/2006/relationships/notesMaster" Target="/ppt/notesMasters/notesMaster1.xml" Id="R201aaa5aff7b446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6e3bd5bb32d4478" /><Relationship Type="http://schemas.openxmlformats.org/officeDocument/2006/relationships/notesMaster" Target="/ppt/notesMasters/notesMaster1.xml" Id="Rc1404248904d468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c65033ce6804a67" /><Relationship Type="http://schemas.openxmlformats.org/officeDocument/2006/relationships/notesMaster" Target="/ppt/notesMasters/notesMaster1.xml" Id="Rd7f59eea223b47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2a377a315a04f57" /><Relationship Type="http://schemas.openxmlformats.org/officeDocument/2006/relationships/notesMaster" Target="/ppt/notesMasters/notesMaster1.xml" Id="Rb22f43ee874440b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a35e9418a934ea0" /><Relationship Type="http://schemas.openxmlformats.org/officeDocument/2006/relationships/notesMaster" Target="/ppt/notesMasters/notesMaster1.xml" Id="R8ac74cbcb9884ba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da0a37c17014206" /><Relationship Type="http://schemas.openxmlformats.org/officeDocument/2006/relationships/notesMaster" Target="/ppt/notesMasters/notesMaster1.xml" Id="R9d9b73793b9e434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09949d16e8e48a5" /><Relationship Type="http://schemas.openxmlformats.org/officeDocument/2006/relationships/notesMaster" Target="/ppt/notesMasters/notesMaster1.xml" Id="R04b69bdd16bc4b5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aee944b00e24e55" /><Relationship Type="http://schemas.openxmlformats.org/officeDocument/2006/relationships/notesMaster" Target="/ppt/notesMasters/notesMaster1.xml" Id="R3ad523b3183b4c1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5804ea7a46d447d" /><Relationship Type="http://schemas.openxmlformats.org/officeDocument/2006/relationships/notesMaster" Target="/ppt/notesMasters/notesMaster1.xml" Id="R21f5639490f84bc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96d865c33c24d3f" /><Relationship Type="http://schemas.openxmlformats.org/officeDocument/2006/relationships/notesMaster" Target="/ppt/notesMasters/notesMaster1.xml" Id="R1d5d6e636bd74d0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b76def80036457a" /><Relationship Type="http://schemas.openxmlformats.org/officeDocument/2006/relationships/notesMaster" Target="/ppt/notesMasters/notesMaster1.xml" Id="R16a93e260b7d412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0591501210d4760" /><Relationship Type="http://schemas.openxmlformats.org/officeDocument/2006/relationships/notesMaster" Target="/ppt/notesMasters/notesMaster1.xml" Id="Rbac8447e4f0e4f6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daca4215eb743e2" /><Relationship Type="http://schemas.openxmlformats.org/officeDocument/2006/relationships/notesMaster" Target="/ppt/notesMasters/notesMaster1.xml" Id="Rec8f36a8ee1a432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8f6a937c7c3453c" /><Relationship Type="http://schemas.openxmlformats.org/officeDocument/2006/relationships/notesMaster" Target="/ppt/notesMasters/notesMaster1.xml" Id="R34969db2765a4ca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cac3aa304b84d90" /><Relationship Type="http://schemas.openxmlformats.org/officeDocument/2006/relationships/notesMaster" Target="/ppt/notesMasters/notesMaster1.xml" Id="R35f4e26b601c40c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797a10f21784bb0" /><Relationship Type="http://schemas.openxmlformats.org/officeDocument/2006/relationships/notesMaster" Target="/ppt/notesMasters/notesMaster1.xml" Id="Rbc19e3880605438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4c239f780c94080" /><Relationship Type="http://schemas.openxmlformats.org/officeDocument/2006/relationships/notesMaster" Target="/ppt/notesMasters/notesMaster1.xml" Id="Reae2b23188244c1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b9735aa8d324e11" /><Relationship Type="http://schemas.openxmlformats.org/officeDocument/2006/relationships/notesMaster" Target="/ppt/notesMasters/notesMaster1.xml" Id="R16b1be564e024e7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f71981c41e24009" /><Relationship Type="http://schemas.openxmlformats.org/officeDocument/2006/relationships/notesMaster" Target="/ppt/notesMasters/notesMaster1.xml" Id="R68e30f0ae0894f1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8699bfed3d44e20" /><Relationship Type="http://schemas.openxmlformats.org/officeDocument/2006/relationships/notesMaster" Target="/ppt/notesMasters/notesMaster1.xml" Id="R3b7a72414ba441f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87a7bf7f8184200" /><Relationship Type="http://schemas.openxmlformats.org/officeDocument/2006/relationships/notesMaster" Target="/ppt/notesMasters/notesMaster1.xml" Id="Rd837b9e198fb42a1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295f182c12c44c1" /><Relationship Type="http://schemas.openxmlformats.org/officeDocument/2006/relationships/notesMaster" Target="/ppt/notesMasters/notesMaster1.xml" Id="R9de05dcb22124c9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e91695e2b754dbf" /><Relationship Type="http://schemas.openxmlformats.org/officeDocument/2006/relationships/notesMaster" Target="/ppt/notesMasters/notesMaster1.xml" Id="Rda38bd5a13d946c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718f3deb8444f8c" /><Relationship Type="http://schemas.openxmlformats.org/officeDocument/2006/relationships/notesMaster" Target="/ppt/notesMasters/notesMaster1.xml" Id="R7c809c205ae24ab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993dcbde63a45b0" /><Relationship Type="http://schemas.openxmlformats.org/officeDocument/2006/relationships/notesMaster" Target="/ppt/notesMasters/notesMaster1.xml" Id="Ra4918b086cda4b1a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fcc4240c3e4411b" /><Relationship Type="http://schemas.openxmlformats.org/officeDocument/2006/relationships/notesMaster" Target="/ppt/notesMasters/notesMaster1.xml" Id="Rfad6c269a0cb47b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aa3892a74ad40b5" /><Relationship Type="http://schemas.openxmlformats.org/officeDocument/2006/relationships/notesMaster" Target="/ppt/notesMasters/notesMaster1.xml" Id="R8584ed0e55cb406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961dd5d871354221" /><Relationship Type="http://schemas.openxmlformats.org/officeDocument/2006/relationships/notesMaster" Target="/ppt/notesMasters/notesMaster1.xml" Id="Reb28add05afc4f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1.1。Windows · 复用 G 盘源码、SDK 与 Python 环境</a:t>
            </a:r>
          </a:p>
          <a:p xmlns:a="http://schemas.openxmlformats.org/drawingml/2006/main">
            <a:r>
              <a:t>主讲人：lizhaojun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1.1。已有命令行环境是起点。插件需要识别环境，再记录应用与构建配置。</a:t>
            </a:r>
          </a:p>
          <a:p xmlns:a="http://schemas.openxmlformats.org/drawingml/2006/main">
            <a:r>
              <a:t>贯穿实例：hello_world 应用，mps2/an386 官方 ARM 目标。</a:t>
            </a:r>
          </a:p>
          <a:p xmlns:a="http://schemas.openxmlformats.org/drawingml/2006/main">
            <a:r>
              <a:t>完成结果：构建得到 ELF，源码跳转使用本次编译参数。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1.2。编辑器根可以是 zephyr-main；west 会向上发现父目录的 .west。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1.2。Python 虚拟环境提供 west 与构建脚本依赖。</a:t>
            </a:r>
          </a:p>
          <a:p xmlns:a="http://schemas.openxmlformats.org/drawingml/2006/main">
            <a:r>
              <a:t>SDK 提供目标 GCC、链接器等工具。</a:t>
            </a:r>
          </a:p>
          <a:p xmlns:a="http://schemas.openxmlformats.org/drawingml/2006/main">
            <a:r>
              <a:t>激活 .venv 决定当前终端使用哪一份 Python。指定 SDK 决定构建从哪里取得工具链。</a:t>
            </a:r>
          </a:p>
          <a:p xmlns:a="http://schemas.openxmlformats.org/drawingml/2006/main">
            <a:r>
              <a:t>官方教程的用户目录只是示例。已有 G 盘环境可以继续使用。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1.2。Win+E 打开资源管理器，在地址栏进入 G:/zephyr_practice。</a:t>
            </a:r>
          </a:p>
          <a:p xmlns:a="http://schemas.openxmlformats.org/drawingml/2006/main">
            <a:r>
              <a:t>.west/config 应存在，manifest 的 path 应指向 zephyr-main。</a:t>
            </a:r>
          </a:p>
          <a:p xmlns:a="http://schemas.openxmlformats.org/drawingml/2006/main">
            <a:r>
              <a:t>zephyr-main/.venv/Scripts/python.exe 应存在。</a:t>
            </a:r>
          </a:p>
          <a:p xmlns:a="http://schemas.openxmlformats.org/drawingml/2006/main">
            <a:r>
              <a:t>SDK 内应有 sdk_version 和 gnu 目录。</a:t>
            </a:r>
          </a:p>
          <a:p xmlns:a="http://schemas.openxmlformats.org/drawingml/2006/main">
            <a:r>
              <a:t>文件存在只是第一步；之后的扫描和构建确认它们能否工作。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1.2。插件使用已有 Python 环境，构建还需要 Windows 能找到 CMake、Ninja 和 DTC。</a:t>
            </a:r>
          </a:p>
          <a:p xmlns:a="http://schemas.openxmlformats.org/drawingml/2006/main">
            <a:r>
              <a:t>本机已在普通 PowerShell 环境完成等价构建，无需先启动 UCRT64。</a:t>
            </a:r>
          </a:p>
          <a:p xmlns:a="http://schemas.openxmlformats.org/drawingml/2006/main">
            <a:r>
              <a:t>可选检查命令见 MD 1.2 与 commands/01；</a:t>
            </a:r>
          </a:p>
          <a:p xmlns:a="http://schemas.openxmlformats.org/drawingml/2006/main">
            <a:r>
              <a:t>仅在核对或排错时执行。</a:t>
            </a:r>
          </a:p>
          <a:p xmlns:a="http://schemas.openxmlformats.org/drawingml/2006/main">
            <a:r>
              <a:t>插件扫描不检查每一个 Python 包。依赖是否齐全，以实际构建结果为准。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1.3。不需要每次从 UCRT64 启动 VS Code，也不需要重新下载源码、SDK 或 venv</a:t>
            </a:r>
          </a:p>
          <a:p xmlns:a="http://schemas.openxmlformats.org/drawingml/2006/main">
            <a:r>
              <a:t>主线：正常打开 VS Code，填写路径，登记并扫描已有环境</a:t>
            </a:r>
          </a:p>
          <a:p xmlns:a="http://schemas.openxmlformats.org/drawingml/2006/main">
            <a:r>
              <a:t>settings.json 保存路径；插件安装记录保存 west 根、源码和环境状态</a:t>
            </a:r>
          </a:p>
          <a:p xmlns:a="http://schemas.openxmlformats.org/drawingml/2006/main">
            <a:r>
              <a:t>Add Project 添加应用，Add Build 选择板与参数</a:t>
            </a:r>
          </a:p>
          <a:p xmlns:a="http://schemas.openxmlformats.org/drawingml/2006/main">
            <a:r>
              <a:t>依据：https://zephyr-ide.mylonics.com/getting-started/external-environments/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1.4。正常打开 VS Code，不用先打开 UCRT64 或手动 activate</a:t>
            </a:r>
          </a:p>
          <a:p xmlns:a="http://schemas.openxmlformats.org/drawingml/2006/main">
            <a:r>
              <a:t>文件 → 打开文件夹：G:/zephyr_practice/zephyr-main</a:t>
            </a:r>
          </a:p>
          <a:p xmlns:a="http://schemas.openxmlformats.org/drawingml/2006/main">
            <a:r>
              <a:t>先保存工作区 settings.json，再登记父目录 G:/zephyr_practice</a:t>
            </a:r>
          </a:p>
          <a:p xmlns:a="http://schemas.openxmlformats.org/drawingml/2006/main">
            <a:r>
              <a:t>编辑器根与 west 根允许不同；本章固定使用源码根布局</a:t>
            </a:r>
          </a:p>
          <a:p xmlns:a="http://schemas.openxmlformats.org/drawingml/2006/main">
            <a:r>
              <a:t>依据：https://zephyr-ide.mylonics.com/getting-started/external-environments/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1.5。Ctrl+Shift+X 打开扩展，搜索 @id:mylonics.zephyr-ide，确认发布者为 Mylonics。</a:t>
            </a:r>
          </a:p>
          <a:p xmlns:a="http://schemas.openxmlformats.org/drawingml/2006/main">
            <a:r>
              <a:t>本章按已安装的 IDE for Zephyr 4.1.1 讲解。</a:t>
            </a:r>
          </a:p>
          <a:p xmlns:a="http://schemas.openxmlformats.org/drawingml/2006/main">
            <a:r>
              <a:t>已有插件时记录版本，无需重复安装。</a:t>
            </a:r>
          </a:p>
          <a:p xmlns:a="http://schemas.openxmlformats.org/drawingml/2006/main">
            <a:r>
              <a:t>源码浏览使用 Microsoft C/C++：ms-vscode.cpptools。Cortex-Debug 留给后续调试。</a:t>
            </a:r>
          </a:p>
          <a:p xmlns:a="http://schemas.openxmlformats.org/drawingml/2006/main">
            <a:r>
              <a:t>名称相近的 Workbench for Zephyr 和 nRF Connect 使用不同的配置入口。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1.5。Ctrl+Shift+P，运行 Preferences: Open Workspace Settings (JSON)。</a:t>
            </a:r>
          </a:p>
          <a:p xmlns:a="http://schemas.openxmlformats.org/drawingml/2006/main">
            <a:r>
              <a:t>确认文件是 G:/zephyr_practice/zephyr-main/.vscode/settings.json。</a:t>
            </a:r>
          </a:p>
          <a:p xmlns:a="http://schemas.openxmlformats.org/drawingml/2006/main">
            <a:r>
              <a:t>已有文件也可 Ctrl+P 输入 .vscode/settings.json 打开；应编辑工作区设置。</a:t>
            </a:r>
          </a:p>
          <a:p xmlns:a="http://schemas.openxmlformats.org/drawingml/2006/main">
            <a:r>
              <a:t>文件不存在时新建 .vscode 文件夹及 settings.json；名称末尾不能多出 .txt。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1.5。settings.json：本机环境路径与编辑器行为，例如已有 venv 和 SDK 搜索目录。</a:t>
            </a:r>
          </a:p>
          <a:p xmlns:a="http://schemas.openxmlformats.org/drawingml/2006/main">
            <a:r>
              <a:t>插件安装记录：登记 west 工作区、扫描源码和版本，由插件保存。</a:t>
            </a:r>
          </a:p>
          <a:p xmlns:a="http://schemas.openxmlformats.org/drawingml/2006/main">
            <a:r>
              <a:t>zephyr-ide.json：应用在哪里、为哪个板构建、输出存在哪里。</a:t>
            </a:r>
          </a:p>
          <a:p xmlns:a="http://schemas.openxmlformats.org/drawingml/2006/main">
            <a:r>
              <a:t>因此只改 settings.json 还不够：后面仍需登记环境、添加应用与 Build。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1.5。这是 settings.json 内容，不是终端命令。合并时不要重复外层花括号。</a:t>
            </a:r>
          </a:p>
          <a:p xmlns:a="http://schemas.openxmlformats.org/drawingml/2006/main">
            <a:r>
              <a:t>venvFolder 填 .venv 根；toolchainDirectory 填包含 SDK 的父目录。</a:t>
            </a:r>
          </a:p>
          <a:p xmlns:a="http://schemas.openxmlformats.org/drawingml/2006/main">
            <a:r>
              <a:t>依据：https://zephyr-ide.mylonics.com/reference/configuration/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1.5。插件设置 zephyr-ide.toolchainDirectory = G:/zephyr_practice，用于查找 SDK 安装。</a:t>
            </a:r>
          </a:p>
          <a:p xmlns:a="http://schemas.openxmlformats.org/drawingml/2006/main">
            <a:r>
              <a:t>进程变量 ZEPHYR_SDK_INSTALL_DIR = G:/zephyr_practice/zephyr-sdk-1.0.1，指定具体 SDK 根。</a:t>
            </a:r>
          </a:p>
          <a:p xmlns:a="http://schemas.openxmlformats.org/drawingml/2006/main">
            <a:r>
              <a:t>把同名 ZEPHYR_SDK_INSTALL_DIR 直接写在 settings.json 顶层，不会创建环境变量。应移除这个无效设置。</a:t>
            </a:r>
          </a:p>
          <a:p xmlns:a="http://schemas.openxmlformats.org/drawingml/2006/main">
            <a:r>
              <a:t>依据：https://zephyr-ide.mylonics.com/reference/configuration/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1.5。移除顶层 ZEPHYR_SDK_INSTALL_DIR；它不是这个扩展注册的 VS Code 设置。</a:t>
            </a:r>
          </a:p>
          <a:p xmlns:a="http://schemas.openxmlformats.org/drawingml/2006/main">
            <a:r>
              <a:t>保留已有 terminal.integrated.defaultProfile.windows、C_Cpp.default.compileCommands 和 cmake.configureOnOpen。</a:t>
            </a:r>
          </a:p>
          <a:p xmlns:a="http://schemas.openxmlformats.org/drawingml/2006/main">
            <a:r>
              <a:t>再加入前页的 venvFolder、toolchainDirectory、useClangd 与 IntelliSense 设置。</a:t>
            </a:r>
          </a:p>
          <a:p xmlns:a="http://schemas.openxmlformats.org/drawingml/2006/main">
            <a:r>
              <a:t>下一页提供合并后的完整示例；对应 commands/08-settings-existing.json。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1.5。本例保留现有终端与编译数据库设置；构建成功后再调整数据库路径。</a:t>
            </a:r>
          </a:p>
          <a:p xmlns:a="http://schemas.openxmlformats.org/drawingml/2006/main">
            <a:r>
              <a:t>依据：https://zephyr-ide.mylonics.com/reference/configuration/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1.5。同一个对象只有一对外层花括号；新增字段放进原对象，不能在末尾再粘一份对象。</a:t>
            </a:r>
          </a:p>
          <a:p xmlns:a="http://schemas.openxmlformats.org/drawingml/2006/main">
            <a:r>
              <a:t>字段名与路径都用英文双引号。路径使用 /，无需写 Windows 反斜杠转义。</a:t>
            </a:r>
          </a:p>
          <a:p xmlns:a="http://schemas.openxmlformats.org/drawingml/2006/main">
            <a:r>
              <a:t>同名字段只保留一次；相邻字段之间有逗号。Ctrl+S 保存。</a:t>
            </a:r>
          </a:p>
          <a:p xmlns:a="http://schemas.openxmlformats.org/drawingml/2006/main">
            <a:r>
              <a:t>检查“问题”面板中的 JSON 语法错误。语法通过后，继续登记已有环境。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1.6。登记命令选择父目录 G:/zephyr_practice，而编辑器打开源码根 zephyr-main。</a:t>
            </a:r>
          </a:p>
          <a:p xmlns:a="http://schemas.openxmlformats.org/drawingml/2006/main">
            <a:r>
              <a:t>Mark workspace as already set up 跳过安装；</a:t>
            </a:r>
          </a:p>
          <a:p xmlns:a="http://schemas.openxmlformats.org/drawingml/2006/main">
            <a:r>
              <a:t>它不代表已经发现了源码与 venv。</a:t>
            </a:r>
          </a:p>
          <a:p xmlns:a="http://schemas.openxmlformats.org/drawingml/2006/main">
            <a:r>
              <a:t>接着运行 Configure Existing Environment (Scan Zephyr Dir/Version)。</a:t>
            </a:r>
          </a:p>
          <a:p xmlns:a="http://schemas.openxmlformats.org/drawingml/2006/main">
            <a:r>
              <a:t>这里的扫描读取已有 venv、执行 west list 并读取版本；不调用安装和更新。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1.6。登记和扫描完成后，插件向构建任务提供已有环境；重开窗口可复用登记</a:t>
            </a:r>
          </a:p>
          <a:p xmlns:a="http://schemas.openxmlformats.org/drawingml/2006/main">
            <a:r>
              <a:t>普通 Windows 主机工具还需可找到。缺某个工具时针对该项处理</a:t>
            </a:r>
          </a:p>
          <a:p xmlns:a="http://schemas.openxmlformats.org/drawingml/2006/main">
            <a:r>
              <a:t>依据：https://zephyr-ide.mylonics.com/getting-started/external-environments/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1.6。Ctrl+Shift+P → Zephyr IDE: Setup Workspace from External Directory。</a:t>
            </a:r>
          </a:p>
          <a:p xmlns:a="http://schemas.openxmlformats.org/drawingml/2006/main">
            <a:r>
              <a:t>目录选择框地址栏输入 G:/zephyr_practice，选择这个包含 .west 的目录。</a:t>
            </a:r>
          </a:p>
          <a:p xmlns:a="http://schemas.openxmlformats.org/drawingml/2006/main">
            <a:r>
              <a:t>此处登记 west 工作区根；VS Code 继续打开 zephyr-main，无需切换编辑器目录。</a:t>
            </a:r>
          </a:p>
          <a:p xmlns:a="http://schemas.openxmlformats.org/drawingml/2006/main">
            <a:r>
              <a:t>选择 Mark workspace as already set up，然后按 MD 1.6 执行已有环境扫描。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1.6。</a:t>
            </a:r>
          </a:p>
          <a:p xmlns:a="http://schemas.openxmlformats.org/drawingml/2006/main">
            <a:r>
              <a:t>依据：https://github.com/mylonics/zephyr-ide；图片：https://raw.githubusercontent.com/mylonics/zephyr-ide/develop/docs/media/main_build.png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1.6。Ctrl+Shift+P → Zephyr IDE: Configure Existing Environment (Scan Zephyr Dir/Version)。</a:t>
            </a:r>
          </a:p>
          <a:p xmlns:a="http://schemas.openxmlformats.org/drawingml/2006/main">
            <a:r>
              <a:t>成功提示包含 Zephyr environment configured，路径应为 G:/zephyr_practice/zephyr-main。</a:t>
            </a:r>
          </a:p>
          <a:p xmlns:a="http://schemas.openxmlformats.org/drawingml/2006/main">
            <a:r>
              <a:t>扫描同时核对已有 venv；只完成一部分时会出现对应警告，不能当成全部成功。</a:t>
            </a:r>
          </a:p>
          <a:p xmlns:a="http://schemas.openxmlformats.org/drawingml/2006/main">
            <a:r>
              <a:t>扫描成功仍为 Not Updated：执行 Skip West Setup。</a:t>
            </a:r>
          </a:p>
          <a:p xmlns:a="http://schemas.openxmlformats.org/drawingml/2006/main">
            <a:r>
              <a:t>状态不刷新时保存文件后 Reload Window。</a:t>
            </a:r>
          </a:p>
          <a:p xmlns:a="http://schemas.openxmlformats.org/drawingml/2006/main">
            <a:r>
              <a:t>依据：https://zephyr-ide.mylonics.com/getting-started/external-environments/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1.6。提示找不到 Python 环境：回 settings.json 检查 venvFolder 下是否有 Scripts/python.exe。</a:t>
            </a:r>
          </a:p>
          <a:p xmlns:a="http://schemas.openxmlformats.org/drawingml/2006/main">
            <a:r>
              <a:t>提示找不到 Zephyr：检查登记目录的 .west/config，再看 west 是否能列出 zephyr-main。</a:t>
            </a:r>
          </a:p>
          <a:p xmlns:a="http://schemas.openxmlformats.org/drawingml/2006/main">
            <a:r>
              <a:t>Ctrl+Shift+U 打开“输出”，选择 Zephyr IDE 相关通道查看具体提示。</a:t>
            </a:r>
          </a:p>
          <a:p xmlns:a="http://schemas.openxmlformats.org/drawingml/2006/main">
            <a:r>
              <a:t>此时 Projects 为空可以正常：环境扫描成功之后，还要手动 Add Project。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1.7。Ctrl+Shift+P，执行 Zephyr IDE: Add Project。</a:t>
            </a:r>
          </a:p>
          <a:p xmlns:a="http://schemas.openxmlformats.org/drawingml/2006/main">
            <a:r>
              <a:t>在 Select Project Folder 中选择 G:/zephyr_practice/zephyr-main/samples/hello_world。</a:t>
            </a:r>
          </a:p>
          <a:p xmlns:a="http://schemas.openxmlformats.org/drawingml/2006/main">
            <a:r>
              <a:t>项目列表出现 hello_world 后，打开其 CMakeLists.txt、prj.conf 和 src/main.c。</a:t>
            </a:r>
          </a:p>
          <a:p xmlns:a="http://schemas.openxmlformats.org/drawingml/2006/main">
            <a:r>
              <a:t>应选择包含应用 CMakeLists.txt 的目录。选择 src 子目录会缺少入口。</a:t>
            </a:r>
          </a:p>
          <a:p xmlns:a="http://schemas.openxmlformats.org/drawingml/2006/main">
            <a:r>
              <a:t>依据：https://zephyr-ide.mylonics.com/user-guide/project-setup/；本机扩展资源 schema 与 Build 向导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1.7。在插件 Projects 中应出现 hello_world。Add Project 登记应用目录，不会复制或下载整个源码树。</a:t>
            </a:r>
          </a:p>
          <a:p xmlns:a="http://schemas.openxmlformats.org/drawingml/2006/main">
            <a:r>
              <a:t>插件把应用记录写入 .vscode/zephyr-ide.json；Project 的 relPath 是 samples/hello_world。</a:t>
            </a:r>
          </a:p>
          <a:p xmlns:a="http://schemas.openxmlformats.org/drawingml/2006/main">
            <a:r>
              <a:t>kernel、drivers、include 是 Zephyr 源码目录；无需把每个目录都添加为 Project。</a:t>
            </a:r>
          </a:p>
          <a:p xmlns:a="http://schemas.openxmlformats.org/drawingml/2006/main">
            <a:r>
              <a:t>接下来给 hello_world 添加 Build，决定板、参数和输出目录。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1.7。只读摘录：samples/hello_world/CMakeLists.txt 已在官方源码中，无需重新创建。</a:t>
            </a:r>
          </a:p>
          <a:p xmlns:a="http://schemas.openxmlformats.org/drawingml/2006/main">
            <a:r>
              <a:t>find_package 加载 Zephyr 构建配置，target_sources 把应用源文件加入目标。</a:t>
            </a:r>
          </a:p>
          <a:p xmlns:a="http://schemas.openxmlformats.org/drawingml/2006/main">
            <a:r>
              <a:t>内核与驱动由 Zephyr 按板和配置选择，不需要在 IDE 中逐个导入。</a:t>
            </a:r>
          </a:p>
          <a:p xmlns:a="http://schemas.openxmlformats.org/drawingml/2006/main">
            <a:r>
              <a:t>依据：https://docs.zephyrproject.org/latest/develop/application/index.html；G:/zephyr_practice/zephyr-main/samples/hello_world/CMakeLists.txt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1.8。Ctrl+Shift+P → Zephyr IDE: Set Active Project，选择 hello_world。</a:t>
            </a:r>
          </a:p>
          <a:p xmlns:a="http://schemas.openxmlformats.org/drawingml/2006/main">
            <a:r>
              <a:t>再运行 Zephyr IDE: Add Build Configuration，进入该应用的构建向导。</a:t>
            </a:r>
          </a:p>
          <a:p xmlns:a="http://schemas.openxmlformats.org/drawingml/2006/main">
            <a:r>
              <a:t>本例选择官方 mps2/an386 ARM 目标，先验证整条构建流程。</a:t>
            </a:r>
          </a:p>
          <a:p xmlns:a="http://schemas.openxmlformats.org/drawingml/2006/main">
            <a:r>
              <a:t>Build 名称 ide-mps2 是本地配置名。首次实验只编译，无需连接开发板。</a:t>
            </a:r>
          </a:p>
          <a:p xmlns:a="http://schemas.openxmlformats.org/drawingml/2006/main">
            <a:r>
              <a:t>依据：https://zephyr-ide.mylonics.com/user-guide/project-setup/；本机扩展资源 schema 与 Build 向导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1.8。Pick Additional Board Directory：选择 Zephyr Directory Only，使用当前源码自带的板定义。</a:t>
            </a:r>
          </a:p>
          <a:p xmlns:a="http://schemas.openxmlformats.org/drawingml/2006/main">
            <a:r>
              <a:t>Pick Board：搜索 mps2 并选择 an386 对应项，最终 board 为 mps2/an386。</a:t>
            </a:r>
          </a:p>
          <a:p xmlns:a="http://schemas.openxmlformats.org/drawingml/2006/main">
            <a:r>
              <a:t>如果板有修订版本，才会出现 Pick Revision；本例没有就继续。</a:t>
            </a:r>
          </a:p>
          <a:p xmlns:a="http://schemas.openxmlformats.org/drawingml/2006/main">
            <a:r>
              <a:t>Enter build configuration name：输入 ide-mps2，按 Enter。随后填写下一页参数。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1.8。优化选择 Not set (configured in KConfig)，让应用配置决定优化。</a:t>
            </a:r>
          </a:p>
          <a:p xmlns:a="http://schemas.openxmlformats.org/drawingml/2006/main">
            <a:r>
              <a:t>Additional Build Arguments 留空。它对应 west 自身的参数。</a:t>
            </a:r>
          </a:p>
          <a:p xmlns:a="http://schemas.openxmlformats.org/drawingml/2006/main">
            <a:r>
              <a:t>Modify CMake Arguments 填入以下 CMake 参数：</a:t>
            </a:r>
          </a:p>
          <a:p xmlns:a="http://schemas.openxmlformats.org/drawingml/2006/main">
            <a:r>
              <a:t>-DCMAKE_EXPORT_COMPILE_COMMANDS=ON</a:t>
            </a:r>
          </a:p>
          <a:p xmlns:a="http://schemas.openxmlformats.org/drawingml/2006/main">
            <a:r>
              <a:t>完成后 Set Active Build 选择 ide-mps2。首次构建不需要 Runner Profile。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1.9。Ctrl+P 打开 G:/zephyr_practice/zephyr-main/.vscode/zephyr-ide.json。</a:t>
            </a:r>
          </a:p>
          <a:p xmlns:a="http://schemas.openxmlformats.org/drawingml/2006/main">
            <a:r>
              <a:t>projects / hello_world / buildConfigs 是 JSON 字段层级。</a:t>
            </a:r>
          </a:p>
          <a:p xmlns:a="http://schemas.openxmlformats.org/drawingml/2006/main">
            <a:r>
              <a:t>ide-mps2 是完成 Add Build 后才有的配置名。</a:t>
            </a:r>
          </a:p>
          <a:p xmlns:a="http://schemas.openxmlformats.org/drawingml/2006/main">
            <a:r>
              <a:t>buildConfigs 为空时先创建 Build。完整替换示例见 ACTION_GUIDE.md 1.4。</a:t>
            </a:r>
          </a:p>
          <a:p xmlns:a="http://schemas.openxmlformats.org/drawingml/2006/main">
            <a:r>
              <a:t>依据：https://zephyr-ide.mylonics.com/user-guide/project-setup/；本机扩展资源 schema 与 Build 向导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1.9。Project 的 relPath 指向应用源文件；Build 的 relPath 指向生成文件。</a:t>
            </a:r>
          </a:p>
          <a:p xmlns:a="http://schemas.openxmlformats.org/drawingml/2006/main">
            <a:r>
              <a:t>这是 JSON 结构示意，不是磁盘文件夹。相对路径都从源码根计算。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1.9。settings.json：VS Code 与扩展读取。本机的 venv、SDK 查找目录和语言服务设置放这里。</a:t>
            </a:r>
          </a:p>
          <a:p xmlns:a="http://schemas.openxmlformats.org/drawingml/2006/main">
            <a:r>
              <a:t>zephyr-ide.json：Zephyr IDE 读取。Project、Build、应用相对路径、板和构建参数放这里。</a:t>
            </a:r>
          </a:p>
          <a:p xmlns:a="http://schemas.openxmlformats.org/drawingml/2006/main">
            <a:r>
              <a:t>本章 Project 的 relPath 是 samples/hello_world；Build 的 relPath 是根 build 下的独立输出目录。</a:t>
            </a:r>
          </a:p>
          <a:p xmlns:a="http://schemas.openxmlformats.org/drawingml/2006/main">
            <a:r>
              <a:t>toolchains 声明需要的架构。本章只需 arm-zephyr-eabi，声明全部架构可能引出补装需求。</a:t>
            </a:r>
          </a:p>
          <a:p xmlns:a="http://schemas.openxmlformats.org/drawingml/2006/main">
            <a:r>
              <a:t>依据：https://zephyr-ide.mylonics.com/reference/configuration/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1.9。在 zephyr-ide.json 的最外层对象中，找到 toolchains 数组并调整为上面内容。</a:t>
            </a:r>
          </a:p>
          <a:p xmlns:a="http://schemas.openxmlformats.org/drawingml/2006/main">
            <a:r>
              <a:t>本例只编译 ARM。若其他项目确实需要别的架构，保留那些实际需要的条目。</a:t>
            </a:r>
          </a:p>
          <a:p xmlns:a="http://schemas.openxmlformats.org/drawingml/2006/main">
            <a:r>
              <a:t>保留已有 runnerProfiles 和其他项目；commands/04 是结构参考，不应整份覆盖已有文件。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1.10。确认活动 Project 为 hello_world，活动 Build 为 ide-mps2。</a:t>
            </a:r>
          </a:p>
          <a:p xmlns:a="http://schemas.openxmlformats.org/drawingml/2006/main">
            <a:r>
              <a:t>在全新的输出目录运行 Zephyr IDE: Build。终端开头应出现正确的应用、板与输出目录。</a:t>
            </a:r>
          </a:p>
          <a:p xmlns:a="http://schemas.openxmlformats.org/drawingml/2006/main">
            <a:r>
              <a:t>继续检查 Python、SDK 和 GCC 路径。等待构建成功退出，再检查 ELF。</a:t>
            </a:r>
          </a:p>
          <a:p xmlns:a="http://schemas.openxmlformats.org/drawingml/2006/main">
            <a:r>
              <a:t>第一次只点击 Build。Build and Flash 会继续触发烧录，属于后续实验。</a:t>
            </a:r>
          </a:p>
          <a:p xmlns:a="http://schemas.openxmlformats.org/drawingml/2006/main">
            <a:r>
              <a:t>依据：https://docs.zephyrproject.org/latest/develop/west/build-flash-debug.html；scripts/west_commands/build.py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1.10。应用：samples/hello_world；板：mps2/an386；输出：build/learning-tools/zephyr-vscode/hello_world。</a:t>
            </a:r>
          </a:p>
          <a:p xmlns:a="http://schemas.openxmlformats.org/drawingml/2006/main">
            <a:r>
              <a:t>Python 应指向 zephyr-main/.venv；SDK 应定位到已有 zephyr-sdk-1.0.1。</a:t>
            </a:r>
          </a:p>
          <a:p xmlns:a="http://schemas.openxmlformats.org/drawingml/2006/main">
            <a:r>
              <a:t>ARM GCC 应位于该 SDK 的 gnu/arm-zephyr-eabi/bin 中。</a:t>
            </a:r>
          </a:p>
          <a:p xmlns:a="http://schemas.openxmlformats.org/drawingml/2006/main">
            <a:r>
              <a:t>遇错从日志中第一条具体错误查起；末尾非零退出码只说明任务失败。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1.10。CMake 配置后生成 build.ninja 与 compile_commands.json；链接成功后才得到 zephyr.elf。</a:t>
            </a:r>
          </a:p>
          <a:p xmlns:a="http://schemas.openxmlformats.org/drawingml/2006/main">
            <a:r>
              <a:t>Zephyr 的 CMake 脚本在 CMake 进程内运行，不是独立的后台服务。</a:t>
            </a:r>
          </a:p>
          <a:p xmlns:a="http://schemas.openxmlformats.org/drawingml/2006/main">
            <a:r>
              <a:t>依据：https://docs.zephyrproject.org/latest/develop/west/build-flash-debug.html；scripts/west_commands/build.py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1.10。Windows UCRT64，源码根；IDE 失败时用于比较。IDE 已成功则无需重复执行。</a:t>
            </a:r>
          </a:p>
          <a:p xmlns:a="http://schemas.openxmlformats.org/drawingml/2006/main">
            <a:r>
              <a:t>命令参数顺序可以不同，应用、板、SDK、Python 与输出目录必须一致。</a:t>
            </a:r>
          </a:p>
          <a:p xmlns:a="http://schemas.openxmlformats.org/drawingml/2006/main">
            <a:r>
              <a:t>依据：https://docs.zephyrproject.org/latest/develop/west/build-flash-debug.html；scripts/west_commands/build.py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1.10。CMakeCache.txt：核对这次构建选择的应用、板、Python、SDK 和编译器。</a:t>
            </a:r>
          </a:p>
          <a:p xmlns:a="http://schemas.openxmlformats.org/drawingml/2006/main">
            <a:r>
              <a:t>compile_commands.json：配置生成的编译指令；它出现时不代表链接已经成功。</a:t>
            </a:r>
          </a:p>
          <a:p xmlns:a="http://schemas.openxmlformats.org/drawingml/2006/main">
            <a:r>
              <a:t>zephyr/.config 与 zephyr/zephyr.dts：最终配置和合成设备树。</a:t>
            </a:r>
          </a:p>
          <a:p xmlns:a="http://schemas.openxmlformats.org/drawingml/2006/main">
            <a:r>
              <a:t>zephyr/zephyr.elf：链接结果。结合本次退出码和更新时间判断，避免误读旧产物。</a:t>
            </a:r>
          </a:p>
          <a:p xmlns:a="http://schemas.openxmlformats.org/drawingml/2006/main">
            <a:r>
              <a:t>依据：https://docs.zephyrproject.org/latest/develop/west/build-flash-debug.html；scripts/west_commands/build.py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1.10。修改普通 .c 文件后运行 Build，沿用当前配置进行增量构建。</a:t>
            </a:r>
          </a:p>
          <a:p xmlns:a="http://schemas.openxmlformats.org/drawingml/2006/main">
            <a:r>
              <a:t>更换板、SDK 或 Python 时先核对缓存，再考虑 Build Pristine 重新配置。</a:t>
            </a:r>
          </a:p>
          <a:p xmlns:a="http://schemas.openxmlformats.org/drawingml/2006/main">
            <a:r>
              <a:t>Pristine 会清理所选构建目录。操作前确认指向本章 build/learning-tools/zephyr-vscode/hello_world。</a:t>
            </a:r>
          </a:p>
          <a:p xmlns:a="http://schemas.openxmlformats.org/drawingml/2006/main">
            <a:r>
              <a:t>构建目录应与源码、SDK、.venv 分离，便于排错和重新生成。</a:t>
            </a:r>
          </a:p>
          <a:p xmlns:a="http://schemas.openxmlformats.org/drawingml/2006/main">
            <a:r>
              <a:t>依据：https://docs.zephyrproject.org/latest/develop/west/build-flash-debug.html；scripts/west_commands/build.py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1.11。构建成功后，在 settings.json 找到已有 C_Cpp.default.compileCommands，替换它的值。</a:t>
            </a:r>
          </a:p>
          <a:p xmlns:a="http://schemas.openxmlformats.org/drawingml/2006/main">
            <a:r>
              <a:t>不要重复增加同名字段；完整构建后示例见 commands/09-settings-after-build.json。</a:t>
            </a:r>
          </a:p>
          <a:p xmlns:a="http://schemas.openxmlformats.org/drawingml/2006/main">
            <a:r>
              <a:t>数据库提供宏与 include 路径。切换 Build 后，也要检查这个固定路径。</a:t>
            </a:r>
          </a:p>
          <a:p xmlns:a="http://schemas.openxmlformats.org/drawingml/2006/main">
            <a:r>
              <a:t>依据：https://code.visualstudio.com/docs/cpp/customize-cpp-settings#_compilecommands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1.11。Ctrl+P 打开 samples/hello_world/src/main.c，核对绝对路径在 G 盘。</a:t>
            </a:r>
          </a:p>
          <a:p xmlns:a="http://schemas.openxmlformats.org/drawingml/2006/main">
            <a:r>
              <a:t>在 #include &lt;zephyr/kernel.h&gt; 上 Ctrl+单击或按 F12，应进入当前源码的 include/zephyr/kernel.h。</a:t>
            </a:r>
          </a:p>
          <a:p xmlns:a="http://schemas.openxmlformats.org/drawingml/2006/main">
            <a:r>
              <a:t>运行 C/C++: Log Diagnostics，核对它读取的编译数据库。</a:t>
            </a:r>
          </a:p>
          <a:p xmlns:a="http://schemas.openxmlformats.org/drawingml/2006/main">
            <a:r>
              <a:t>当前配置未编译的驱动可能没有数据库条目；能打开文件不等于能正确解析符号</a:t>
            </a:r>
          </a:p>
          <a:p xmlns:a="http://schemas.openxmlformats.org/drawingml/2006/main">
            <a:r>
              <a:t>依据：https://code.visualstudio.com/docs/cpp/customize-cpp-settings#_compilecommands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1.12。正常启动 VS Code，重新打开 G:/zephyr_practice/zephyr-main。</a:t>
            </a:r>
          </a:p>
          <a:p xmlns:a="http://schemas.openxmlformats.org/drawingml/2006/main">
            <a:r>
              <a:t>若没有活动环境，Select Existing West Workspace 选择已登记的 G:/zephyr_practice。</a:t>
            </a:r>
          </a:p>
          <a:p xmlns:a="http://schemas.openxmlformats.org/drawingml/2006/main">
            <a:r>
              <a:t>核对活动 Project 为 hello_world、Build 为 ide-mps2，然后 Build。</a:t>
            </a:r>
          </a:p>
          <a:p xmlns:a="http://schemas.openxmlformats.org/drawingml/2006/main">
            <a:r>
              <a:t>已有记录正常时无需再 setup、创建 venv 或重新下载 SDK；改普通源文件后直接增量构建。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1.12。只在排查环境差异时使用；日常主线正常打开 VS Code 即可</a:t>
            </a:r>
          </a:p>
          <a:p xmlns:a="http://schemas.openxmlformats.org/drawingml/2006/main">
            <a:r>
              <a:t>先保存并退出旧窗口，再按 commands/02-launch-vscode.txt 激活 venv、设置变量并启动</a:t>
            </a:r>
          </a:p>
          <a:p xmlns:a="http://schemas.openxmlformats.org/drawingml/2006/main">
            <a:r>
              <a:t>变量沿父进程传给新进程；给已有集成终端 export 不会更新扩展宿主</a:t>
            </a:r>
          </a:p>
          <a:p xmlns:a="http://schemas.openxmlformats.org/drawingml/2006/main">
            <a:r>
              <a:t>已有活动安装会影响选择。先核对记录，必要时 Deactivate Workspace</a:t>
            </a:r>
          </a:p>
          <a:p xmlns:a="http://schemas.openxmlformats.org/drawingml/2006/main">
            <a:r>
              <a:t>依据：https://zephyr-ide.mylonics.com/getting-started/workspace-configuration/；图片：https://raw.githubusercontent.com/mylonics/zephyr-ide/develop/docs/media/workspace_setup.png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1.12。需要插件更新依赖时才进入 Re-run West Setup 或普通 setup</a:t>
            </a:r>
          </a:p>
          <a:p xmlns:a="http://schemas.openxmlformats.org/drawingml/2006/main">
            <a:r>
              <a:t>Use .west folder 仍可能继续 west update；Use Existing 仍可能安装 Python 包</a:t>
            </a:r>
          </a:p>
          <a:p xmlns:a="http://schemas.openxmlformats.org/drawingml/2006/main">
            <a:r>
              <a:t>Reinitialize 会重建 venv，不应为了消除提示随意选择</a:t>
            </a:r>
          </a:p>
          <a:p xmlns:a="http://schemas.openxmlformats.org/drawingml/2006/main">
            <a:r>
              <a:t>已有环境的日常使用：登记和扫描一次，以后 Add Project / Build</a:t>
            </a:r>
          </a:p>
          <a:p xmlns:a="http://schemas.openxmlformats.org/drawingml/2006/main">
            <a:r>
              <a:t>依据：本机 mylonics.zephyr-ide-4.1.1/package.json 与 dist/extension.js；configure-existing-environment、Ps、Ts、cl 等实现定位见同名 MD 1.15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1.13。已有 Zephyr 应用：Add Project 选择其应用根，保留已有 CMakeLists.txt、prj.conf 与 overlay。</a:t>
            </a:r>
          </a:p>
          <a:p xmlns:a="http://schemas.openxmlformats.org/drawingml/2006/main">
            <a:r>
              <a:t>新练习可把官方 hello_world 复制到 apps/hello_ide，确认目标不存在后再复制。</a:t>
            </a:r>
          </a:p>
          <a:p xmlns:a="http://schemas.openxmlformats.org/drawingml/2006/main">
            <a:r>
              <a:t>新增 helper.c 后，还要在应用 target_sources(app PRIVATE ...) 中加入该文件。</a:t>
            </a:r>
          </a:p>
          <a:p xmlns:a="http://schemas.openxmlformats.org/drawingml/2006/main">
            <a:r>
              <a:t>源码可见不等于参与构建。重新 Build 后检查编译数据库是否包含新文件。</a:t>
            </a:r>
          </a:p>
          <a:p xmlns:a="http://schemas.openxmlformats.org/drawingml/2006/main">
            <a:r>
              <a:t>依据：https://docs.zephyrproject.org/latest/develop/application/index.html；G:/zephyr_practice/zephyr-main/samples/hello_world/CMakeLists.txt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1.13。G 盘必须已经具备真实的 HC32 SoC 与板级支持，并能列出对应板目标。</a:t>
            </a:r>
          </a:p>
          <a:p xmlns:a="http://schemas.openxmlformats.org/drawingml/2006/main">
            <a:r>
              <a:t>F 盘参照实现存在 uyup_rpi_a/hc32f4a0pitb，不代表 G 盘源码已经完成同样移植。</a:t>
            </a:r>
          </a:p>
          <a:p xmlns:a="http://schemas.openxmlformats.org/drawingml/2006/main">
            <a:r>
              <a:t>完成板级接入后，为自己的应用再建一条 HC32 Build。</a:t>
            </a:r>
          </a:p>
          <a:p xmlns:a="http://schemas.openxmlformats.org/drawingml/2006/main">
            <a:r>
              <a:t>Flash、Debug 还需要 runner、探针及板级配置；本章的 ARM 构建不替代实板验证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1.14。SDK 不可见：先核对字段名、父目录与具体 SDK 根，再看所需架构。</a:t>
            </a:r>
          </a:p>
          <a:p xmlns:a="http://schemas.openxmlformats.org/drawingml/2006/main">
            <a:r>
              <a:t>IDE 失败而终端成功：核对登记和扫描结果、主机工具以及实际构建命令</a:t>
            </a:r>
          </a:p>
          <a:p xmlns:a="http://schemas.openxmlformats.org/drawingml/2006/main">
            <a:r>
              <a:t>Board 不可见：检查 Zephyr 路径与板定义。构建缺模块：回前置依赖步骤。</a:t>
            </a:r>
          </a:p>
          <a:p xmlns:a="http://schemas.openxmlformats.org/drawingml/2006/main">
            <a:r>
              <a:t>F12 异常：检查编译数据库、语言服务诊断和当前文件的构建配置。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1.14。① Python、west、SDK 的检查结果都指向预期 G 盘路径。</a:t>
            </a:r>
          </a:p>
          <a:p xmlns:a="http://schemas.openxmlformats.org/drawingml/2006/main">
            <a:r>
              <a:t>② 插件取得当前 Zephyr 环境，项目列表中有 hello_world。</a:t>
            </a:r>
          </a:p>
          <a:p xmlns:a="http://schemas.openxmlformats.org/drawingml/2006/main">
            <a:r>
              <a:t>③ 活动 Build 的板是 mps2/an386，输出位于根 build 下。</a:t>
            </a:r>
          </a:p>
          <a:p xmlns:a="http://schemas.openxmlformats.org/drawingml/2006/main">
            <a:r>
              <a:t>④ 本次构建成功，ELF 与配置产物对应这次输入。</a:t>
            </a:r>
          </a:p>
          <a:p xmlns:a="http://schemas.openxmlformats.org/drawingml/2006/main">
            <a:r>
              <a:t>⑤ 语言服务使用本次编译数据库，能打开当前 Zephyr 头文件。</a:t>
            </a:r>
          </a:p>
          <a:p xmlns:a="http://schemas.openxmlformats.org/drawingml/2006/main">
            <a:r>
              <a:t>依据：本章 Markdown；本机 Zephyr 4.5.0-rc1 与 IDE for Zephyr 4.1.1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 Markdown 1.15。ACTION_GUIDE.md：环境已备好时，从真实配置文件开始恢复并构建。</a:t>
            </a:r>
          </a:p>
          <a:p xmlns:a="http://schemas.openxmlformats.org/drawingml/2006/main">
            <a:r>
              <a:t>commands/：启动、环境检查、JSON 配置与等价构建命令。</a:t>
            </a:r>
          </a:p>
          <a:p xmlns:a="http://schemas.openxmlformats.org/drawingml/2006/main">
            <a:r>
              <a:t>菜单依据：本机 IDE for Zephyr 4.1.1；在线文档供进一步查阅</a:t>
            </a:r>
          </a:p>
          <a:p xmlns:a="http://schemas.openxmlformats.org/drawingml/2006/main">
            <a:r>
              <a:t>升级后重新核对设置与路径。每个按钮都应能追溯到它读取的输入与产生的结果。</a:t>
            </a:r>
          </a:p>
          <a:p xmlns:a="http://schemas.openxmlformats.org/drawingml/2006/main">
            <a:r>
              <a:t>依据：同名 Markdown 1.15：官方文档与当前安装包实现定位</a:t>
            </a:r>
          </a:p>
          <a:p xmlns:a="http://schemas.openxmlformats.org/drawingml/2006/main">
            <a:r>
              <a:t>本机插件版本 4.1.1。官方界面图片为文档示意，工程名按正文选择。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36643a99674bf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a5f942ae6048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7fda0cf68c4a2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31fc77caff46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45fc3ce5f24d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f13204e98047f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38b4fd4a130475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252a663a27cc47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4862C3-5015-41E3-8A36-8C42777B3D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167409C-D7A5-404B-9E47-47E45D384D0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6129714-7A50-44F8-B16E-19EA6665AF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FAD7DF-4535-44C3-80FE-D9051B5304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BE0A0F0-4396-46FC-BE71-47AE83AC26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3CBC878-8034-4F19-AFD9-42E2B222B6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AB0DA9-518A-4117-A5E7-DD3EE55A7D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2C234E4-A116-4158-B003-8B1D6943D03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15F7B0-45BB-4326-97C2-9EA509EDC2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76CF268-2204-4519-A57F-A51A9CE69F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7.xml><?xml version="1.0" encoding="utf-8"?>
<p:sldLayout xmlns:p="http://schemas.openxmlformats.org/presentationml/2006/main">
  <p:cSld name="Zephyr cover layou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>
  <p:cSld name="Zephyr body layou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0dbe15e563448a" /><Relationship Type="http://schemas.openxmlformats.org/officeDocument/2006/relationships/slideLayout" Target="/ppt/slideLayouts/slideLayout1.xml" Id="Rb2c2c74486364bb5" /><Relationship Type="http://schemas.openxmlformats.org/officeDocument/2006/relationships/slideLayout" Target="/ppt/slideLayouts/slideLayout2.xml" Id="Re6a4e67957ea41aa" /><Relationship Type="http://schemas.openxmlformats.org/officeDocument/2006/relationships/slideLayout" Target="/ppt/slideLayouts/slideLayout3.xml" Id="R52d73d5690a144d5" /><Relationship Type="http://schemas.openxmlformats.org/officeDocument/2006/relationships/slideLayout" Target="/ppt/slideLayouts/slideLayout4.xml" Id="R7ec8e0673200403b" /><Relationship Type="http://schemas.openxmlformats.org/officeDocument/2006/relationships/slideLayout" Target="/ppt/slideLayouts/slideLayout5.xml" Id="R92294035d2ad4097" /><Relationship Type="http://schemas.openxmlformats.org/officeDocument/2006/relationships/slideLayout" Target="/ppt/slideLayouts/slideLayout6.xml" Id="R5271647f0ff74b6f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cb6662cab9ae402f" /><Relationship Type="http://schemas.openxmlformats.org/officeDocument/2006/relationships/slideLayout" Target="/ppt/slideLayouts/slideLayout7.xml" Id="R646226e3c6024b74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99325aca87c749c8" /><Relationship Type="http://schemas.openxmlformats.org/officeDocument/2006/relationships/slideLayout" Target="/ppt/slideLayouts/slideLayout8.xml" Id="R6bfa77d8311a40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c2c74486364bb5"/>
    <p:sldLayoutId xmlns:r="http://schemas.openxmlformats.org/officeDocument/2006/relationships" id="2147483650" r:id="Re6a4e67957ea41aa"/>
    <p:sldLayoutId xmlns:r="http://schemas.openxmlformats.org/officeDocument/2006/relationships" id="2147483651" r:id="R52d73d5690a144d5"/>
    <p:sldLayoutId xmlns:r="http://schemas.openxmlformats.org/officeDocument/2006/relationships" id="2147483652" r:id="R7ec8e0673200403b"/>
    <p:sldLayoutId xmlns:r="http://schemas.openxmlformats.org/officeDocument/2006/relationships" id="2147483653" r:id="R92294035d2ad4097"/>
    <p:sldLayoutId xmlns:r="http://schemas.openxmlformats.org/officeDocument/2006/relationships" id="2147483654" r:id="R5271647f0ff74b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Zephyr cover"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646226e3c6024b74"/>
  </p:sldLayoutIdLst>
</p:sldMaster>
</file>

<file path=ppt/slideMasters/slideMaster3.xml><?xml version="1.0" encoding="utf-8"?>
<p:sldMaster xmlns:p="http://schemas.openxmlformats.org/presentationml/2006/main">
  <p:cSld name="Zephyr body"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8" r:id="R6bfa77d8311a4010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7.xml" Id="R7d318725ce954f2b"/><Relationship Type="http://schemas.openxmlformats.org/officeDocument/2006/relationships/image" Target="/ppt/media/image.png" Id="Rcf8a44c0a7134822"/><Relationship Type="http://schemas.openxmlformats.org/officeDocument/2006/relationships/notesSlide" Target="/ppt/notesSlides/notesSlide1.xml" Id="R1a5682d779f84725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123cbe63ac10489d"/><Relationship Type="http://schemas.openxmlformats.org/officeDocument/2006/relationships/hyperlink" Target="P001_VSCode_Zephyr_IDE&#25509;&#20837;&#24050;&#26377;&#24037;&#31243;_Windows.md" TargetMode="External" Id="Ra36b13088f334578"/><Relationship Type="http://schemas.openxmlformats.org/officeDocument/2006/relationships/notesSlide" Target="/ppt/notesSlides/notesSlide2.xml" Id="Rf0382d61a6784498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24167dac4f424ed8"/><Relationship Type="http://schemas.openxmlformats.org/officeDocument/2006/relationships/hyperlink" Target="P001_VSCode_Zephyr_IDE&#25509;&#20837;&#24050;&#26377;&#24037;&#31243;_Windows.md" TargetMode="External" Id="R19ae8601eeea4b3a"/><Relationship Type="http://schemas.openxmlformats.org/officeDocument/2006/relationships/notesSlide" Target="/ppt/notesSlides/notesSlide3.xml" Id="R6b0336df49c04b0d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6e98326204d045e0"/><Relationship Type="http://schemas.openxmlformats.org/officeDocument/2006/relationships/hyperlink" Target="P001_VSCode_Zephyr_IDE&#25509;&#20837;&#24050;&#26377;&#24037;&#31243;_Windows.md" TargetMode="External" Id="R17a258c5e224444d"/><Relationship Type="http://schemas.openxmlformats.org/officeDocument/2006/relationships/notesSlide" Target="/ppt/notesSlides/notesSlide4.xml" Id="R8e06288c32c94bac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33467515e63e4cc4"/><Relationship Type="http://schemas.openxmlformats.org/officeDocument/2006/relationships/hyperlink" Target="P001_VSCode_Zephyr_IDE&#25509;&#20837;&#24050;&#26377;&#24037;&#31243;_Windows.md" TargetMode="External" Id="Rcd69974f4b724f6c"/><Relationship Type="http://schemas.openxmlformats.org/officeDocument/2006/relationships/notesSlide" Target="/ppt/notesSlides/notesSlide5.xml" Id="R00287a5c6a3547f1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6d7d311009884c0a"/><Relationship Type="http://schemas.openxmlformats.org/officeDocument/2006/relationships/hyperlink" Target="P001_VSCode_Zephyr_IDE&#25509;&#20837;&#24050;&#26377;&#24037;&#31243;_Windows.md" TargetMode="External" Id="R2f517c2c2b5f409d"/><Relationship Type="http://schemas.openxmlformats.org/officeDocument/2006/relationships/notesSlide" Target="/ppt/notesSlides/notesSlide6.xml" Id="R055fe30505ba4417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5228bc611bb447cf"/><Relationship Type="http://schemas.openxmlformats.org/officeDocument/2006/relationships/hyperlink" Target="P001_VSCode_Zephyr_IDE&#25509;&#20837;&#24050;&#26377;&#24037;&#31243;_Windows.md" TargetMode="External" Id="R3c646f255ad3490f"/><Relationship Type="http://schemas.openxmlformats.org/officeDocument/2006/relationships/notesSlide" Target="/ppt/notesSlides/notesSlide7.xml" Id="R1641735a55264c4e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60aaff53a4784e1f"/><Relationship Type="http://schemas.openxmlformats.org/officeDocument/2006/relationships/hyperlink" Target="P001_VSCode_Zephyr_IDE&#25509;&#20837;&#24050;&#26377;&#24037;&#31243;_Windows.md" TargetMode="External" Id="R88bd716ff0234b46"/><Relationship Type="http://schemas.openxmlformats.org/officeDocument/2006/relationships/notesSlide" Target="/ppt/notesSlides/notesSlide8.xml" Id="Re73912d5aaa448b8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5375c862ee1b4984"/><Relationship Type="http://schemas.openxmlformats.org/officeDocument/2006/relationships/hyperlink" Target="P001_VSCode_Zephyr_IDE&#25509;&#20837;&#24050;&#26377;&#24037;&#31243;_Windows.md" TargetMode="External" Id="R9d0d1f512e474e1c"/><Relationship Type="http://schemas.openxmlformats.org/officeDocument/2006/relationships/notesSlide" Target="/ppt/notesSlides/notesSlide9.xml" Id="R957e1019e24a4c4a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8b55e8a9fe484f31"/><Relationship Type="http://schemas.openxmlformats.org/officeDocument/2006/relationships/hyperlink" Target="P001_VSCode_Zephyr_IDE&#25509;&#20837;&#24050;&#26377;&#24037;&#31243;_Windows.md" TargetMode="External" Id="Rd603ab4b255642a1"/><Relationship Type="http://schemas.openxmlformats.org/officeDocument/2006/relationships/notesSlide" Target="/ppt/notesSlides/notesSlide10.xml" Id="Rbee54671e66d47e8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93ab4a6761e74e81"/><Relationship Type="http://schemas.openxmlformats.org/officeDocument/2006/relationships/hyperlink" Target="P001_VSCode_Zephyr_IDE&#25509;&#20837;&#24050;&#26377;&#24037;&#31243;_Windows.md" TargetMode="External" Id="Raed61d4795d642c6"/><Relationship Type="http://schemas.openxmlformats.org/officeDocument/2006/relationships/notesSlide" Target="/ppt/notesSlides/notesSlide11.xml" Id="R540914d431d0458a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324625f82d384296"/><Relationship Type="http://schemas.openxmlformats.org/officeDocument/2006/relationships/hyperlink" Target="P001_VSCode_Zephyr_IDE&#25509;&#20837;&#24050;&#26377;&#24037;&#31243;_Windows.md" TargetMode="External" Id="Reb56c33873294c52"/><Relationship Type="http://schemas.openxmlformats.org/officeDocument/2006/relationships/notesSlide" Target="/ppt/notesSlides/notesSlide12.xml" Id="R50ec9fc8ab104d9c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273c3321fba844d1"/><Relationship Type="http://schemas.openxmlformats.org/officeDocument/2006/relationships/hyperlink" Target="P001_VSCode_Zephyr_IDE&#25509;&#20837;&#24050;&#26377;&#24037;&#31243;_Windows.md" TargetMode="External" Id="R751ce6f92ba243f8"/><Relationship Type="http://schemas.openxmlformats.org/officeDocument/2006/relationships/notesSlide" Target="/ppt/notesSlides/notesSlide13.xml" Id="Rcce76a5ed68543e9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ff209e8a7e054fd6"/><Relationship Type="http://schemas.openxmlformats.org/officeDocument/2006/relationships/hyperlink" Target="P001_VSCode_Zephyr_IDE&#25509;&#20837;&#24050;&#26377;&#24037;&#31243;_Windows.md" TargetMode="External" Id="R46ad7aa5a96a40a8"/><Relationship Type="http://schemas.openxmlformats.org/officeDocument/2006/relationships/notesSlide" Target="/ppt/notesSlides/notesSlide14.xml" Id="R936572a29aff418d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ee897c438ae5444e"/><Relationship Type="http://schemas.openxmlformats.org/officeDocument/2006/relationships/hyperlink" Target="P001_VSCode_Zephyr_IDE&#25509;&#20837;&#24050;&#26377;&#24037;&#31243;_Windows.md" TargetMode="External" Id="R569c7946be3547e5"/><Relationship Type="http://schemas.openxmlformats.org/officeDocument/2006/relationships/notesSlide" Target="/ppt/notesSlides/notesSlide15.xml" Id="Rc00dc5d739134006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4ff603e2be9645ed"/><Relationship Type="http://schemas.openxmlformats.org/officeDocument/2006/relationships/hyperlink" Target="P001_VSCode_Zephyr_IDE&#25509;&#20837;&#24050;&#26377;&#24037;&#31243;_Windows.md" TargetMode="External" Id="R5a5472e475d14ce9"/><Relationship Type="http://schemas.openxmlformats.org/officeDocument/2006/relationships/notesSlide" Target="/ppt/notesSlides/notesSlide16.xml" Id="Ra1a6d41955234e2e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27a13fbb6db148fb"/><Relationship Type="http://schemas.openxmlformats.org/officeDocument/2006/relationships/hyperlink" Target="P001_VSCode_Zephyr_IDE&#25509;&#20837;&#24050;&#26377;&#24037;&#31243;_Windows.md" TargetMode="External" Id="R8b7c5270ac384b59"/><Relationship Type="http://schemas.openxmlformats.org/officeDocument/2006/relationships/notesSlide" Target="/ppt/notesSlides/notesSlide17.xml" Id="R8452350421f44740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e2dc286a7162435a"/><Relationship Type="http://schemas.openxmlformats.org/officeDocument/2006/relationships/hyperlink" Target="P001_VSCode_Zephyr_IDE&#25509;&#20837;&#24050;&#26377;&#24037;&#31243;_Windows.md" TargetMode="External" Id="Rc755730de1b04cff"/><Relationship Type="http://schemas.openxmlformats.org/officeDocument/2006/relationships/notesSlide" Target="/ppt/notesSlides/notesSlide18.xml" Id="Ra114020088a54f8b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dfc4112dc7044f17"/><Relationship Type="http://schemas.openxmlformats.org/officeDocument/2006/relationships/hyperlink" Target="P001_VSCode_Zephyr_IDE&#25509;&#20837;&#24050;&#26377;&#24037;&#31243;_Windows.md" TargetMode="External" Id="R03303f834c3149f5"/><Relationship Type="http://schemas.openxmlformats.org/officeDocument/2006/relationships/notesSlide" Target="/ppt/notesSlides/notesSlide19.xml" Id="R41472460ead34fc1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a1af34f1866f4468"/><Relationship Type="http://schemas.openxmlformats.org/officeDocument/2006/relationships/image" Target="/ppt/media/image2.png" Id="R79cbac8fc0cc42a6"/><Relationship Type="http://schemas.openxmlformats.org/officeDocument/2006/relationships/hyperlink" Target="P001_VSCode_Zephyr_IDE&#25509;&#20837;&#24050;&#26377;&#24037;&#31243;_Windows.md" TargetMode="External" Id="Rb179244238ec49f9"/><Relationship Type="http://schemas.openxmlformats.org/officeDocument/2006/relationships/notesSlide" Target="/ppt/notesSlides/notesSlide20.xml" Id="R616557ed257943d9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962a7a3c58d04114"/><Relationship Type="http://schemas.openxmlformats.org/officeDocument/2006/relationships/hyperlink" Target="P001_VSCode_Zephyr_IDE&#25509;&#20837;&#24050;&#26377;&#24037;&#31243;_Windows.md" TargetMode="External" Id="Ra501d6609f6042aa"/><Relationship Type="http://schemas.openxmlformats.org/officeDocument/2006/relationships/notesSlide" Target="/ppt/notesSlides/notesSlide21.xml" Id="R287ba5ba8d4f45db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ec190a9c09464c3a"/><Relationship Type="http://schemas.openxmlformats.org/officeDocument/2006/relationships/hyperlink" Target="P001_VSCode_Zephyr_IDE&#25509;&#20837;&#24050;&#26377;&#24037;&#31243;_Windows.md" TargetMode="External" Id="R935760bc5f3b4333"/><Relationship Type="http://schemas.openxmlformats.org/officeDocument/2006/relationships/notesSlide" Target="/ppt/notesSlides/notesSlide22.xml" Id="R130dc9b1fbed4e32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3686663475d345a8"/><Relationship Type="http://schemas.openxmlformats.org/officeDocument/2006/relationships/hyperlink" Target="P001_VSCode_Zephyr_IDE&#25509;&#20837;&#24050;&#26377;&#24037;&#31243;_Windows.md" TargetMode="External" Id="Rd402dafedd694ec4"/><Relationship Type="http://schemas.openxmlformats.org/officeDocument/2006/relationships/notesSlide" Target="/ppt/notesSlides/notesSlide23.xml" Id="Ra835a654ed2e46c7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624c1104479b4c72"/><Relationship Type="http://schemas.openxmlformats.org/officeDocument/2006/relationships/hyperlink" Target="P001_VSCode_Zephyr_IDE&#25509;&#20837;&#24050;&#26377;&#24037;&#31243;_Windows.md" TargetMode="External" Id="Rac1990e1578c46b4"/><Relationship Type="http://schemas.openxmlformats.org/officeDocument/2006/relationships/notesSlide" Target="/ppt/notesSlides/notesSlide24.xml" Id="R0a5a897c4b8b4a32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b06999a8a3d84608"/><Relationship Type="http://schemas.openxmlformats.org/officeDocument/2006/relationships/hyperlink" Target="P001_VSCode_Zephyr_IDE&#25509;&#20837;&#24050;&#26377;&#24037;&#31243;_Windows.md" TargetMode="External" Id="R03f948471db64b63"/><Relationship Type="http://schemas.openxmlformats.org/officeDocument/2006/relationships/notesSlide" Target="/ppt/notesSlides/notesSlide25.xml" Id="R2060ccd166ca467a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3d65aadf160e4994"/><Relationship Type="http://schemas.openxmlformats.org/officeDocument/2006/relationships/hyperlink" Target="P001_VSCode_Zephyr_IDE&#25509;&#20837;&#24050;&#26377;&#24037;&#31243;_Windows.md" TargetMode="External" Id="Rc063d1d61f204e3c"/><Relationship Type="http://schemas.openxmlformats.org/officeDocument/2006/relationships/notesSlide" Target="/ppt/notesSlides/notesSlide26.xml" Id="Rf9f7d4fbe8924fd2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202c8f8ab7d64226"/><Relationship Type="http://schemas.openxmlformats.org/officeDocument/2006/relationships/hyperlink" Target="P001_VSCode_Zephyr_IDE&#25509;&#20837;&#24050;&#26377;&#24037;&#31243;_Windows.md" TargetMode="External" Id="Re7d95c4574364616"/><Relationship Type="http://schemas.openxmlformats.org/officeDocument/2006/relationships/notesSlide" Target="/ppt/notesSlides/notesSlide27.xml" Id="Rccb96aaaa019435d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21ee93d73c224f9b"/><Relationship Type="http://schemas.openxmlformats.org/officeDocument/2006/relationships/hyperlink" Target="P001_VSCode_Zephyr_IDE&#25509;&#20837;&#24050;&#26377;&#24037;&#31243;_Windows.md" TargetMode="External" Id="R4808805b33de4d5f"/><Relationship Type="http://schemas.openxmlformats.org/officeDocument/2006/relationships/notesSlide" Target="/ppt/notesSlides/notesSlide28.xml" Id="Reb59f96f3ba44e52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079f6f95eb914555"/><Relationship Type="http://schemas.openxmlformats.org/officeDocument/2006/relationships/hyperlink" Target="P001_VSCode_Zephyr_IDE&#25509;&#20837;&#24050;&#26377;&#24037;&#31243;_Windows.md" TargetMode="External" Id="Re77b06240e844d82"/><Relationship Type="http://schemas.openxmlformats.org/officeDocument/2006/relationships/notesSlide" Target="/ppt/notesSlides/notesSlide29.xml" Id="R3a3be8b86f07437e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13e1df86de484e7b"/><Relationship Type="http://schemas.openxmlformats.org/officeDocument/2006/relationships/hyperlink" Target="P001_VSCode_Zephyr_IDE&#25509;&#20837;&#24050;&#26377;&#24037;&#31243;_Windows.md" TargetMode="External" Id="R3f64a835cabf490f"/><Relationship Type="http://schemas.openxmlformats.org/officeDocument/2006/relationships/notesSlide" Target="/ppt/notesSlides/notesSlide30.xml" Id="R9a25092ae99e4df6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2b98e224e3914b22"/><Relationship Type="http://schemas.openxmlformats.org/officeDocument/2006/relationships/hyperlink" Target="P001_VSCode_Zephyr_IDE&#25509;&#20837;&#24050;&#26377;&#24037;&#31243;_Windows.md" TargetMode="External" Id="Re69100ba83434aef"/><Relationship Type="http://schemas.openxmlformats.org/officeDocument/2006/relationships/notesSlide" Target="/ppt/notesSlides/notesSlide31.xml" Id="R105179f244d346f3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7f2d4247e75241e3"/><Relationship Type="http://schemas.openxmlformats.org/officeDocument/2006/relationships/hyperlink" Target="P001_VSCode_Zephyr_IDE&#25509;&#20837;&#24050;&#26377;&#24037;&#31243;_Windows.md" TargetMode="External" Id="Rfb9d09c0a5324675"/><Relationship Type="http://schemas.openxmlformats.org/officeDocument/2006/relationships/notesSlide" Target="/ppt/notesSlides/notesSlide32.xml" Id="R9b526f7468e94c1d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c8962ba1d0a34517"/><Relationship Type="http://schemas.openxmlformats.org/officeDocument/2006/relationships/hyperlink" Target="P001_VSCode_Zephyr_IDE&#25509;&#20837;&#24050;&#26377;&#24037;&#31243;_Windows.md" TargetMode="External" Id="R4e134e50a1924613"/><Relationship Type="http://schemas.openxmlformats.org/officeDocument/2006/relationships/notesSlide" Target="/ppt/notesSlides/notesSlide33.xml" Id="Rb1a67daf0e5f4b5e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4c2596742fb34992"/><Relationship Type="http://schemas.openxmlformats.org/officeDocument/2006/relationships/hyperlink" Target="P001_VSCode_Zephyr_IDE&#25509;&#20837;&#24050;&#26377;&#24037;&#31243;_Windows.md" TargetMode="External" Id="R1adb9cf4ca6048e9"/><Relationship Type="http://schemas.openxmlformats.org/officeDocument/2006/relationships/notesSlide" Target="/ppt/notesSlides/notesSlide34.xml" Id="R2334cb641d6a4a6c"/></Relationships>
</file>

<file path=ppt/slides/_rels/slide3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b82ae5b2411d4ebc"/><Relationship Type="http://schemas.openxmlformats.org/officeDocument/2006/relationships/hyperlink" Target="P001_VSCode_Zephyr_IDE&#25509;&#20837;&#24050;&#26377;&#24037;&#31243;_Windows.md" TargetMode="External" Id="R0749c0187d134261"/><Relationship Type="http://schemas.openxmlformats.org/officeDocument/2006/relationships/notesSlide" Target="/ppt/notesSlides/notesSlide35.xml" Id="R05ecb00510b641e1"/></Relationships>
</file>

<file path=ppt/slides/_rels/slide3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ce35595c80ba45ac"/><Relationship Type="http://schemas.openxmlformats.org/officeDocument/2006/relationships/hyperlink" Target="P001_VSCode_Zephyr_IDE&#25509;&#20837;&#24050;&#26377;&#24037;&#31243;_Windows.md" TargetMode="External" Id="R160ec8aaa8f744c4"/><Relationship Type="http://schemas.openxmlformats.org/officeDocument/2006/relationships/notesSlide" Target="/ppt/notesSlides/notesSlide36.xml" Id="Rb448dbf5216c499d"/></Relationships>
</file>

<file path=ppt/slides/_rels/slide3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1ac30acc52934012"/><Relationship Type="http://schemas.openxmlformats.org/officeDocument/2006/relationships/hyperlink" Target="P001_VSCode_Zephyr_IDE&#25509;&#20837;&#24050;&#26377;&#24037;&#31243;_Windows.md" TargetMode="External" Id="Ra8663010d355444d"/><Relationship Type="http://schemas.openxmlformats.org/officeDocument/2006/relationships/notesSlide" Target="/ppt/notesSlides/notesSlide37.xml" Id="R6eba8f8d0c724735"/></Relationships>
</file>

<file path=ppt/slides/_rels/slide3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5230bce4582f47ac"/><Relationship Type="http://schemas.openxmlformats.org/officeDocument/2006/relationships/hyperlink" Target="P001_VSCode_Zephyr_IDE&#25509;&#20837;&#24050;&#26377;&#24037;&#31243;_Windows.md" TargetMode="External" Id="R7e686d8244a5402d"/><Relationship Type="http://schemas.openxmlformats.org/officeDocument/2006/relationships/notesSlide" Target="/ppt/notesSlides/notesSlide38.xml" Id="R1fe8c14a4132428a"/></Relationships>
</file>

<file path=ppt/slides/_rels/slide3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bfe37e9225e941a2"/><Relationship Type="http://schemas.openxmlformats.org/officeDocument/2006/relationships/hyperlink" Target="P001_VSCode_Zephyr_IDE&#25509;&#20837;&#24050;&#26377;&#24037;&#31243;_Windows.md" TargetMode="External" Id="Rea519e4d5b984aa6"/><Relationship Type="http://schemas.openxmlformats.org/officeDocument/2006/relationships/notesSlide" Target="/ppt/notesSlides/notesSlide39.xml" Id="R92ef254663a747cd"/></Relationships>
</file>

<file path=ppt/slides/_rels/slide4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184ab5df875f4a42"/><Relationship Type="http://schemas.openxmlformats.org/officeDocument/2006/relationships/hyperlink" Target="P001_VSCode_Zephyr_IDE&#25509;&#20837;&#24050;&#26377;&#24037;&#31243;_Windows.md" TargetMode="External" Id="R9e93bea8faeb4bb7"/><Relationship Type="http://schemas.openxmlformats.org/officeDocument/2006/relationships/notesSlide" Target="/ppt/notesSlides/notesSlide40.xml" Id="Rc3713a6c6c294930"/></Relationships>
</file>

<file path=ppt/slides/_rels/slide4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d56fd511deb24705"/><Relationship Type="http://schemas.openxmlformats.org/officeDocument/2006/relationships/hyperlink" Target="P001_VSCode_Zephyr_IDE&#25509;&#20837;&#24050;&#26377;&#24037;&#31243;_Windows.md" TargetMode="External" Id="Raba59cf9bc3d447d"/><Relationship Type="http://schemas.openxmlformats.org/officeDocument/2006/relationships/notesSlide" Target="/ppt/notesSlides/notesSlide41.xml" Id="Rd3089c7ff8d04a0a"/></Relationships>
</file>

<file path=ppt/slides/_rels/slide4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01940d3da23b4a8b"/><Relationship Type="http://schemas.openxmlformats.org/officeDocument/2006/relationships/hyperlink" Target="P001_VSCode_Zephyr_IDE&#25509;&#20837;&#24050;&#26377;&#24037;&#31243;_Windows.md" TargetMode="External" Id="Rec5408a5bb0342af"/><Relationship Type="http://schemas.openxmlformats.org/officeDocument/2006/relationships/notesSlide" Target="/ppt/notesSlides/notesSlide42.xml" Id="R465c605bee064849"/></Relationships>
</file>

<file path=ppt/slides/_rels/slide4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83d765768259482f"/><Relationship Type="http://schemas.openxmlformats.org/officeDocument/2006/relationships/hyperlink" Target="P001_VSCode_Zephyr_IDE&#25509;&#20837;&#24050;&#26377;&#24037;&#31243;_Windows.md" TargetMode="External" Id="R357c2deea9d447e5"/><Relationship Type="http://schemas.openxmlformats.org/officeDocument/2006/relationships/notesSlide" Target="/ppt/notesSlides/notesSlide43.xml" Id="R1ab7745f471b4e73"/></Relationships>
</file>

<file path=ppt/slides/_rels/slide4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69e5267e04664db2"/><Relationship Type="http://schemas.openxmlformats.org/officeDocument/2006/relationships/hyperlink" Target="P001_VSCode_Zephyr_IDE&#25509;&#20837;&#24050;&#26377;&#24037;&#31243;_Windows.md" TargetMode="External" Id="R3aa89c39f788444e"/><Relationship Type="http://schemas.openxmlformats.org/officeDocument/2006/relationships/notesSlide" Target="/ppt/notesSlides/notesSlide44.xml" Id="Rbdc21503f5f74dda"/></Relationships>
</file>

<file path=ppt/slides/_rels/slide4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ea8d90d6227848e0"/><Relationship Type="http://schemas.openxmlformats.org/officeDocument/2006/relationships/hyperlink" Target="P001_VSCode_Zephyr_IDE&#25509;&#20837;&#24050;&#26377;&#24037;&#31243;_Windows.md" TargetMode="External" Id="R08d567dcfee44cca"/><Relationship Type="http://schemas.openxmlformats.org/officeDocument/2006/relationships/notesSlide" Target="/ppt/notesSlides/notesSlide45.xml" Id="Rea3d6b5a13b849b6"/></Relationships>
</file>

<file path=ppt/slides/_rels/slide4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3c78510888014c1e"/><Relationship Type="http://schemas.openxmlformats.org/officeDocument/2006/relationships/hyperlink" Target="P001_VSCode_Zephyr_IDE&#25509;&#20837;&#24050;&#26377;&#24037;&#31243;_Windows.md" TargetMode="External" Id="Rc312213456f94e7f"/><Relationship Type="http://schemas.openxmlformats.org/officeDocument/2006/relationships/notesSlide" Target="/ppt/notesSlides/notesSlide46.xml" Id="Ra2a93a6105d440d7"/></Relationships>
</file>

<file path=ppt/slides/_rels/slide4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a2a57942ba0d4ca9"/><Relationship Type="http://schemas.openxmlformats.org/officeDocument/2006/relationships/hyperlink" Target="P001_VSCode_Zephyr_IDE&#25509;&#20837;&#24050;&#26377;&#24037;&#31243;_Windows.md" TargetMode="External" Id="R2396eef5403e41b5"/><Relationship Type="http://schemas.openxmlformats.org/officeDocument/2006/relationships/notesSlide" Target="/ppt/notesSlides/notesSlide47.xml" Id="R79d2acd14ac442be"/></Relationships>
</file>

<file path=ppt/slides/_rels/slide4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ff1b2c24a54f4ac8"/><Relationship Type="http://schemas.openxmlformats.org/officeDocument/2006/relationships/hyperlink" Target="P001_VSCode_Zephyr_IDE&#25509;&#20837;&#24050;&#26377;&#24037;&#31243;_Windows.md" TargetMode="External" Id="Rdcb9c8bc7e7c460c"/><Relationship Type="http://schemas.openxmlformats.org/officeDocument/2006/relationships/notesSlide" Target="/ppt/notesSlides/notesSlide48.xml" Id="Rb0a913be2376414f"/></Relationships>
</file>

<file path=ppt/slides/slide1.xml><?xml version="1.0" encoding="utf-8"?>
<p:sld xmlns:p="http://schemas.openxmlformats.org/presentationml/2006/main">
  <p:cSld>
    <p:bg>
      <p:bgPr>
        <ns0:blipFill xmlns:ns0="http://schemas.openxmlformats.org/drawingml/2006/main">
          <ns0:blip xmlns:r="http://schemas.openxmlformats.org/officeDocument/2006/relationships" r:embed="Rcf8a44c0a7134822"/>
          <ns0:srcRect l="0" t="27" r="0" b="27"/>
          <ns0:stretch>
            <ns0:fillRect l="0" t="0" r="0" b="0"/>
          </ns0:stretch>
        </ns0:blip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F7E716D-B6D8-4AC8-B783-99EE4D69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690562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VS Code Zephyr IDE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接入已有工程</a:t>
            </a:r>
          </a:p>
        </p:txBody>
      </p:sp>
      <p:sp>
        <p:nvSpPr>
          <p:cNvPr id="3" name="Chapter">
            <a:extLst xmlns:a="http://schemas.openxmlformats.org/drawingml/2006/main">
              <a:ext uri="{FF2B5EF4-FFF2-40B4-BE49-F238E27FC236}">
                <a16:creationId xmlns:a16="http://schemas.microsoft.com/office/drawing/2014/main" id="{8EA73283-A789-4669-9F7F-7E8A9ACA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04875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C3B4E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875" b="0">
                <a:solidFill>
                  <a:srgbClr val="C3B4E2"/>
                </a:solidFill>
                <a:latin typeface="Microsoft YaHei"/>
                <a:ea typeface="Microsoft YaHei"/>
                <a:cs typeface="Microsoft YaHei"/>
              </a:defRPr>
            </a:pPr>
            <a:r>
              <a:t>P001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D31FB25-F833-4048-AFCD-4F8719D8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386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C3B4E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2325" b="0">
                <a:solidFill>
                  <a:srgbClr val="C3B4E2"/>
                </a:solidFill>
                <a:latin typeface="Microsoft YaHei"/>
                <a:ea typeface="Microsoft YaHei"/>
                <a:cs typeface="Microsoft YaHei"/>
              </a:defRPr>
            </a:pPr>
            <a:r>
              <a:t>Windows · 已有环境接入教程</a:t>
            </a:r>
          </a:p>
        </p:txBody>
      </p:sp>
      <p:sp>
        <p:nvSpPr>
          <p:cNvPr id="5" name="Presenter lizhaojun">
            <a:extLst xmlns:a="http://schemas.openxmlformats.org/drawingml/2006/main">
              <a:ext uri="{FF2B5EF4-FFF2-40B4-BE49-F238E27FC236}">
                <a16:creationId xmlns:a16="http://schemas.microsoft.com/office/drawing/2014/main" id="{6F0E4AD5-2286-498B-BB0A-9586BCCC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768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C3B4E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2175" b="0">
                <a:solidFill>
                  <a:srgbClr val="C3B4E2"/>
                </a:solidFill>
                <a:latin typeface="Microsoft YaHei"/>
                <a:ea typeface="Microsoft YaHei"/>
                <a:cs typeface="Microsoft YaHei"/>
              </a:defRPr>
            </a:pPr>
            <a: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3533219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AB0CD13F-CB3B-4FCC-BCFC-774A8819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本章完成的开发闭环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C0FE38DF-473B-446C-9938-0EF05D9A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①—⑤ 操作路线</a:t>
            </a:r>
          </a:p>
        </p:txBody>
      </p:sp>
      <p:sp>
        <p:nvSpPr>
          <p:cNvPr id="3" name="Diagram node 1">
            <a:extLst xmlns:a="http://schemas.openxmlformats.org/drawingml/2006/main">
              <a:ext uri="{FF2B5EF4-FFF2-40B4-BE49-F238E27FC236}">
                <a16:creationId xmlns:a16="http://schemas.microsoft.com/office/drawing/2014/main" id="{CC0771D6-0345-403B-AA04-5545E7C0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93548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① 核对环境</a:t>
            </a:r>
          </a:p>
        </p:txBody>
      </p:sp>
      <p:sp>
        <p:nvSpPr>
          <p:cNvPr id="4" name="Dependency 1">
            <a:extLst xmlns:a="http://schemas.openxmlformats.org/drawingml/2006/main">
              <a:ext uri="{FF2B5EF4-FFF2-40B4-BE49-F238E27FC236}">
                <a16:creationId xmlns:a16="http://schemas.microsoft.com/office/drawing/2014/main" id="{474FBCA8-42B9-41AF-B55B-13364A6C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755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5" name="Diagram node 2">
            <a:extLst xmlns:a="http://schemas.openxmlformats.org/drawingml/2006/main">
              <a:ext uri="{FF2B5EF4-FFF2-40B4-BE49-F238E27FC236}">
                <a16:creationId xmlns:a16="http://schemas.microsoft.com/office/drawing/2014/main" id="{27EAEAEA-99BE-485A-A9DB-52837B96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930" y="1809750"/>
            <a:ext cx="193548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② 登记并扫描</a:t>
            </a:r>
          </a:p>
        </p:txBody>
      </p:sp>
      <p:sp>
        <p:nvSpPr>
          <p:cNvPr id="6" name="Dependency 2">
            <a:extLst xmlns:a="http://schemas.openxmlformats.org/drawingml/2006/main">
              <a:ext uri="{FF2B5EF4-FFF2-40B4-BE49-F238E27FC236}">
                <a16:creationId xmlns:a16="http://schemas.microsoft.com/office/drawing/2014/main" id="{86465993-F0C0-46E2-881E-3C9C59F3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1085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7" name="Diagram node 3">
            <a:extLst xmlns:a="http://schemas.openxmlformats.org/drawingml/2006/main">
              <a:ext uri="{FF2B5EF4-FFF2-40B4-BE49-F238E27FC236}">
                <a16:creationId xmlns:a16="http://schemas.microsoft.com/office/drawing/2014/main" id="{661C58F7-7BF0-4826-AF18-2417E9C1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260" y="1809750"/>
            <a:ext cx="193548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③ 应用与 Build</a:t>
            </a:r>
          </a:p>
        </p:txBody>
      </p:sp>
      <p:sp>
        <p:nvSpPr>
          <p:cNvPr id="8" name="Dependency 3">
            <a:extLst xmlns:a="http://schemas.openxmlformats.org/drawingml/2006/main">
              <a:ext uri="{FF2B5EF4-FFF2-40B4-BE49-F238E27FC236}">
                <a16:creationId xmlns:a16="http://schemas.microsoft.com/office/drawing/2014/main" id="{C799A46B-A895-4CA5-B2CB-A6F198A8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0415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9" name="Diagram node 4">
            <a:extLst xmlns:a="http://schemas.openxmlformats.org/drawingml/2006/main">
              <a:ext uri="{FF2B5EF4-FFF2-40B4-BE49-F238E27FC236}">
                <a16:creationId xmlns:a16="http://schemas.microsoft.com/office/drawing/2014/main" id="{FB8128FE-5C6A-475B-BF63-CDF31203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7590" y="1809750"/>
            <a:ext cx="193548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④ 构建产物</a:t>
            </a:r>
          </a:p>
        </p:txBody>
      </p:sp>
      <p:sp>
        <p:nvSpPr>
          <p:cNvPr id="10" name="Dependency 4">
            <a:extLst xmlns:a="http://schemas.openxmlformats.org/drawingml/2006/main">
              <a:ext uri="{FF2B5EF4-FFF2-40B4-BE49-F238E27FC236}">
                <a16:creationId xmlns:a16="http://schemas.microsoft.com/office/drawing/2014/main" id="{A8AB6451-DC4D-48E2-ACA0-9463AC46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9745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11" name="Diagram node 5">
            <a:extLst xmlns:a="http://schemas.openxmlformats.org/drawingml/2006/main">
              <a:ext uri="{FF2B5EF4-FFF2-40B4-BE49-F238E27FC236}">
                <a16:creationId xmlns:a16="http://schemas.microsoft.com/office/drawing/2014/main" id="{F41ADF5C-FE62-44BA-BE1C-A0B9527C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1809750"/>
            <a:ext cx="193548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⑤ 源码浏览</a:t>
            </a:r>
          </a:p>
        </p:txBody>
      </p:sp>
      <p:sp>
        <p:nvSpPr>
          <p:cNvPr id="12" name="Body 1">
            <a:extLst xmlns:a="http://schemas.openxmlformats.org/drawingml/2006/main">
              <a:ext uri="{FF2B5EF4-FFF2-40B4-BE49-F238E27FC236}">
                <a16:creationId xmlns:a16="http://schemas.microsoft.com/office/drawing/2014/main" id="{62DEB9FF-955F-4EEF-B726-4EC61E9B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已有命令行环境是起点。插件需要识别环境，再记录应用与构建配置</a:t>
            </a:r>
          </a:p>
        </p:txBody>
      </p:sp>
      <p:sp>
        <p:nvSpPr>
          <p:cNvPr id="13" name="Body 2">
            <a:extLst xmlns:a="http://schemas.openxmlformats.org/drawingml/2006/main">
              <a:ext uri="{FF2B5EF4-FFF2-40B4-BE49-F238E27FC236}">
                <a16:creationId xmlns:a16="http://schemas.microsoft.com/office/drawing/2014/main" id="{534671BB-8923-45FA-ABBE-576BAA73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1935"/>
            <a:ext cx="109728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贯穿实例：hello_world 应用，mps2/an386 官方 ARM 目标</a:t>
            </a:r>
          </a:p>
        </p:txBody>
      </p:sp>
      <p:sp>
        <p:nvSpPr>
          <p:cNvPr id="14" name="Body 3">
            <a:extLst xmlns:a="http://schemas.openxmlformats.org/drawingml/2006/main">
              <a:ext uri="{FF2B5EF4-FFF2-40B4-BE49-F238E27FC236}">
                <a16:creationId xmlns:a16="http://schemas.microsoft.com/office/drawing/2014/main" id="{03F0B16C-48B4-49E8-929F-F5E24974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2970"/>
            <a:ext cx="109728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完成结果：构建得到 ELF，源码跳转使用本次编译参数</a:t>
            </a:r>
          </a:p>
        </p:txBody>
      </p:sp>
      <p:sp>
        <p:nvSpPr>
          <p:cNvPr id="15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069DE4F4-C544-472E-A47A-31BA0389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a36b13088f334578"/>
              </a:rPr>
              <a:t>详细步骤与完整命令：配套 MD 1.1</a:t>
            </a:r>
          </a:p>
        </p:txBody>
      </p:sp>
      <p:sp xmlns:a="http://schemas.openxmlformats.org/drawingml/2006/main">
        <p:nvSpPr>
          <p:cNvPr id="1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275876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B073991-94C3-482D-8F71-5CD695A7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四个目录各有使用方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54C4B3F1-E22B-4C28-BB0B-E71C31B8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核对已有环境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93229804-F906-49CA-93A9-3E888648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70C0"/>
                </a:solidFill>
              </a:rPr>
              <a:t>G:/zephyr_practice/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├── </a:t>
            </a:r>
            <a:r>
              <a:rPr>
                <a:solidFill>
                  <a:srgbClr val="0070C0"/>
                </a:solidFill>
              </a:rPr>
              <a:t>.west/</a:t>
            </a:r>
            <a:r>
              <a:t>                 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工作区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├── </a:t>
            </a:r>
            <a:r>
              <a:rPr>
                <a:solidFill>
                  <a:srgbClr val="0070C0"/>
                </a:solidFill>
              </a:rPr>
              <a:t>modules/</a:t>
            </a:r>
            <a:r>
              <a:t>                清单管理的源码模块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├── </a:t>
            </a:r>
            <a:r>
              <a:rPr>
                <a:solidFill>
                  <a:srgbClr val="0070C0"/>
                </a:solidFill>
              </a:rPr>
              <a:t>zephyr-sdk-1.0.1/</a:t>
            </a:r>
            <a:r>
              <a:t>        SDK 根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└── </a:t>
            </a:r>
            <a:r>
              <a:rPr>
                <a:solidFill>
                  <a:srgbClr val="0070C0"/>
                </a:solidFill>
              </a:rPr>
              <a:t>zephyr-main/</a:t>
            </a:r>
            <a:r>
              <a:t>            VS Code 打开这里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├── </a:t>
            </a:r>
            <a:r>
              <a:rPr>
                <a:solidFill>
                  <a:srgbClr val="0070C0"/>
                </a:solidFill>
              </a:rPr>
              <a:t>.venv/</a:t>
            </a:r>
            <a:r>
              <a:t>              Python 环境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└── </a:t>
            </a:r>
            <a:r>
              <a:rPr>
                <a:solidFill>
                  <a:srgbClr val="0070C0"/>
                </a:solidFill>
              </a:rPr>
              <a:t>samples/hello_world/</a:t>
            </a:r>
            <a:r>
              <a:t>  应用根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C49140C5-F90F-47C3-8BD4-0A46DA43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编辑器根可以是 zephyr-main；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会向上发现父目录的 .</a:t>
            </a:r>
            <a:r>
              <a:rPr>
                <a:solidFill>
                  <a:srgbClr val="29263B"/>
                </a:solidFill>
              </a:rPr>
              <a:t>west</a:t>
            </a:r>
          </a:p>
        </p:txBody>
      </p:sp>
      <p:sp>
        <p:nvSpPr>
          <p:cNvPr id="5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85F7FC03-B5B0-4678-8887-646C9308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19ae8601eeea4b3a"/>
              </a:rPr>
              <a:t>详细步骤与完整命令：配套 MD 1.2</a:t>
            </a:r>
          </a:p>
        </p:txBody>
      </p:sp>
      <p:sp xmlns:a="http://schemas.openxmlformats.org/drawingml/2006/main"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542973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E2A24C0-5156-4DD0-8E4A-FE2BAA5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Python 与 SDK 的职责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AD0A65D8-DAA1-4BF6-A0EB-71657799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核对已有环境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DF4B2431-6B58-4288-ADAE-DAD4C700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Python 虚拟环境提供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与构建脚本依赖。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提供目标 GCC、链接器等工具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485C664B-4693-48FB-834C-08D1A5C9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激活 .venv 决定当前终端使用哪一份 Python。指定 SDK 决定构建从哪里取得工具链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E92876AC-A3B5-4D83-B91E-467AB015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9258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官方教程的用户目录只是示例。已有 G 盘环境可以继续使用</a:t>
            </a:r>
          </a:p>
        </p:txBody>
      </p:sp>
      <p:sp>
        <p:nvSpPr>
          <p:cNvPr id="6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D0617DC9-9BD6-44A4-8F1D-2BFC5E08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17a258c5e224444d"/>
              </a:rPr>
              <a:t>详细步骤与完整命令：配套 MD 1.2</a:t>
            </a:r>
          </a:p>
        </p:txBody>
      </p:sp>
      <p:sp xmlns:a="http://schemas.openxmlformats.org/drawingml/2006/main"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165469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FF9FAA0-533D-40A9-A73B-7D18B1B8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先在资源管理器核对文件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46F6E8E0-651B-46A4-B982-B8CC50E6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核对已有环境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C6FC16F1-A09D-4E61-8BD3-EA880810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Win+E 打开资源管理器，在地址栏进入 </a:t>
            </a:r>
            <a:r>
              <a:rPr>
                <a:solidFill>
                  <a:srgbClr val="0070C0"/>
                </a:solidFill>
              </a:rPr>
              <a:t>G:/zephyr_practice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1CA75C09-C522-4D3A-AA0C-54AE535E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.west/config</a:t>
            </a:r>
            <a:r>
              <a:t> 应存在，manifest 的 path 应指向 zephyr-main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10A1C130-5A56-4B7B-9A61-11A1FDD7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zephyr-main/.venv/Scripts/python.exe</a:t>
            </a:r>
            <a:r>
              <a:t> 应存在。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内应有 sdk_version 和 gnu 目录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6E8E990B-8183-4EC0-A79D-5E3C1787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文件存在只是第一步；之后的扫描和构建确认它们能否工作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B791E4CC-01DB-4EC9-8A26-71B42708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cd69974f4b724f6c"/>
              </a:rPr>
              <a:t>详细步骤与完整命令：配套 MD 1.2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214299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D34A690-8DAE-4B40-BEF2-B90DDDC4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主机工具仍由 Windows 提供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388E3ED8-134E-4DEA-94A2-09E177AD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核对已有环境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52C6A767-4580-4883-94C6-CB44CC9B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插件使用已有 Python 环境，构建还需要 Windows 能找到 CMake、Ninja 和 DTC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AE29EA1A-1E2C-45A9-A734-828395D4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本机已在普通 PowerShell 环境完成等价构建，无需先启动 UCRT64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2CFF8063-8EB4-4E52-AEEC-4A9ABDE1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可选检查命令见 MD 1.2 与 </a:t>
            </a:r>
            <a:r>
              <a:rPr>
                <a:solidFill>
                  <a:srgbClr val="0070C0"/>
                </a:solidFill>
              </a:rPr>
              <a:t>commands/01</a:t>
            </a:r>
            <a:r>
              <a:t>；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仅在核对或排错时执行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4D7BF74B-6B79-4AAA-9478-CEA99FDD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插件扫描不检查每一个 Python 包。依赖是否齐全，以实际构建结果为准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63FEE9D5-4F27-482F-A106-DEA4187E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2f517c2c2b5f409d"/>
              </a:rPr>
              <a:t>详细步骤与完整命令：配套 MD 1.2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721118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CF776A7-F077-47A3-AD94-54AA1CCD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已有环境可以直接复用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BBDB0033-E036-4FD1-89B3-6487C1B0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① 选择管理方式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D6F41719-91D5-450A-9A1E-81052ED7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不需要每次从 UCRT64 启动 VS Code，也不需要重新下载源码、SDK 或 venv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B80A8FE8-E1CD-4836-BA98-7F275EE3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主线：正常打开 VS Code，填写路径，登记并扫描已有环境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43728EB5-859E-4CC5-8F88-913E72C9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settings.json</a:t>
            </a:r>
            <a:r>
              <a:t> 保存路径；插件安装记录保存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根、源码和环境状态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F1938B5D-8AAF-433C-B6E3-BC5ED4E5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Add Project 添加应用，Add Build 选择板与参数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3DBA02B6-811C-4A16-843B-EFD53279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3c646f255ad3490f"/>
              </a:rPr>
              <a:t>详细步骤与完整命令：配套 MD 1.3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682846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7CF0E85-A6AE-4F50-BA28-1ABC2DAF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直接从桌面打开 VS Code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6B774A1E-A854-4152-8FDF-C11C30D4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登记已有环境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D844D2F9-584E-4389-BA2C-08EC7C85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正常打开 VS Code，不用先打开 UCRT64 或手动 activate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3BE8A58C-C66D-4836-B99B-A5B0BF80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文件 → 打开文件夹：</a:t>
            </a:r>
            <a:r>
              <a:rPr>
                <a:solidFill>
                  <a:srgbClr val="0070C0"/>
                </a:solidFill>
              </a:rPr>
              <a:t>G:/zephyr_practice/zephyr-main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8FEBECB1-B2F1-47A5-998D-4C0058CB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先保存工作区 </a:t>
            </a:r>
            <a:r>
              <a:rPr>
                <a:solidFill>
                  <a:srgbClr val="0070C0"/>
                </a:solidFill>
              </a:rPr>
              <a:t>settings.json</a:t>
            </a:r>
            <a:r>
              <a:t>，再登记父目录 </a:t>
            </a:r>
            <a:r>
              <a:rPr>
                <a:solidFill>
                  <a:srgbClr val="0070C0"/>
                </a:solidFill>
              </a:rPr>
              <a:t>G:/zephyr_practice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48AD3D7B-8D82-4FB0-B52B-43431A2A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编辑器根与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根允许不同；本章固定使用源码根布局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90D79F97-5DBB-4887-B53A-9D1553D9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88bd716ff0234b46"/>
              </a:rPr>
              <a:t>详细步骤与完整命令：配套 MD 1.4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5518349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BE0C40D-066D-4D1C-98A3-5096FDD2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安装准确的扩展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6C3841C3-39FD-40BE-971F-C1A1BB10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编辑器准备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52578133-910C-4DE2-B346-87F8E458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Ctrl+Shift+X 打开扩展，搜索 @id:mylonics.zephyr-ide，确认发布者为 Mylonics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FC6A2603-37D8-40B2-96F7-CD21903A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本章按已安装的 IDE for Zephyr 4.1.1 讲解。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已有插件时记录版本，无需重复安装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8B686971-6C25-4C66-AA86-C2E3AA2B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9258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源码浏览使用 Microsoft C/C++：ms-vscode.cpptools。Cortex-Debug 留给后续调试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012C266E-678C-47BA-B76E-71E51262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853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名称相近的 Workbench for Zephyr 和 nRF Connect 使用不同的配置入口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77A92B25-CE5B-4D86-BB58-6D4D2107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9d0d1f512e474e1c"/>
              </a:rPr>
              <a:t>详细步骤与完整命令：配套 MD 1.5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052762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BA597A1-9C7D-4E0E-9703-C4E6FA0F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工作区设置的打开位置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C8B1B8B1-9E8E-4FD9-981C-8831F28E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编辑器准备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CF057B59-68BC-410E-92CD-04C1026D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Ctrl+Shift+P，运行 Preferences: Open Workspace Settings (JSON)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93E23174-8FCE-41DC-999B-B8746E5C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确认文件是 </a:t>
            </a:r>
            <a:r>
              <a:rPr>
                <a:solidFill>
                  <a:srgbClr val="0070C0"/>
                </a:solidFill>
              </a:rPr>
              <a:t>G:/zephyr_practice/zephyr-main/.vscode/settings.json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1082F108-98BF-4CC4-9ED4-89AD2089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已有文件也可 Ctrl+P 输入 </a:t>
            </a:r>
            <a:r>
              <a:rPr>
                <a:solidFill>
                  <a:srgbClr val="0070C0"/>
                </a:solidFill>
              </a:rPr>
              <a:t>.vscode/settings.json</a:t>
            </a:r>
            <a:r>
              <a:t> 打开；应编辑工作区设置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E72701A1-C10E-4022-BE3A-B6402B5A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文件不存在时新建 .vscode 文件夹及 </a:t>
            </a:r>
            <a:r>
              <a:rPr>
                <a:solidFill>
                  <a:srgbClr val="0070C0"/>
                </a:solidFill>
              </a:rPr>
              <a:t>settings.json</a:t>
            </a:r>
            <a:r>
              <a:t>；名称末尾不能多出 .txt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F877C614-5365-41C9-B9BC-4E240F1E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d603ab4b255642a1"/>
              </a:rPr>
              <a:t>详细步骤与完整命令：配套 MD 1.5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505714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1FC1CE4-4462-4A65-84FB-FA419575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三种配置各管一件事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6332508A-DA60-46AE-A222-675B8DAB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编辑器准备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8F1C8B9F-9F60-49A5-A932-972468EC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settings.json</a:t>
            </a:r>
            <a:r>
              <a:t>：本机环境路径与编辑器行为，例如已有 venv 和 SDK 搜索目录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C4768B16-B866-4627-87AA-63BEC3FC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插件安装记录：登记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工作区、扫描源码和版本，由插件保存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A80B9796-9014-43AE-BD56-9E101B55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zephyr-ide.json</a:t>
            </a:r>
            <a:r>
              <a:t>：应用在哪里、为哪个板构建、输出存在哪里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1904F96E-1C6B-47F5-8BDA-26B9BC69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因此只改 </a:t>
            </a:r>
            <a:r>
              <a:rPr>
                <a:solidFill>
                  <a:srgbClr val="0070C0"/>
                </a:solidFill>
              </a:rPr>
              <a:t>settings.json</a:t>
            </a:r>
            <a:r>
              <a:t> 还不够：后面仍需登记环境、添加应用与 Build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8B3D0111-1E97-4539-9818-59FDDF52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aed61d4795d642c6"/>
              </a:rPr>
              <a:t>详细步骤与完整命令：配套 MD 1.5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890623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D0C05A8-AF41-4DF9-81C1-4328C263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复用已有 venv 和 SDK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703E44BB-5004-464D-8419-92DFCDCA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编辑器准备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A5F1C818-661A-4E9A-B393-40CD91FC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zephyr-ide.venvFolder</a:t>
            </a:r>
            <a:r>
              <a:t>": "</a:t>
            </a:r>
            <a:r>
              <a:rPr>
                <a:solidFill>
                  <a:srgbClr val="0070C0"/>
                </a:solidFill>
              </a:rPr>
              <a:t>G:/zephyr_practice/zephyr-main/.venv</a:t>
            </a:r>
            <a:r>
              <a:t>",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zephyr-ide.toolchainDirectory</a:t>
            </a:r>
            <a:r>
              <a:t>": "</a:t>
            </a:r>
            <a:r>
              <a:rPr>
                <a:solidFill>
                  <a:srgbClr val="0070C0"/>
                </a:solidFill>
              </a:rPr>
              <a:t>G:/zephyr_practice</a:t>
            </a:r>
            <a:r>
              <a:t>",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zephyr-ide.useClangd</a:t>
            </a:r>
            <a:r>
              <a:t>": false,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C_Cpp.intelliSenseEngine</a:t>
            </a:r>
            <a:r>
              <a:t>": "default",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cmake.configureOnOpen</a:t>
            </a:r>
            <a:r>
              <a:t>": false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9E3FF82C-ED78-450B-AA06-98EA5160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这是 </a:t>
            </a:r>
            <a:r>
              <a:rPr>
                <a:solidFill>
                  <a:srgbClr val="0070C0"/>
                </a:solidFill>
              </a:rPr>
              <a:t>settings.json</a:t>
            </a:r>
            <a:r>
              <a:t> 内容，不是终端命令。合并时不要重复外层花括号</a:t>
            </a:r>
          </a:p>
        </p:txBody>
      </p:sp>
      <p:sp>
        <p:nvSpPr>
          <p:cNvPr id="5" name="Body 2">
            <a:extLst xmlns:a="http://schemas.openxmlformats.org/drawingml/2006/main">
              <a:ext uri="{FF2B5EF4-FFF2-40B4-BE49-F238E27FC236}">
                <a16:creationId xmlns:a16="http://schemas.microsoft.com/office/drawing/2014/main" id="{D6A2B121-72D3-47EE-B753-D063A8FF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9601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venvFolder</a:t>
            </a:r>
            <a:r>
              <a:t> 填 .venv 根；</a:t>
            </a:r>
            <a:r>
              <a:rPr>
                <a:solidFill>
                  <a:srgbClr val="B84E00"/>
                </a:solidFill>
              </a:rPr>
              <a:t>toolchainDirectory</a:t>
            </a:r>
            <a:r>
              <a:t> 填包含 SDK 的父目录</a:t>
            </a:r>
          </a:p>
        </p:txBody>
      </p:sp>
      <p:sp>
        <p:nvSpPr>
          <p:cNvPr id="6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D3344A3F-F84D-468F-9C73-0EE8B6D9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eb56c33873294c52"/>
              </a:rPr>
              <a:t>详细步骤与完整命令：配套 MD 1.5</a:t>
            </a:r>
          </a:p>
        </p:txBody>
      </p:sp>
      <p:sp xmlns:a="http://schemas.openxmlformats.org/drawingml/2006/main"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431469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0A59C4F-98BE-4DB4-85A0-D70A9B6C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父目录与 SDK 根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6B25121A-EC74-4A3F-B365-CAF7E813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解决 SDK 识别问题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E7DF4331-5AB3-43D2-AF84-0BCE5231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插件设置 </a:t>
            </a:r>
            <a:r>
              <a:rPr>
                <a:solidFill>
                  <a:srgbClr val="B84E00"/>
                </a:solidFill>
              </a:rPr>
              <a:t>zephyr-ide.toolchainDirectory</a:t>
            </a:r>
            <a:r>
              <a:t> = </a:t>
            </a:r>
            <a:r>
              <a:rPr>
                <a:solidFill>
                  <a:srgbClr val="0070C0"/>
                </a:solidFill>
              </a:rPr>
              <a:t>G:/zephyr_practice</a:t>
            </a:r>
            <a:r>
              <a:t>，用于查找 SDK 安装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F6256B07-55B3-4CC5-9F1C-EB6E9127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进程变量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 = </a:t>
            </a:r>
            <a:r>
              <a:rPr>
                <a:solidFill>
                  <a:srgbClr val="0070C0"/>
                </a:solidFill>
              </a:rPr>
              <a:t>G:/zephyr_practice/zephyr-sdk-1.0.1</a:t>
            </a:r>
            <a:r>
              <a:t>，指定具体 SDK 根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7C2D4523-B9B6-42BE-8027-9DED7938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9258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把同名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 直接写在 </a:t>
            </a:r>
            <a:r>
              <a:rPr>
                <a:solidFill>
                  <a:srgbClr val="0070C0"/>
                </a:solidFill>
              </a:rPr>
              <a:t>settings.json</a:t>
            </a:r>
            <a:r>
              <a:t> 顶层，不会创建环境变量。应移除这个无效设置</a:t>
            </a:r>
          </a:p>
        </p:txBody>
      </p:sp>
      <p:sp>
        <p:nvSpPr>
          <p:cNvPr id="6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143E5790-A677-4185-98E9-8DC280D7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751ce6f92ba243f8"/>
              </a:rPr>
              <a:t>详细步骤与完整命令：配套 MD 1.5</a:t>
            </a:r>
          </a:p>
        </p:txBody>
      </p:sp>
      <p:sp xmlns:a="http://schemas.openxmlformats.org/drawingml/2006/main"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137140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D3D1BD8-82D7-4CEC-9670-291F0C7A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你现有的设置该怎样改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180FE8D1-E5CE-4FDF-A30D-293CAA94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解决 SDK 识别问题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9E8452F6-08CE-4F1E-918A-EBC5E0F1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移除顶层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；它不是这个扩展注册的 VS Code 设置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E5235D9E-E3FB-4FDA-9023-038B834E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保留已有 terminal.integrated.defaultProfile.windows、</a:t>
            </a:r>
            <a:r>
              <a:rPr>
                <a:solidFill>
                  <a:srgbClr val="B84E00"/>
                </a:solidFill>
              </a:rPr>
              <a:t>C_Cpp.default.compileCommands</a:t>
            </a:r>
            <a:r>
              <a:t> 和 </a:t>
            </a:r>
            <a:r>
              <a:rPr>
                <a:solidFill>
                  <a:srgbClr val="B84E00"/>
                </a:solidFill>
              </a:rPr>
              <a:t>cmake.configureOnOpen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D9BB6B96-4251-403F-8FBF-3E618112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再加入前页的 </a:t>
            </a:r>
            <a:r>
              <a:rPr>
                <a:solidFill>
                  <a:srgbClr val="B84E00"/>
                </a:solidFill>
              </a:rPr>
              <a:t>venvFolder</a:t>
            </a:r>
            <a:r>
              <a:t>、</a:t>
            </a:r>
            <a:r>
              <a:rPr>
                <a:solidFill>
                  <a:srgbClr val="B84E00"/>
                </a:solidFill>
              </a:rPr>
              <a:t>toolchainDirectory</a:t>
            </a:r>
            <a:r>
              <a:t>、useClangd 与 IntelliSense 设置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E2051E66-5ED3-4474-8D56-8CB288AC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0585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下一页提供合并后的完整示例；对应 </a:t>
            </a:r>
            <a:r>
              <a:rPr>
                <a:solidFill>
                  <a:srgbClr val="0070C0"/>
                </a:solidFill>
              </a:rPr>
              <a:t>commands/08-settings-existing.json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38F84747-E384-4876-AC8F-DF618BB0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46ad7aa5a96a40a8"/>
              </a:rPr>
              <a:t>详细步骤与完整命令：配套 MD 1.5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185194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43787A3-A8D0-4D96-A258-98A9AB32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合并后的 </a:t>
            </a:r>
            <a:r>
              <a:rPr>
                <a:solidFill>
                  <a:srgbClr val="0070C0"/>
                </a:solidFill>
              </a:rPr>
              <a:t>settings.json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8F662A37-F4E3-4976-AC0F-08F2E55A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解决 SDK 识别问题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F29CFECC-D2B8-47CA-A260-B7A9429B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1144250" cy="3375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zephyr-ide.venvFolder</a:t>
            </a:r>
            <a:r>
              <a:t>": "</a:t>
            </a:r>
            <a:r>
              <a:rPr>
                <a:solidFill>
                  <a:srgbClr val="0070C0"/>
                </a:solidFill>
              </a:rPr>
              <a:t>G:/zephyr_practice/zephyr-main/.venv</a:t>
            </a:r>
            <a:r>
              <a:t>",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zephyr-ide.toolchainDirectory</a:t>
            </a:r>
            <a:r>
              <a:t>": "</a:t>
            </a:r>
            <a:r>
              <a:rPr>
                <a:solidFill>
                  <a:srgbClr val="0070C0"/>
                </a:solidFill>
              </a:rPr>
              <a:t>G:/zephyr_practice</a:t>
            </a:r>
            <a:r>
              <a:t>",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zephyr-ide.useClangd</a:t>
            </a:r>
            <a:r>
              <a:t>": false,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C_Cpp.intelliSenseEngine</a:t>
            </a:r>
            <a:r>
              <a:t>": "default",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"terminal.integrated.defaultProfile.windows": "Zephyr IDE Terminal",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C_Cpp.default.compileCommands</a:t>
            </a:r>
            <a:r>
              <a:t>":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"</a:t>
            </a:r>
            <a:r>
              <a:rPr>
                <a:solidFill>
                  <a:srgbClr val="0070C0"/>
                </a:solidFill>
              </a:rPr>
              <a:t>${workspaceFolder}/.vscode/compile_commands.json</a:t>
            </a:r>
            <a:r>
              <a:t>",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B84E00"/>
                </a:solidFill>
              </a:rPr>
              <a:t>cmake.configureOnOpen</a:t>
            </a:r>
            <a:r>
              <a:t>": false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741B0885-D810-4D38-8377-D1034204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6385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本例保留现有终端与编译数据库设置；构建成功后再调整数据库路径</a:t>
            </a:r>
          </a:p>
        </p:txBody>
      </p:sp>
      <p:sp>
        <p:nvSpPr>
          <p:cNvPr id="5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DCCFF587-B361-4D8A-8F59-4E5388F4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569c7946be3547e5"/>
              </a:rPr>
              <a:t>详细步骤与完整命令：配套 MD 1.5</a:t>
            </a:r>
          </a:p>
        </p:txBody>
      </p:sp>
      <p:sp xmlns:a="http://schemas.openxmlformats.org/drawingml/2006/main"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983342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BE05231-3492-4D90-8BA3-B44BB5F2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保存 JSON 后再继续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346AE03F-D829-4037-8635-A440D3F2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解决 SDK 识别问题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6CD34A76-C8ED-4BFD-9C09-8178D21D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同一个对象只有一对外层花括号；新增字段放进原对象，不能在末尾再粘一份对象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C5C6A935-C32E-4BAA-8523-E5F51EDA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字段名与路径都用英文双引号。路径使用 /，无需写 Windows 反斜杠转义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FF124848-39F2-498F-858D-249C0651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同名字段只保留一次；相邻字段之间有逗号。Ctrl+S 保存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92F828AE-F2DE-4E4D-8FAA-A71AC658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检查“问题”面板中的 JSON 语法错误。语法通过后，继续登记已有环境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F6D1659B-0C14-45F9-983E-316993EF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5a5472e475d14ce9"/>
              </a:rPr>
              <a:t>详细步骤与完整命令：配套 MD 1.5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020247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45BD0BE-9D1E-4C95-9E5E-E0327511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跳过安装后，还要扫描已有环境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622D5454-992B-410D-95DE-000802D5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登记已有环境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829D6CB8-FBDE-43B2-B96D-E1F82EF2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登记命令选择父目录 </a:t>
            </a:r>
            <a:r>
              <a:rPr>
                <a:solidFill>
                  <a:srgbClr val="0070C0"/>
                </a:solidFill>
              </a:rPr>
              <a:t>G:/zephyr_practice</a:t>
            </a:r>
            <a:r>
              <a:t>，而编辑器打开源码根 zephyr-main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B09D716E-C25A-411F-BB5A-F2A8D20C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Mark workspace as already set up 跳过安装；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它不代表已经发现了源码与 venv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9AC842D6-4156-467B-A0A3-D3F185B9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接着运行 Configure Existing Environment (Scan Zephyr Dir/Version)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EB56D1B5-46F0-4E78-A18E-B5822C7A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这里的扫描读取已有 venv、执行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list 并读取版本；不调用安装和更新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C80B8C4C-5866-4931-8972-17807141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8b7c5270ac384b59"/>
              </a:rPr>
              <a:t>详细步骤与完整命令：配套 MD 1.6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0606929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81EA86AE-77CB-4802-87C2-340D3FF9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插件怎样接入已有环境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C70B5DC7-86DB-4318-BFE6-912C7EE4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登记已有环境</a:t>
            </a:r>
          </a:p>
        </p:txBody>
      </p:sp>
      <p:sp>
        <p:nvSpPr>
          <p:cNvPr id="3" name="Diagram node 1">
            <a:extLst xmlns:a="http://schemas.openxmlformats.org/drawingml/2006/main">
              <a:ext uri="{FF2B5EF4-FFF2-40B4-BE49-F238E27FC236}">
                <a16:creationId xmlns:a16="http://schemas.microsoft.com/office/drawing/2014/main" id="{5D34DF19-97F1-474E-99A0-183BA833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00313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工作区设置</a:t>
            </a:r>
          </a:p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venv 与 SDK</a:t>
            </a:r>
          </a:p>
        </p:txBody>
      </p:sp>
      <p:sp>
        <p:nvSpPr>
          <p:cNvPr id="4" name="Dependency 1">
            <a:extLst xmlns:a="http://schemas.openxmlformats.org/drawingml/2006/main">
              <a:ext uri="{FF2B5EF4-FFF2-40B4-BE49-F238E27FC236}">
                <a16:creationId xmlns:a16="http://schemas.microsoft.com/office/drawing/2014/main" id="{5FF09D30-C354-4297-ACFC-F4D6DF3B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5" name="Diagram node 2">
            <a:extLst xmlns:a="http://schemas.openxmlformats.org/drawingml/2006/main">
              <a:ext uri="{FF2B5EF4-FFF2-40B4-BE49-F238E27FC236}">
                <a16:creationId xmlns:a16="http://schemas.microsoft.com/office/drawing/2014/main" id="{5276EB43-C6DA-4ED9-9F53-9F42497E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809750"/>
            <a:ext cx="2500313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登记 west 根</a:t>
            </a:r>
          </a:p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跳过安装</a:t>
            </a:r>
          </a:p>
        </p:txBody>
      </p:sp>
      <p:sp>
        <p:nvSpPr>
          <p:cNvPr id="6" name="Dependency 2">
            <a:extLst xmlns:a="http://schemas.openxmlformats.org/drawingml/2006/main">
              <a:ext uri="{FF2B5EF4-FFF2-40B4-BE49-F238E27FC236}">
                <a16:creationId xmlns:a16="http://schemas.microsoft.com/office/drawing/2014/main" id="{5E758DF4-47AD-4AF4-84AD-F22B4796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7" name="Diagram node 3">
            <a:extLst xmlns:a="http://schemas.openxmlformats.org/drawingml/2006/main">
              <a:ext uri="{FF2B5EF4-FFF2-40B4-BE49-F238E27FC236}">
                <a16:creationId xmlns:a16="http://schemas.microsoft.com/office/drawing/2014/main" id="{3FC3A94C-9C28-4510-AD24-B7F85F13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500313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扫描已有环境</a:t>
            </a:r>
          </a:p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源码、版本与 venv</a:t>
            </a:r>
          </a:p>
        </p:txBody>
      </p:sp>
      <p:sp>
        <p:nvSpPr>
          <p:cNvPr id="8" name="Dependency 3">
            <a:extLst xmlns:a="http://schemas.openxmlformats.org/drawingml/2006/main">
              <a:ext uri="{FF2B5EF4-FFF2-40B4-BE49-F238E27FC236}">
                <a16:creationId xmlns:a16="http://schemas.microsoft.com/office/drawing/2014/main" id="{32E2418C-793A-4F9A-BC4E-A97C71E3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9" name="Diagram node 4">
            <a:extLst xmlns:a="http://schemas.openxmlformats.org/drawingml/2006/main">
              <a:ext uri="{FF2B5EF4-FFF2-40B4-BE49-F238E27FC236}">
                <a16:creationId xmlns:a16="http://schemas.microsoft.com/office/drawing/2014/main" id="{8737EC37-D5C3-425E-BE52-9AA50C9D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1809750"/>
            <a:ext cx="2500313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Add Project</a:t>
            </a:r>
          </a:p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选择应用并构建</a:t>
            </a:r>
          </a:p>
        </p:txBody>
      </p:sp>
      <p:sp>
        <p:nvSpPr>
          <p:cNvPr id="10" name="Body 1">
            <a:extLst xmlns:a="http://schemas.openxmlformats.org/drawingml/2006/main">
              <a:ext uri="{FF2B5EF4-FFF2-40B4-BE49-F238E27FC236}">
                <a16:creationId xmlns:a16="http://schemas.microsoft.com/office/drawing/2014/main" id="{A24129BE-2A4B-466A-8D55-64B05E2B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登记和扫描完成后，插件向构建任务提供已有环境；重开窗口可复用登记</a:t>
            </a:r>
          </a:p>
        </p:txBody>
      </p:sp>
      <p:sp>
        <p:nvSpPr>
          <p:cNvPr id="11" name="Body 2">
            <a:extLst xmlns:a="http://schemas.openxmlformats.org/drawingml/2006/main">
              <a:ext uri="{FF2B5EF4-FFF2-40B4-BE49-F238E27FC236}">
                <a16:creationId xmlns:a16="http://schemas.microsoft.com/office/drawing/2014/main" id="{EE43F6C2-DFD4-4726-B37F-DBB2F9F7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1935"/>
            <a:ext cx="109728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普通 Windows 主机工具还需可找到。缺某个工具时针对该项处理</a:t>
            </a:r>
          </a:p>
        </p:txBody>
      </p:sp>
      <p:sp>
        <p:nvSpPr>
          <p:cNvPr id="12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4114DDF8-9AC3-4CFF-A165-DC90856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c755730de1b04cff"/>
              </a:rPr>
              <a:t>详细步骤与完整命令：配套 MD 1.6</a:t>
            </a:r>
          </a:p>
        </p:txBody>
      </p:sp>
      <p:sp xmlns:a="http://schemas.openxmlformats.org/drawingml/2006/main"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6291858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814C1B2-2863-456A-AA35-FFB89309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目录选择框应该选哪一层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F03ADE88-5B7F-4C96-8770-441EB339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登记已有环境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EBC4EBC0-37A5-4D93-93AA-DE3075AB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Ctrl+Shift+P → Zephyr IDE: Setup Workspace from External Directory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836DD4CD-3DA6-4468-9C87-5E740F2F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目录选择框地址栏输入 </a:t>
            </a:r>
            <a:r>
              <a:rPr>
                <a:solidFill>
                  <a:srgbClr val="0070C0"/>
                </a:solidFill>
              </a:rPr>
              <a:t>G:/zephyr_practice</a:t>
            </a:r>
            <a:r>
              <a:t>，选择这个包含 .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的目录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988E88E8-2B47-4601-A134-C4A5A844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此处登记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工作区根；VS Code 继续打开 zephyr-main，无需切换编辑器目录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59376CE8-2DB8-4E57-9DDD-E8BE336C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选择 Mark workspace as already set up，然后按 MD 1.6 执行已有环境扫描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C8C4DD2E-CEB5-4D69-925D-BF0DF1C9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03303f834c3149f5"/>
              </a:rPr>
              <a:t>详细步骤与完整命令：配套 MD 1.6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55712302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2C5AED0-FDAC-4607-9FCD-B9FF71BB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插件界面的对象位置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A03A8089-F1A7-4A26-8B35-4EDC8F4F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确认环境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0824B-3C3E-4CAA-90D9-14B90C9F25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cbac8fc0cc42a6"/>
          <a:stretch xmlns:a="http://schemas.openxmlformats.org/drawingml/2006/main"/>
        </p:blipFill>
        <p:spPr>
          <a:xfrm xmlns:a="http://schemas.openxmlformats.org/drawingml/2006/main">
            <a:off x="1183344" y="1714500"/>
            <a:ext cx="6282013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681DA68C-BEB3-49FF-B7F9-133348ED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28800"/>
            <a:ext cx="3190875" cy="405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上部是环境入口</a:t>
            </a:r>
          </a:p>
        </p:txBody>
      </p:sp>
      <p:sp>
        <p:nvSpPr>
          <p:cNvPr id="5" name="Body 2">
            <a:extLst xmlns:a="http://schemas.openxmlformats.org/drawingml/2006/main">
              <a:ext uri="{FF2B5EF4-FFF2-40B4-BE49-F238E27FC236}">
                <a16:creationId xmlns:a16="http://schemas.microsoft.com/office/drawing/2014/main" id="{CCA92A7E-F6CD-4C80-B11D-F49BAF52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43734"/>
            <a:ext cx="3190875" cy="734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Projects 列出应用与 Build</a:t>
            </a:r>
          </a:p>
        </p:txBody>
      </p:sp>
      <p:sp>
        <p:nvSpPr>
          <p:cNvPr id="6" name="Body 3">
            <a:extLst xmlns:a="http://schemas.openxmlformats.org/drawingml/2006/main">
              <a:ext uri="{FF2B5EF4-FFF2-40B4-BE49-F238E27FC236}">
                <a16:creationId xmlns:a16="http://schemas.microsoft.com/office/drawing/2014/main" id="{90C969F6-60CA-48E1-A7E5-1784C614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87852"/>
            <a:ext cx="3190875" cy="734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活动构建区域决定按钮作用于谁</a:t>
            </a:r>
          </a:p>
        </p:txBody>
      </p:sp>
      <p:sp>
        <p:nvSpPr>
          <p:cNvPr id="7" name="Body 4">
            <a:extLst xmlns:a="http://schemas.openxmlformats.org/drawingml/2006/main">
              <a:ext uri="{FF2B5EF4-FFF2-40B4-BE49-F238E27FC236}">
                <a16:creationId xmlns:a16="http://schemas.microsoft.com/office/drawing/2014/main" id="{19D502D1-EC66-4548-AE0C-B605B6AB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31970"/>
            <a:ext cx="3190875" cy="734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官方界面示意；图中 blinky 和板名不是本章输入</a:t>
            </a:r>
          </a:p>
        </p:txBody>
      </p:sp>
      <p:sp>
        <p:nvSpPr>
          <p:cNvPr id="8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AD5792D2-FF2C-4B04-BE7D-0E0736CC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b179244238ec49f9"/>
              </a:rPr>
              <a:t>详细步骤与完整命令：配套 MD 1.6</a:t>
            </a:r>
          </a:p>
        </p:txBody>
      </p:sp>
      <p:sp xmlns:a="http://schemas.openxmlformats.org/drawingml/2006/main"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2333619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2D44604-F90F-449E-AE0E-814C009E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核对登记与扫描结果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9046F85B-3D6A-4A1E-AA35-51845891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确认环境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26E26513-6AD0-4E24-A5E5-5862278E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Ctrl+Shift+P → Zephyr IDE: Configure Existing Environment (Scan Zephyr Dir/Version)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D68E4EC8-A2B6-4921-85C0-8DEA24A4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成功提示包含 Zephyr environment configured，路径应为 </a:t>
            </a:r>
            <a:r>
              <a:rPr>
                <a:solidFill>
                  <a:srgbClr val="0070C0"/>
                </a:solidFill>
              </a:rPr>
              <a:t>G:/zephyr_practice/zephyr-main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03613379-F26A-49BB-A79F-2F340C0F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9258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扫描同时核对已有 venv；只完成一部分时会出现对应警告，不能当成全部成功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37B812B9-5C78-4A53-B679-5E1C1DB6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0585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扫描成功仍为 Not Updated：执行 Skip West Setup。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状态不刷新时保存文件后 Reload Window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37321F84-59B4-4C11-B78B-4C832C50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a501d6609f6042aa"/>
              </a:rPr>
              <a:t>详细步骤与完整命令：配套 MD 1.6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4989069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AFBDB70-6647-4313-960B-7EACB1A6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扫描没有完全成功时怎么办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418C2EA3-124F-436D-A45E-C1F543C5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② 确认环境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E72D518B-65DE-4F66-A35F-01DA366F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提示找不到 Python 环境：回 </a:t>
            </a:r>
            <a:r>
              <a:rPr>
                <a:solidFill>
                  <a:srgbClr val="0070C0"/>
                </a:solidFill>
              </a:rPr>
              <a:t>settings.json</a:t>
            </a:r>
            <a:r>
              <a:t> 检查 </a:t>
            </a:r>
            <a:r>
              <a:rPr>
                <a:solidFill>
                  <a:srgbClr val="B84E00"/>
                </a:solidFill>
              </a:rPr>
              <a:t>venvFolder</a:t>
            </a:r>
            <a:r>
              <a:t> 下是否有 Scripts/</a:t>
            </a:r>
            <a:r>
              <a:rPr>
                <a:solidFill>
                  <a:srgbClr val="29263B"/>
                </a:solidFill>
              </a:rPr>
              <a:t>python</a:t>
            </a:r>
            <a:r>
              <a:t>.exe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370A7499-E4AA-415F-BA7A-B69A1F61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提示找不到 Zephyr：检查登记目录的 </a:t>
            </a:r>
            <a:r>
              <a:rPr>
                <a:solidFill>
                  <a:srgbClr val="0070C0"/>
                </a:solidFill>
              </a:rPr>
              <a:t>.west/config</a:t>
            </a:r>
            <a:r>
              <a:t>，再看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是否能列出 zephyr-main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4F973191-021A-44EF-9B58-3D0D15E7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9258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Ctrl+Shift+U 打开“输出”，选择 Zephyr IDE 相关通道查看具体提示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2BF58585-D38D-4CDA-8404-0213DC24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0585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此时 Projects 为空可以正常：环境扫描成功之后，还要手动 Add Project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54F3EDFF-A38A-48E6-8209-ECE317B8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935760bc5f3b4333"/>
              </a:rPr>
              <a:t>详细步骤与完整命令：配套 MD 1.6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2315687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9A011B7-718B-415A-A2FA-12267E1A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添加 hello_world 应用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3400C33B-8718-4320-A70F-F3B4193C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添加 Project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03E9C60C-4395-40B1-9CB7-51AD294E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Ctrl+Shift+P，执行 Zephyr IDE: Add Project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57D0D505-A67F-4EA5-B332-78D7A45B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 Select Project Folder 中选择 </a:t>
            </a:r>
            <a:r>
              <a:rPr>
                <a:solidFill>
                  <a:srgbClr val="0070C0"/>
                </a:solidFill>
              </a:rPr>
              <a:t>G:/zephyr_practice/zephyr-main/samples/hello_world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CA4A9799-6493-4414-A9D4-92AAA213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项目列表出现 hello_world 后，打开其 </a:t>
            </a:r>
            <a:r>
              <a:rPr>
                <a:solidFill>
                  <a:srgbClr val="0070C0"/>
                </a:solidFill>
              </a:rPr>
              <a:t>CMakeLists.txt</a:t>
            </a:r>
            <a:r>
              <a:t>、</a:t>
            </a:r>
            <a:r>
              <a:rPr>
                <a:solidFill>
                  <a:srgbClr val="0070C0"/>
                </a:solidFill>
              </a:rPr>
              <a:t>prj.conf</a:t>
            </a:r>
            <a:r>
              <a:t> 和 </a:t>
            </a:r>
            <a:r>
              <a:rPr>
                <a:solidFill>
                  <a:srgbClr val="0070C0"/>
                </a:solidFill>
              </a:rPr>
              <a:t>src/main.c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CE0EB009-FAC0-42AC-AC37-7FA9C8A0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0585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应选择包含应用 </a:t>
            </a:r>
            <a:r>
              <a:rPr>
                <a:solidFill>
                  <a:srgbClr val="0070C0"/>
                </a:solidFill>
              </a:rPr>
              <a:t>CMakeLists.txt</a:t>
            </a:r>
            <a:r>
              <a:t> 的目录。选择 src 子目录会缺少入口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4F254D86-13FE-4C45-8442-17449E99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d402dafedd694ec4"/>
              </a:rPr>
              <a:t>详细步骤与完整命令：配套 MD 1.7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5146715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A6B1FB3-62EE-4B10-ACB5-209B74B9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Add Project 实际保存了什么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E6A27EC3-F2CE-4E5E-963A-1379C003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添加 Project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7DC0DBA6-3DE4-419B-A4B0-F7481085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在插件 Projects 中应出现 hello_world。Add Project 登记应用目录，不会复制或下载整个源码树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53143914-1DE0-4C8B-9010-E576A9B9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插件把应用记录写入 </a:t>
            </a:r>
            <a:r>
              <a:rPr>
                <a:solidFill>
                  <a:srgbClr val="0070C0"/>
                </a:solidFill>
              </a:rPr>
              <a:t>.vscode/zephyr-ide.json</a:t>
            </a:r>
            <a:r>
              <a:t>；Project 的 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 是 </a:t>
            </a:r>
            <a:r>
              <a:rPr>
                <a:solidFill>
                  <a:srgbClr val="0070C0"/>
                </a:solidFill>
              </a:rPr>
              <a:t>samples/hello_world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455F83B8-ECBF-45F9-9633-5350E99E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9258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kernel、drivers、include 是 Zephyr 源码目录；无需把每个目录都添加为 Project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C7F67722-75EA-4C8F-98F0-98A3C182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853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接下来给 hello_world 添加 Build，决定板、参数和输出目录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39E68580-4128-4A2E-BBAB-6456D524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ac1990e1578c46b4"/>
              </a:rPr>
              <a:t>详细步骤与完整命令：配套 MD 1.7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6036288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FEF3C8A-D50E-4792-A91D-D23426EC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应用怎样引入 Zephyr 源码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97A2BB3B-40B5-4F6A-9BA2-1581C6D4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添加 Project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4FD3A672-046D-44AD-9A20-0E66BE66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t>(VERSION 3.28.0)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find_package</a:t>
            </a:r>
            <a:r>
              <a:t>(Zephyr REQUIRED HINTS $ENV{</a:t>
            </a:r>
            <a:r>
              <a:rPr>
                <a:solidFill>
                  <a:srgbClr val="B84E00"/>
                </a:solidFill>
              </a:rPr>
              <a:t>ZEPHYR_BASE</a:t>
            </a:r>
            <a:r>
              <a:t>})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t>(hello_world)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target_sources</a:t>
            </a:r>
            <a:r>
              <a:t>(app PRIVATE </a:t>
            </a:r>
            <a:r>
              <a:rPr>
                <a:solidFill>
                  <a:srgbClr val="0070C0"/>
                </a:solidFill>
              </a:rPr>
              <a:t>src/main.c)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8492039B-CDF1-4D81-9DE5-63CCCF55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只读摘录：</a:t>
            </a:r>
            <a:r>
              <a:rPr>
                <a:solidFill>
                  <a:srgbClr val="0070C0"/>
                </a:solidFill>
              </a:rPr>
              <a:t>samples/hello_world/CMakeLists.txt</a:t>
            </a:r>
            <a:r>
              <a:t> 已在官方源码中，无需重新创建</a:t>
            </a:r>
          </a:p>
        </p:txBody>
      </p:sp>
      <p:sp>
        <p:nvSpPr>
          <p:cNvPr id="5" name="Body 2">
            <a:extLst xmlns:a="http://schemas.openxmlformats.org/drawingml/2006/main">
              <a:ext uri="{FF2B5EF4-FFF2-40B4-BE49-F238E27FC236}">
                <a16:creationId xmlns:a16="http://schemas.microsoft.com/office/drawing/2014/main" id="{5D14CDF9-D362-4422-8C7E-1F297A20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2326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find_package 加载 Zephyr 构建配置，target_sources 把应用源文件加入目标</a:t>
            </a:r>
          </a:p>
        </p:txBody>
      </p:sp>
      <p:sp>
        <p:nvSpPr>
          <p:cNvPr id="6" name="Body 3">
            <a:extLst xmlns:a="http://schemas.openxmlformats.org/drawingml/2006/main">
              <a:ext uri="{FF2B5EF4-FFF2-40B4-BE49-F238E27FC236}">
                <a16:creationId xmlns:a16="http://schemas.microsoft.com/office/drawing/2014/main" id="{E4E05074-AA9E-4368-A3DA-8EDBE1E7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0877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内核与驱动由 Zephyr 按板和配置选择，不需要在 IDE 中逐个导入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BF2C158A-F9AC-4634-B206-740CE532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03f948471db64b63"/>
              </a:rPr>
              <a:t>详细步骤与完整命令：配套 MD 1.7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3294930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1DF854D-D0E2-44E4-9CDC-A4C34EE6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添加板目标与 Build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8E234DB7-3E1D-46B4-910F-10C692A6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添加 Build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E135287E-7C5B-4C1B-BC86-4881AC78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Ctrl+Shift+P → Zephyr IDE: Set Active Project，选择 hello_world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B72EA2BB-1BB8-4D3D-8672-C1EE1DBD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再运行 Zephyr IDE: Add Build Configuration，进入该应用的构建向导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B82E56A6-4B34-42D3-893D-B968D69B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本例选择官方 mps2/an386 ARM 目标，先验证整条构建流程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441E2D37-5E9A-4619-BC79-17B582A0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Build 名称 ide-mps2 是本地配置名。首次实验只编译，无需连接开发板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A4EE84CC-2E76-4A1B-93DC-BA8A3F15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c063d1d61f204e3c"/>
              </a:rPr>
              <a:t>详细步骤与完整命令：配套 MD 1.8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507996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2B198E5-3BA8-4D8C-9832-0EFA775A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Build 向导：先选板，再命名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5D0CAED9-6417-498C-813F-F5C82441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添加 Build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5CA9F6A4-F754-4B51-8DE1-61D750E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Pick Additional Board Directory：选择 Zephyr Directory Only，使用当前源码自带的板定义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25D47244-7AF2-40D1-B5DC-B1EA1156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Pick Board：搜索 mps2 并选择 an386 对应项，最终 board 为 mps2/an386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F96F5B74-8DE4-43A6-9FBA-77432B80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如果板有修订版本，才会出现 Pick Revision；本例没有就继续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C8DEDFD0-EDAB-4738-9335-FA2CF1EB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Enter build configuration name：输入 ide-mps2，按 Enter。随后填写下一页参数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8F70C6B5-2DCA-432F-A199-A13DF38C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e7d95c4574364616"/>
              </a:rPr>
              <a:t>详细步骤与完整命令：配套 MD 1.8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805676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6DBFBA2-2536-47D7-BFF8-0D0F9886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Build 向导中的参数位置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889904F7-8A55-42B1-9A4B-618484D3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添加 Build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2C62BE69-449B-48FB-A16B-72B97906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优化选择 Not set (configured in KConfig)，让应用配置决定优化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2EB293FB-A00B-4443-84B4-530754B3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Additional Build Arguments 留空。它对应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自身的参数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D81530A4-AE9D-40B9-A090-4037EDF9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Modify CMake Arguments 填入以下 CMake 参数：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-DCMAKE_EXPORT_COMPILE_COMMANDS=ON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59A5505C-0432-4193-8F4F-F2FA4983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完成后 Set Active Build 选择 ide-mps2。首次构建不需要 Runner Profile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E243C9BF-A5D7-4888-A44D-14209B53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4808805b33de4d5f"/>
              </a:rPr>
              <a:t>详细步骤与完整命令：配套 MD 1.8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5081147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C43BEF7-DF12-49AF-90D0-23B28327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构建输出集中到 build 目录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463B9602-812B-409F-BAE5-9740C049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保存 Build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B401EF4D-8A42-412C-94F4-DB4668CC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"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": "</a:t>
            </a:r>
            <a:r>
              <a:rPr>
                <a:solidFill>
                  <a:srgbClr val="0070C0"/>
                </a:solidFill>
              </a:rPr>
              <a:t>build/learning-tools/zephyr-vscode/hello_world</a:t>
            </a:r>
            <a:r>
              <a:t>"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C8D5FACC-D917-4952-A52F-61BAEC0A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Ctrl+P 打开 </a:t>
            </a:r>
            <a:r>
              <a:rPr>
                <a:solidFill>
                  <a:srgbClr val="0070C0"/>
                </a:solidFill>
              </a:rPr>
              <a:t>G:/zephyr_practice/zephyr-main/.vscode/zephyr-ide.json</a:t>
            </a:r>
          </a:p>
        </p:txBody>
      </p:sp>
      <p:sp>
        <p:nvSpPr>
          <p:cNvPr id="5" name="Body 2">
            <a:extLst xmlns:a="http://schemas.openxmlformats.org/drawingml/2006/main">
              <a:ext uri="{FF2B5EF4-FFF2-40B4-BE49-F238E27FC236}">
                <a16:creationId xmlns:a16="http://schemas.microsoft.com/office/drawing/2014/main" id="{63FDEBE2-A002-4E19-BC00-118FF2C5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5051"/>
            <a:ext cx="1097280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projects / hello_world / buildConfigs 是 JSON 字段层级。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ide-mps2 是完成 Add Build 后才有的配置名</a:t>
            </a:r>
          </a:p>
        </p:txBody>
      </p:sp>
      <p:sp>
        <p:nvSpPr>
          <p:cNvPr id="6" name="Body 3">
            <a:extLst xmlns:a="http://schemas.openxmlformats.org/drawingml/2006/main">
              <a:ext uri="{FF2B5EF4-FFF2-40B4-BE49-F238E27FC236}">
                <a16:creationId xmlns:a16="http://schemas.microsoft.com/office/drawing/2014/main" id="{192ABBB1-6219-43AC-99EA-D354E2CA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4978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buildConfigs 为空时先创建 Build。完整替换示例见 ACTION_GUIDE.md 1.4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341510D0-FF34-4901-8C85-E4659A14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e77b06240e844d82"/>
              </a:rPr>
              <a:t>详细步骤与完整命令：配套 MD 1.9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4964073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08A8A00-61E1-4DB4-A636-8EC8A53E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两个 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 不要改错层级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D6506726-6D52-4B6A-AEEC-EA95D3C6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保存 Build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41D0D139-9472-48B0-9AEA-0DD092AF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projects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└── hello_world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├── 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: </a:t>
            </a:r>
            <a:r>
              <a:rPr>
                <a:solidFill>
                  <a:srgbClr val="0070C0"/>
                </a:solidFill>
              </a:rPr>
              <a:t>samples/hello_world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└── buildConfigs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    └── ide-mps2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          └── 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: </a:t>
            </a:r>
            <a:r>
              <a:rPr>
                <a:solidFill>
                  <a:srgbClr val="0070C0"/>
                </a:solidFill>
              </a:rPr>
              <a:t>build/learning-tools/zephyr-vscode/hello_world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EAE229AB-527F-47C5-837E-8F497D0A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Project 的 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 指向应用源文件；Build 的 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 指向生成文件</a:t>
            </a:r>
          </a:p>
        </p:txBody>
      </p:sp>
      <p:sp>
        <p:nvSpPr>
          <p:cNvPr id="5" name="Body 2">
            <a:extLst xmlns:a="http://schemas.openxmlformats.org/drawingml/2006/main">
              <a:ext uri="{FF2B5EF4-FFF2-40B4-BE49-F238E27FC236}">
                <a16:creationId xmlns:a16="http://schemas.microsoft.com/office/drawing/2014/main" id="{5B65092F-4F9E-4010-B5AD-67370AE3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7176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这是 JSON 结构示意，不是磁盘文件夹。相对路径都从源码根计算</a:t>
            </a:r>
          </a:p>
        </p:txBody>
      </p:sp>
      <p:sp>
        <p:nvSpPr>
          <p:cNvPr id="6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E425F45F-DA99-4249-8BCC-EA02BD04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3f64a835cabf490f"/>
              </a:rPr>
              <a:t>详细步骤与完整命令：配套 MD 1.9</a:t>
            </a:r>
          </a:p>
        </p:txBody>
      </p:sp>
      <p:sp xmlns:a="http://schemas.openxmlformats.org/drawingml/2006/main"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8758765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B35BEB3-A09B-4000-8F6B-8F378B77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两份 JSON 分别由谁读取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92082D79-56E5-4333-8062-E5987090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保存配置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50A305FC-7CF9-4778-A345-3A6FEDEB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settings.json</a:t>
            </a:r>
            <a:r>
              <a:t>：VS Code 与扩展读取。本机的 venv、SDK 查找目录和语言服务设置放这里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AE881B3F-701B-4FB9-997B-5A02C134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zephyr-ide.json</a:t>
            </a:r>
            <a:r>
              <a:t>：Zephyr IDE 读取。Project、Build、应用相对路径、板和构建参数放这里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D3F1C341-0805-4DA6-A31D-1DFED741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9258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本章 Project 的 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 是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t>；Build 的 </a:t>
            </a:r>
            <a:r>
              <a:rPr>
                <a:solidFill>
                  <a:srgbClr val="B84E00"/>
                </a:solidFill>
              </a:rPr>
              <a:t>relPath</a:t>
            </a:r>
            <a:r>
              <a:t> 是根 build 下的独立输出目录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F6E176F2-ABDA-4A0A-9874-66FDB176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853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toolchains</a:t>
            </a:r>
            <a:r>
              <a:t> 声明需要的架构。本章只需 arm-zephyr-eabi，声明全部架构可能引出补装需求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501175B0-C43D-4197-862F-9BB794E9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e69100ba83434aef"/>
              </a:rPr>
              <a:t>详细步骤与完整命令：配套 MD 1.9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8532081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FD33795-951F-4E38-96F0-1B6E8E5D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只声明本例需要的工具链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22805A65-6D38-48B8-9715-EAFA366A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③ 保存配置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2F77AAD9-6D00-4D29-84E6-186E0319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"</a:t>
            </a:r>
            <a:r>
              <a:rPr>
                <a:solidFill>
                  <a:srgbClr val="B84E00"/>
                </a:solidFill>
              </a:rPr>
              <a:t>toolchains</a:t>
            </a:r>
            <a:r>
              <a:t>": ["arm-zephyr-eabi"]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7F8BA616-22AA-4D89-9E49-71A9FE9E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 </a:t>
            </a:r>
            <a:r>
              <a:rPr>
                <a:solidFill>
                  <a:srgbClr val="0070C0"/>
                </a:solidFill>
              </a:rPr>
              <a:t>zephyr-ide.json</a:t>
            </a:r>
            <a:r>
              <a:t> 的最外层对象中，找到 </a:t>
            </a:r>
            <a:r>
              <a:rPr>
                <a:solidFill>
                  <a:srgbClr val="B84E00"/>
                </a:solidFill>
              </a:rPr>
              <a:t>toolchains</a:t>
            </a:r>
            <a:r>
              <a:t> 数组并调整为上面内容</a:t>
            </a:r>
          </a:p>
        </p:txBody>
      </p:sp>
      <p:sp>
        <p:nvSpPr>
          <p:cNvPr id="5" name="Body 2">
            <a:extLst xmlns:a="http://schemas.openxmlformats.org/drawingml/2006/main">
              <a:ext uri="{FF2B5EF4-FFF2-40B4-BE49-F238E27FC236}">
                <a16:creationId xmlns:a16="http://schemas.microsoft.com/office/drawing/2014/main" id="{F45562D6-E406-4A85-8CF0-FCF1779A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5051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本例只编译 ARM。若其他项目确实需要别的架构，保留那些实际需要的条目</a:t>
            </a:r>
          </a:p>
        </p:txBody>
      </p:sp>
      <p:sp>
        <p:nvSpPr>
          <p:cNvPr id="6" name="Body 3">
            <a:extLst xmlns:a="http://schemas.openxmlformats.org/drawingml/2006/main">
              <a:ext uri="{FF2B5EF4-FFF2-40B4-BE49-F238E27FC236}">
                <a16:creationId xmlns:a16="http://schemas.microsoft.com/office/drawing/2014/main" id="{C74E525A-2AE3-40E1-8B32-372FC81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3602"/>
            <a:ext cx="1097280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保留已有 runnerProfiles 和其他项目；</a:t>
            </a:r>
            <a:r>
              <a:rPr>
                <a:solidFill>
                  <a:srgbClr val="0070C0"/>
                </a:solidFill>
              </a:rPr>
              <a:t>commands/04</a:t>
            </a:r>
            <a:r>
              <a:t> 是结构参考，不应整份覆盖已有文件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E9C97736-4662-447A-B148-953A9C9D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fb9d09c0a5324675"/>
              </a:rPr>
              <a:t>详细步骤与完整命令：配套 MD 1.9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9688765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82484BA-57BB-497E-B19B-E02AB9C3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第一次点击 Build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21660D73-BC0A-488C-88ED-961DB972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构建与观察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5B33D556-74A9-456E-9966-C1C3ED16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确认活动 Project 为 hello_world，活动 Build 为 ide-mps2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C10998E8-6696-477A-AE2A-525A11AD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在全新的输出目录运行 Zephyr IDE: Build。终端开头应出现正确的应用、板与输出目录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31D5E737-25F2-4215-AF6E-C915A72A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继续检查 Python、SDK 和 GCC 路径。等待构建成功退出，再检查 ELF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82824538-563D-4383-8BEE-B4A863B2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第一次只点击 Build。Build and Flash 会继续触发烧录，属于后续实验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988C79D5-5220-4BC6-B352-4B363116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4e134e50a1924613"/>
              </a:rPr>
              <a:t>详细步骤与完整命令：配套 MD 1.10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1157863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109CA17-A32F-4FDC-92D5-4367A92D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从日志确认没有用错环境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610E79B2-C8D3-440B-9675-284E5658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构建与观察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127309BF-F022-484E-B768-0C73D636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应用：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t>；板：mps2/an386；输出：</a:t>
            </a:r>
            <a:r>
              <a:rPr>
                <a:solidFill>
                  <a:srgbClr val="0070C0"/>
                </a:solidFill>
              </a:rPr>
              <a:t>build/learning-tools/zephyr-vscode/hello_world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2471F7CD-6646-4E70-9740-3BDC7749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Python 应指向 </a:t>
            </a:r>
            <a:r>
              <a:rPr>
                <a:solidFill>
                  <a:srgbClr val="0070C0"/>
                </a:solidFill>
              </a:rPr>
              <a:t>zephyr-main/.venv</a:t>
            </a:r>
            <a:r>
              <a:t>；SDK 应定位到已有 zephyr-sdk-1.0.1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18F13131-ED23-4D67-AFFA-42238D96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ARM GCC 应位于该 SDK 的 gnu/arm-zephyr-eabi/bin 中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B0A9141D-5491-4D3F-881C-7D313151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遇错从日志中第一条具体错误查起；末尾非零退出码只说明任务失败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F3A01850-5F2E-4384-BB4C-1350AEE7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1adb9cf4ca6048e9"/>
              </a:rPr>
              <a:t>详细步骤与完整命令：配套 MD 1.10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949193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C1A40434-17BC-4FCC-B7EF-F347F012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构建按钮调用的工具链路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E3C385CE-E195-437B-A151-466CC1B9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构建与观察</a:t>
            </a:r>
          </a:p>
        </p:txBody>
      </p:sp>
      <p:sp>
        <p:nvSpPr>
          <p:cNvPr id="3" name="Diagram node 1">
            <a:extLst xmlns:a="http://schemas.openxmlformats.org/drawingml/2006/main">
              <a:ext uri="{FF2B5EF4-FFF2-40B4-BE49-F238E27FC236}">
                <a16:creationId xmlns:a16="http://schemas.microsoft.com/office/drawing/2014/main" id="{7BDF1044-A1EB-4BFF-A18E-3BA5372A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00313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IDE</a:t>
            </a:r>
          </a:p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 Project/Build</a:t>
            </a:r>
          </a:p>
        </p:txBody>
      </p:sp>
      <p:sp>
        <p:nvSpPr>
          <p:cNvPr id="4" name="Dependency 1">
            <a:extLst xmlns:a="http://schemas.openxmlformats.org/drawingml/2006/main">
              <a:ext uri="{FF2B5EF4-FFF2-40B4-BE49-F238E27FC236}">
                <a16:creationId xmlns:a16="http://schemas.microsoft.com/office/drawing/2014/main" id="{A250F407-4198-4313-BAEF-D02AEE48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5" name="Diagram node 2">
            <a:extLst xmlns:a="http://schemas.openxmlformats.org/drawingml/2006/main">
              <a:ext uri="{FF2B5EF4-FFF2-40B4-BE49-F238E27FC236}">
                <a16:creationId xmlns:a16="http://schemas.microsoft.com/office/drawing/2014/main" id="{99E2F6FF-4512-4381-825E-F1FC24C5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809750"/>
            <a:ext cx="2500313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</a:t>
            </a:r>
          </a:p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组织构建调用</a:t>
            </a:r>
          </a:p>
        </p:txBody>
      </p:sp>
      <p:sp>
        <p:nvSpPr>
          <p:cNvPr id="6" name="Dependency 2">
            <a:extLst xmlns:a="http://schemas.openxmlformats.org/drawingml/2006/main">
              <a:ext uri="{FF2B5EF4-FFF2-40B4-BE49-F238E27FC236}">
                <a16:creationId xmlns:a16="http://schemas.microsoft.com/office/drawing/2014/main" id="{7CCF9F76-B7F7-48EC-A241-C21B5955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7" name="Diagram node 3">
            <a:extLst xmlns:a="http://schemas.openxmlformats.org/drawingml/2006/main">
              <a:ext uri="{FF2B5EF4-FFF2-40B4-BE49-F238E27FC236}">
                <a16:creationId xmlns:a16="http://schemas.microsoft.com/office/drawing/2014/main" id="{92006DA7-021E-4606-8705-3DB6174B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500313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</a:p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加载 Zephyr 脚本</a:t>
            </a:r>
          </a:p>
        </p:txBody>
      </p:sp>
      <p:sp>
        <p:nvSpPr>
          <p:cNvPr id="8" name="Dependency 3">
            <a:extLst xmlns:a="http://schemas.openxmlformats.org/drawingml/2006/main">
              <a:ext uri="{FF2B5EF4-FFF2-40B4-BE49-F238E27FC236}">
                <a16:creationId xmlns:a16="http://schemas.microsoft.com/office/drawing/2014/main" id="{FC14CEE5-87A7-4007-8F6F-CE2ED75D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2276475"/>
            <a:ext cx="1905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350BC"/>
          </a:solidFill>
          <a:ln xmlns:a="http://schemas.openxmlformats.org/drawingml/2006/main" w="0">
            <a:noFill/>
          </a:ln>
        </p:spPr>
      </p:sp>
      <p:sp>
        <p:nvSpPr>
          <p:cNvPr id="9" name="Diagram node 4">
            <a:extLst xmlns:a="http://schemas.openxmlformats.org/drawingml/2006/main">
              <a:ext uri="{FF2B5EF4-FFF2-40B4-BE49-F238E27FC236}">
                <a16:creationId xmlns:a16="http://schemas.microsoft.com/office/drawing/2014/main" id="{146E8ED3-0C13-4A40-BC55-EC41420B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1809750"/>
            <a:ext cx="2500313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A"/>
          </a:solidFill>
          <a:ln xmlns:a="http://schemas.openxmlformats.org/drawingml/2006/main" w="14288">
            <a:solidFill>
              <a:srgbClr val="7350BC"/>
            </a:solidFill>
          </a:ln>
        </p:spPr>
        <p:txBody>
          <a:bodyPr xmlns:a="http://schemas.openxmlformats.org/drawingml/2006/main" lIns="76200" tIns="57150" rIns="76200" bIns="5715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+ GCC</a:t>
            </a:r>
          </a:p>
          <a:p xmlns:a="http://schemas.openxmlformats.org/drawingml/2006/main"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编译和链接</a:t>
            </a:r>
          </a:p>
        </p:txBody>
      </p:sp>
      <p:sp>
        <p:nvSpPr>
          <p:cNvPr id="10" name="Body 1">
            <a:extLst xmlns:a="http://schemas.openxmlformats.org/drawingml/2006/main">
              <a:ext uri="{FF2B5EF4-FFF2-40B4-BE49-F238E27FC236}">
                <a16:creationId xmlns:a16="http://schemas.microsoft.com/office/drawing/2014/main" id="{822B725E-1843-4734-92B3-0A3CD2FD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80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CMake 配置后生成 build.</a:t>
            </a:r>
            <a:r>
              <a:rPr>
                <a:solidFill>
                  <a:srgbClr val="29263B"/>
                </a:solidFill>
              </a:rPr>
              <a:t>ninja</a:t>
            </a:r>
            <a:r>
              <a:t> 与 </a:t>
            </a:r>
            <a:r>
              <a:rPr>
                <a:solidFill>
                  <a:srgbClr val="0070C0"/>
                </a:solidFill>
              </a:rPr>
              <a:t>compile_commands.json</a:t>
            </a:r>
            <a:r>
              <a:t>；链接成功后才得到 zephyr.elf</a:t>
            </a:r>
          </a:p>
        </p:txBody>
      </p:sp>
      <p:sp>
        <p:nvSpPr>
          <p:cNvPr id="11" name="Body 2">
            <a:extLst xmlns:a="http://schemas.openxmlformats.org/drawingml/2006/main">
              <a:ext uri="{FF2B5EF4-FFF2-40B4-BE49-F238E27FC236}">
                <a16:creationId xmlns:a16="http://schemas.microsoft.com/office/drawing/2014/main" id="{12E038C9-42D1-40EB-940D-2E93FDF4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7695"/>
            <a:ext cx="109728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Zephyr 的 CMake 脚本在 CMake 进程内运行，不是独立的后台服务</a:t>
            </a:r>
          </a:p>
        </p:txBody>
      </p:sp>
      <p:sp>
        <p:nvSpPr>
          <p:cNvPr id="12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E3BB6BDF-4966-45B8-B843-ACAD81D5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0749c0187d134261"/>
              </a:rPr>
              <a:t>详细步骤与完整命令：配套 MD 1.10</a:t>
            </a:r>
          </a:p>
        </p:txBody>
      </p:sp>
      <p:sp xmlns:a="http://schemas.openxmlformats.org/drawingml/2006/main"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6047101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C3D50A0-3878-4131-B67C-61A7E20D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用等价命令定位 IDE 差异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7A3A0E88-81A4-4A57-92C5-53EF3F15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构建排错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349BAB9A-616F-4887-ABCA-97E4E6F1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source</a:t>
            </a:r>
            <a:r>
              <a:t> </a:t>
            </a:r>
            <a:r>
              <a:rPr>
                <a:solidFill>
                  <a:srgbClr val="0070C0"/>
                </a:solidFill>
              </a:rPr>
              <a:t>.venv/Scripts/activate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export</a:t>
            </a:r>
            <a:r>
              <a:t> </a:t>
            </a:r>
            <a:r>
              <a:rPr>
                <a:solidFill>
                  <a:srgbClr val="B84E00"/>
                </a:solidFill>
              </a:rPr>
              <a:t>ZEPHYR_BASE</a:t>
            </a:r>
            <a:r>
              <a:t>='</a:t>
            </a:r>
            <a:r>
              <a:rPr>
                <a:solidFill>
                  <a:srgbClr val="0070C0"/>
                </a:solidFill>
              </a:rPr>
              <a:t>G:/zephyr_practice/zephyr-main'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export</a:t>
            </a:r>
            <a:r>
              <a:t> </a:t>
            </a:r>
            <a:r>
              <a:rPr>
                <a:solidFill>
                  <a:srgbClr val="B84E00"/>
                </a:solidFill>
              </a:rPr>
              <a:t>ZEPHYR_SDK_INSTALL_DIR</a:t>
            </a:r>
            <a:r>
              <a:t>='</a:t>
            </a:r>
            <a:r>
              <a:rPr>
                <a:solidFill>
                  <a:srgbClr val="0070C0"/>
                </a:solidFill>
              </a:rPr>
              <a:t>G:/zephyr_practice/zephyr-sdk-1.0.1'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t> build -b mps2/an386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t> \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-d </a:t>
            </a:r>
            <a:r>
              <a:rPr>
                <a:solidFill>
                  <a:srgbClr val="0070C0"/>
                </a:solidFill>
              </a:rPr>
              <a:t>build/learning-tools/zephyr-vscode/hello_world</a:t>
            </a:r>
            <a:r>
              <a:t> \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-- </a:t>
            </a:r>
            <a:r>
              <a:rPr>
                <a:solidFill>
                  <a:srgbClr val="B84E00"/>
                </a:solidFill>
              </a:rPr>
              <a:t>-DCMAKE_EXPORT_COMPILE_COMMANDS=ON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ED97658D-0268-489B-AEA5-EC72CD93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Windows UCRT64，源码根；IDE 失败时用于比较。IDE 已成功则无需重复执行</a:t>
            </a:r>
          </a:p>
        </p:txBody>
      </p:sp>
      <p:sp>
        <p:nvSpPr>
          <p:cNvPr id="5" name="Body 2">
            <a:extLst xmlns:a="http://schemas.openxmlformats.org/drawingml/2006/main">
              <a:ext uri="{FF2B5EF4-FFF2-40B4-BE49-F238E27FC236}">
                <a16:creationId xmlns:a16="http://schemas.microsoft.com/office/drawing/2014/main" id="{28F4A179-EE1A-4BFA-9D94-08B91C98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9601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命令参数顺序可以不同，应用、板、SDK、Python 与输出目录必须一致</a:t>
            </a:r>
          </a:p>
        </p:txBody>
      </p:sp>
      <p:sp>
        <p:nvSpPr>
          <p:cNvPr id="6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27FE9722-4A70-4C97-A7CD-C461F180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160ec8aaa8f744c4"/>
              </a:rPr>
              <a:t>详细步骤与完整命令：配套 MD 1.10</a:t>
            </a:r>
          </a:p>
        </p:txBody>
      </p:sp>
      <p:sp xmlns:a="http://schemas.openxmlformats.org/drawingml/2006/main"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984180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2863DDF-5FBD-49F0-B425-014A2A72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构建产物分别说明什么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9DD5C32D-41CF-474D-8211-741A06FA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核对结果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C92C1A90-90D1-4E40-AB94-474A778F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CMakeCache.txt</a:t>
            </a:r>
            <a:r>
              <a:t>：核对这次构建选择的应用、板、Python、SDK 和编译器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20450AB8-D60F-495C-8FBF-5E5362A1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compile_commands.json</a:t>
            </a:r>
            <a:r>
              <a:t>：配置生成的编译指令；它出现时不代表链接已经成功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EC2FB91D-B92D-4A28-9EEF-522672BF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zephyr/.config</a:t>
            </a:r>
            <a:r>
              <a:t> 与 </a:t>
            </a:r>
            <a:r>
              <a:rPr>
                <a:solidFill>
                  <a:srgbClr val="0070C0"/>
                </a:solidFill>
              </a:rPr>
              <a:t>zephyr/zephyr.dts</a:t>
            </a:r>
            <a:r>
              <a:t>：最终配置和合成设备树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0F440085-35CA-4647-9832-34214186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zephyr/zephyr.elf</a:t>
            </a:r>
            <a:r>
              <a:t>：链接结果。结合本次退出码和更新时间判断，避免误读旧产物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7F3E8BBC-78A3-4511-AFCD-F2F0E3EC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a8663010d355444d"/>
              </a:rPr>
              <a:t>详细步骤与完整命令：配套 MD 1.10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5067655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FA07713-963A-45EF-A0C6-D835F3ED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Build 与 Build Pristine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4132107B-4683-47AB-A055-7AB072EF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④ 后续修改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14BB0944-7B4F-4C9C-A13A-C3F54FEB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修改普通 .c 文件后运行 Build，沿用当前配置进行增量构建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ADD179AE-AF3B-40E5-BD37-D8E2DEE4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更换板、SDK 或 Python 时先核对缓存，再考虑 Build Pristine 重新配置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EB548677-C4C3-4696-B4FB-6FBC3656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Pristine 会清理所选构建目录。操作前确认指向本章 </a:t>
            </a:r>
            <a:r>
              <a:rPr>
                <a:solidFill>
                  <a:srgbClr val="0070C0"/>
                </a:solidFill>
              </a:rPr>
              <a:t>build/learning-tools/zephyr-vscode/hello_world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16875235-B8B8-44BE-93EB-3DBFD0DB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构建目录应与源码、SDK、.venv 分离，便于排错和重新生成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377D9F2D-894B-443E-9BAC-5608AF21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7e686d8244a5402d"/>
              </a:rPr>
              <a:t>详细步骤与完整命令：配套 MD 1.10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2745530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0BFF538-51E1-4CAB-B53A-F243AE8F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C/C++ 使用当前编译数据库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2D72042B-7E6E-482C-8AF8-4D4719C1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⑤ 源码浏览</a:t>
            </a:r>
          </a:p>
        </p:txBody>
      </p:sp>
      <p:sp>
        <p:nvSpPr>
          <p:cNvPr id="3" name="Code">
            <a:extLst xmlns:a="http://schemas.openxmlformats.org/drawingml/2006/main">
              <a:ext uri="{FF2B5EF4-FFF2-40B4-BE49-F238E27FC236}">
                <a16:creationId xmlns:a16="http://schemas.microsoft.com/office/drawing/2014/main" id="{C418A8D9-FAA2-4E75-8A22-D7075563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1144250" cy="781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"</a:t>
            </a:r>
            <a:r>
              <a:rPr>
                <a:solidFill>
                  <a:srgbClr val="B84E00"/>
                </a:solidFill>
              </a:rPr>
              <a:t>C_Cpp.default.compileCommands</a:t>
            </a:r>
            <a:r>
              <a:t>":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t>  "</a:t>
            </a:r>
            <a:r>
              <a:rPr>
                <a:solidFill>
                  <a:srgbClr val="0070C0"/>
                </a:solidFill>
              </a:rPr>
              <a:t>${workspaceFolder}/build/learning-tools/zephyr-vscode/hello_world/compile_commands.json</a:t>
            </a:r>
            <a:r>
              <a:t>"</a:t>
            </a:r>
          </a:p>
        </p:txBody>
      </p:sp>
      <p:sp>
        <p:nvSpPr>
          <p:cNvPr id="4" name="Body 1">
            <a:extLst xmlns:a="http://schemas.openxmlformats.org/drawingml/2006/main">
              <a:ext uri="{FF2B5EF4-FFF2-40B4-BE49-F238E27FC236}">
                <a16:creationId xmlns:a16="http://schemas.microsoft.com/office/drawing/2014/main" id="{04FC8552-E4F7-4CD3-9B89-D48F2BD6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2537"/>
            <a:ext cx="1097280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构建成功后，在 </a:t>
            </a:r>
            <a:r>
              <a:rPr>
                <a:solidFill>
                  <a:srgbClr val="0070C0"/>
                </a:solidFill>
              </a:rPr>
              <a:t>settings.json</a:t>
            </a:r>
            <a:r>
              <a:t> 找到已有 </a:t>
            </a:r>
            <a:r>
              <a:rPr>
                <a:solidFill>
                  <a:srgbClr val="B84E00"/>
                </a:solidFill>
              </a:rPr>
              <a:t>C_Cpp.default.compileCommands</a:t>
            </a:r>
            <a:r>
              <a:t>，替换它的值</a:t>
            </a:r>
          </a:p>
        </p:txBody>
      </p:sp>
      <p:sp>
        <p:nvSpPr>
          <p:cNvPr id="5" name="Body 2">
            <a:extLst xmlns:a="http://schemas.openxmlformats.org/drawingml/2006/main">
              <a:ext uri="{FF2B5EF4-FFF2-40B4-BE49-F238E27FC236}">
                <a16:creationId xmlns:a16="http://schemas.microsoft.com/office/drawing/2014/main" id="{11F703BE-2B9A-4097-9E27-674F5C97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2464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不要重复增加同名字段；完整构建后示例见 </a:t>
            </a:r>
            <a:r>
              <a:rPr>
                <a:solidFill>
                  <a:srgbClr val="0070C0"/>
                </a:solidFill>
              </a:rPr>
              <a:t>commands/09-settings-after-build.json</a:t>
            </a:r>
          </a:p>
        </p:txBody>
      </p:sp>
      <p:sp>
        <p:nvSpPr>
          <p:cNvPr id="6" name="Body 3">
            <a:extLst xmlns:a="http://schemas.openxmlformats.org/drawingml/2006/main">
              <a:ext uri="{FF2B5EF4-FFF2-40B4-BE49-F238E27FC236}">
                <a16:creationId xmlns:a16="http://schemas.microsoft.com/office/drawing/2014/main" id="{D8BC4399-C92F-4734-B9B7-273E700C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1015"/>
            <a:ext cx="10972800" cy="417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数据库提供宏与 include 路径。切换 Build 后，也要检查这个固定路径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FADB7854-80CF-4EA6-9B9E-A3EB45D8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ea519e4d5b984aa6"/>
              </a:rPr>
              <a:t>详细步骤与完整命令：配套 MD 1.11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6499754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AB75241-A0AA-4822-93FE-42B80425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源码跳转的自查步骤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A4FE854E-16D9-4FB8-9B16-CF1307D2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⑤ 源码浏览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C266825A-5A03-4E43-AC2D-CE319ED8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Ctrl+P 打开 </a:t>
            </a:r>
            <a:r>
              <a:rPr>
                <a:solidFill>
                  <a:srgbClr val="0070C0"/>
                </a:solidFill>
              </a:rPr>
              <a:t>samples/hello_world/src/main.c</a:t>
            </a:r>
            <a:r>
              <a:t>，核对绝对路径在 G 盘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BCF5D286-2878-4D8A-AFB8-CE71AEC3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 #include &lt;</a:t>
            </a:r>
            <a:r>
              <a:rPr>
                <a:solidFill>
                  <a:srgbClr val="0070C0"/>
                </a:solidFill>
              </a:rPr>
              <a:t>zephyr/kernel.h</a:t>
            </a:r>
            <a:r>
              <a:t>&gt; 上 Ctrl+单击或按 F12，应进入当前源码的 </a:t>
            </a:r>
            <a:r>
              <a:rPr>
                <a:solidFill>
                  <a:srgbClr val="0070C0"/>
                </a:solidFill>
              </a:rPr>
              <a:t>include/zephyr/kernel.h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2F11E134-3889-4C12-9263-01E43C52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运行 C/C++: Log Diagnostics，核对它读取的编译数据库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8C9D1DA0-3AA8-4C73-860F-8ED97ED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当前配置未编译的驱动可能没有数据库条目；能打开文件不等于能正确解析符号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34AFE5F4-62F5-4938-A130-827CE746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9e93bea8faeb4bb7"/>
              </a:rPr>
              <a:t>详细步骤与完整命令：配套 MD 1.11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8406262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C3DEE0-969B-4A80-82F6-3A8D0EFA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第二天继续工作怎么打开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15B9CE2B-A064-49EF-8355-56E82787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日常使用 · 继续已有工程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C1CA1494-D6DA-4424-94E9-8C9FDA99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正常启动 VS Code，重新打开 </a:t>
            </a:r>
            <a:r>
              <a:rPr>
                <a:solidFill>
                  <a:srgbClr val="0070C0"/>
                </a:solidFill>
              </a:rPr>
              <a:t>G:/zephyr_practice/zephyr-main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81092788-3284-459D-B8C9-06C54374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若没有活动环境，Select Existing West Workspace 选择已登记的 </a:t>
            </a:r>
            <a:r>
              <a:rPr>
                <a:solidFill>
                  <a:srgbClr val="0070C0"/>
                </a:solidFill>
              </a:rPr>
              <a:t>G:/zephyr_practice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0244414F-4B4B-4D58-983D-0DE3177F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核对活动 Project 为 hello_world、Build 为 ide-mps2，然后 Build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497765AA-4278-479E-A45C-C29FD6D9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已有记录正常时无需再 setup、创建 venv 或重新下载 SDK；改普通源文件后直接增量构建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79FE42AE-D17C-4969-B404-4DC9A7C7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aba59cf9bc3d447d"/>
              </a:rPr>
              <a:t>详细步骤与完整命令：配套 MD 1.12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9436504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1A47A08-0406-433E-B30A-443961A0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可选：从终端继承环境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BFE397F6-EBA4-4BF6-A86D-C7B74815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 · 排查环境差异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C49A0832-FCB5-4747-8493-DE55F169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只在排查环境差异时使用；日常主线正常打开 VS Code 即可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09BCA87E-6485-48EF-A115-02826209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先保存并退出旧窗口，再按 </a:t>
            </a:r>
            <a:r>
              <a:rPr>
                <a:solidFill>
                  <a:srgbClr val="0070C0"/>
                </a:solidFill>
              </a:rPr>
              <a:t>commands/02-launch-vscode.txt</a:t>
            </a:r>
            <a:r>
              <a:t> 激活 venv、设置变量并启动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642DBA61-6974-4EE7-90C9-19F42373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变量沿父进程传给新进程；给已有集成终端 </a:t>
            </a:r>
            <a:r>
              <a:rPr>
                <a:solidFill>
                  <a:srgbClr val="29263B"/>
                </a:solidFill>
              </a:rPr>
              <a:t>export</a:t>
            </a:r>
            <a:r>
              <a:t> 不会更新扩展宿主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21CF4910-A154-43A7-B068-3AC9C3DD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已有活动安装会影响选择。先核对记录，必要时 Deactivate Workspace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30CF5748-D8A3-4AA7-A1CC-DDB93D57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ec5408a5bb0342af"/>
              </a:rPr>
              <a:t>详细步骤与完整命令：配套 MD 1.12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2782016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97938E7-F8AB-4669-9EDE-FB19686C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依赖更新与添加应用是两件事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314DA293-0D31-4B03-A46B-562388EA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可选 · 插件管理后续更新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3DBBDB03-11A6-46C7-9126-D5842B72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需要插件更新依赖时才进入 Re-run West Setup 或普通 setup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F23A05D5-DB0D-4482-B986-479D4962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Use .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folder 仍可能继续 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 update；Use Existing 仍可能安装 Python 包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C5E947DD-93A6-41A9-8F7B-17AD6EDD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Reinitialize 会重建 venv，不应为了消除提示随意选择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CA8A48E6-C3B0-44C9-8E95-4F493679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已有环境的日常使用：登记和扫描一次，以后 Add Project / Build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00422D0C-1E8F-4633-A89A-535B1D76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357c2deea9d447e5"/>
              </a:rPr>
              <a:t>详细步骤与完整命令：配套 MD 1.12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1949956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984BDEB-407F-45BE-8587-982AC755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加入自己的应用与源文件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1912EDDC-C8EA-4935-A6E0-5889586B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扩展 · 复用同一开发环境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5E346114-04D8-41CA-B7E8-C5A719BA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 Zephyr 应用：Add Project 选择其应用根，保留已有 </a:t>
            </a:r>
            <a:r>
              <a:rPr>
                <a:solidFill>
                  <a:srgbClr val="0070C0"/>
                </a:solidFill>
              </a:rPr>
              <a:t>CMakeLists.txt</a:t>
            </a:r>
            <a:r>
              <a:t>、</a:t>
            </a:r>
            <a:r>
              <a:rPr>
                <a:solidFill>
                  <a:srgbClr val="0070C0"/>
                </a:solidFill>
              </a:rPr>
              <a:t>prj.conf</a:t>
            </a:r>
            <a:r>
              <a:t> 与 overlay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70B79B09-5101-4881-872D-2841D0EA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9979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新练习可把官方 hello_world 复制到 </a:t>
            </a:r>
            <a:r>
              <a:rPr>
                <a:solidFill>
                  <a:srgbClr val="0070C0"/>
                </a:solidFill>
              </a:rPr>
              <a:t>apps/hello_ide</a:t>
            </a:r>
            <a:r>
              <a:t>，确认目标不存在后再复制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9738F396-4AFA-4642-9647-6B917980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9258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新增 </a:t>
            </a:r>
            <a:r>
              <a:rPr>
                <a:solidFill>
                  <a:srgbClr val="0070C0"/>
                </a:solidFill>
              </a:rPr>
              <a:t>helper.c</a:t>
            </a:r>
            <a:r>
              <a:t> 后，还要在应用 </a:t>
            </a:r>
            <a:r>
              <a:rPr>
                <a:solidFill>
                  <a:srgbClr val="087B3D"/>
                </a:solidFill>
              </a:rPr>
              <a:t>target_sources</a:t>
            </a:r>
            <a:r>
              <a:t>(app PRIVATE ...) 中加入该文件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9A3830E8-096E-4129-A349-17CFF912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853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源码可见不等于参与构建。重新 Build 后检查编译数据库是否包含新文件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7B32112C-9DA2-4F4B-8A35-96619E61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3aa89c39f788444e"/>
              </a:rPr>
              <a:t>详细步骤与完整命令：配套 MD 1.13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4813064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7105463-1F90-470C-8D10-96ED3F3C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切换到 HC32 的前提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5A426216-1DF5-4384-8432-5C4F386D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扩展 · 对接后续板级实验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FE2EE545-4225-4E3F-86BE-3A5BDC28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G 盘必须已经具备真实的 HC32 SoC 与板级支持，并能列出对应板目标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19F3AD42-CD0A-486C-8BD4-DE6073B0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F 盘参照实现存在 uyup_rpi_a/hc32f4a0pitb，不代表 G 盘源码已经完成同样移植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941DE8D9-6610-4643-8B05-509C5712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1306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完成板级接入后，为自己的应用再建一条 HC32 Build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198F29C9-7E01-4702-A9B5-17572AB4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2633"/>
            <a:ext cx="10972800" cy="8321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Flash、Debug 还需要 runner、探针及板级配置；本章的 ARM 构建不替代实板验证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570328D5-206D-43AC-B3DA-554BB369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08d567dcfee44cca"/>
              </a:rPr>
              <a:t>详细步骤与完整命令：配套 MD 1.13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1763473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C6EE802-CA27-439A-92A1-73A6ADC5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故障定位沿输入向下检查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F11930E4-4F50-4E60-BF27-C258C31E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自查 · 选择正确返回点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21B0260C-0DA1-4107-858B-266D3ABA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SDK 不可见：先核对字段名、父目录与具体 SDK 根，再看所需架构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CF33C764-0BB1-4E4E-B993-E745DF06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IDE 失败而终端成功：核对登记和扫描结果、主机工具以及实际构建命令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0A906CB5-2A7B-4ABB-8362-0BEB2453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Board 不可见：检查 Zephyr 路径与板定义。构建缺模块：回前置依赖步骤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231AC18A-076D-4354-A872-2F07C2FF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F12 异常：检查编译数据库、语言服务诊断和当前文件的构建配置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B5A32DBE-9ECB-44F3-A83C-872F1D9C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c312213456f94e7f"/>
              </a:rPr>
              <a:t>详细步骤与完整命令：配套 MD 1.14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6017567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7D0BF9-896B-4699-9D65-1F5E66A7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五个结果确认接入完成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A658E11C-2737-423F-970C-109527B2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①—⑤ 自查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41484969-E754-4B5A-A239-E9A2153F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① Python、</a:t>
            </a:r>
            <a:r>
              <a:rPr>
                <a:solidFill>
                  <a:srgbClr val="29263B"/>
                </a:solidFill>
              </a:rPr>
              <a:t>west</a:t>
            </a:r>
            <a:r>
              <a:t>、SDK 的检查结果都指向预期 G 盘路径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915D87E3-D9F5-4069-A0C1-F9C323D9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② 插件取得当前 Zephyr 环境，项目列表中有 hello_world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A065792E-0275-4D04-83DC-ED1C5553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③ 活动 Build 的板是 mps2/an386，输出位于根 build 下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7F9975E3-983A-4871-9007-8DAFB406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④ 本次构建成功，ELF 与配置产物对应这次输入</a:t>
            </a:r>
          </a:p>
        </p:txBody>
      </p:sp>
      <p:sp>
        <p:nvSpPr>
          <p:cNvPr id="7" name="Body 5">
            <a:extLst xmlns:a="http://schemas.openxmlformats.org/drawingml/2006/main">
              <a:ext uri="{FF2B5EF4-FFF2-40B4-BE49-F238E27FC236}">
                <a16:creationId xmlns:a16="http://schemas.microsoft.com/office/drawing/2014/main" id="{07E73D5D-A3E1-487A-B91B-5318A482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6008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⑤ 语言服务使用本次编译数据库，能打开当前 Zephyr 头文件</a:t>
            </a:r>
          </a:p>
        </p:txBody>
      </p:sp>
      <p:sp>
        <p:nvSpPr>
          <p:cNvPr id="8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6E67B243-E526-4CB4-94D4-DD94351D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2396eef5403e41b5"/>
              </a:rPr>
              <a:t>详细步骤与完整命令：配套 MD 1.14</a:t>
            </a:r>
          </a:p>
        </p:txBody>
      </p:sp>
      <p:sp xmlns:a="http://schemas.openxmlformats.org/drawingml/2006/main"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6977896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2F67BFC-DFDD-45C1-8B5F-F3486938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文档与可复制材料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CF73E112-903E-45C0-B8FC-7DD16BBF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spcAft>
                <a:spcPts val="0"/>
              </a:spcAft>
              <a:defRPr sz="1725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阅读入口</a:t>
            </a:r>
          </a:p>
        </p:txBody>
      </p:sp>
      <p:sp>
        <p:nvSpPr>
          <p:cNvPr id="3" name="Body 1">
            <a:extLst xmlns:a="http://schemas.openxmlformats.org/drawingml/2006/main">
              <a:ext uri="{FF2B5EF4-FFF2-40B4-BE49-F238E27FC236}">
                <a16:creationId xmlns:a16="http://schemas.microsoft.com/office/drawing/2014/main" id="{82B21D8F-D365-4766-9B3A-29A9E122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ACTION_GUIDE.md：环境已备好时，从真实配置文件开始恢复并构建</a:t>
            </a:r>
          </a:p>
        </p:txBody>
      </p:sp>
      <p:sp>
        <p:nvSpPr>
          <p:cNvPr id="4" name="Body 2">
            <a:extLst xmlns:a="http://schemas.openxmlformats.org/drawingml/2006/main">
              <a:ext uri="{FF2B5EF4-FFF2-40B4-BE49-F238E27FC236}">
                <a16:creationId xmlns:a16="http://schemas.microsoft.com/office/drawing/2014/main" id="{A3A4E496-67F8-4561-8E66-195486A9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2027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commands/：启动、环境检查、JSON 配置与等价构建命令</a:t>
            </a:r>
          </a:p>
        </p:txBody>
      </p:sp>
      <p:sp>
        <p:nvSpPr>
          <p:cNvPr id="5" name="Body 3">
            <a:extLst xmlns:a="http://schemas.openxmlformats.org/drawingml/2006/main">
              <a:ext uri="{FF2B5EF4-FFF2-40B4-BE49-F238E27FC236}">
                <a16:creationId xmlns:a16="http://schemas.microsoft.com/office/drawing/2014/main" id="{4E7DCEBC-C40A-4BE8-97CA-C52C40F4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3354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菜单依据：本机 IDE for Zephyr 4.1.1；在线文档供进一步查阅</a:t>
            </a:r>
          </a:p>
        </p:txBody>
      </p:sp>
      <p:sp>
        <p:nvSpPr>
          <p:cNvPr id="6" name="Body 4">
            <a:extLst xmlns:a="http://schemas.openxmlformats.org/drawingml/2006/main">
              <a:ext uri="{FF2B5EF4-FFF2-40B4-BE49-F238E27FC236}">
                <a16:creationId xmlns:a16="http://schemas.microsoft.com/office/drawing/2014/main" id="{B3D5A88B-8D55-49F7-875F-09AC916B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681"/>
            <a:ext cx="10972800" cy="454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3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升级后重新核对设置与路径。每个按钮都应能追溯到它读取的输入与产生的结果</a:t>
            </a:r>
          </a:p>
        </p:txBody>
      </p:sp>
      <p:sp>
        <p:nvSpPr>
          <p:cNvPr id="7" name="Reading link">
            <a:extLst xmlns:a="http://schemas.openxmlformats.org/drawingml/2006/main">
              <a:ext uri="{FF2B5EF4-FFF2-40B4-BE49-F238E27FC236}">
                <a16:creationId xmlns:a16="http://schemas.microsoft.com/office/drawing/2014/main" id="{5B7D0230-FD42-46F1-99EC-5C847491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47D95"/>
                </a:solidFill>
                <a:hlinkClick xmlns:r="http://schemas.openxmlformats.org/officeDocument/2006/relationships" r:id="Rdcb9c8bc7e7c460c"/>
              </a:rPr>
              <a:t>详细步骤与完整命令：配套 MD 1.15</a:t>
            </a:r>
          </a:p>
        </p:txBody>
      </p:sp>
      <p:sp xmlns:a="http://schemas.openxmlformats.org/drawingml/2006/main"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5189925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2026-10-07T15:53:31.6700000Z</dcterms:created>
  <dcterms:modified xsi:type="dcterms:W3CDTF">2026-10-07T15:53:31.6700000Z</dcterms:modified>
</coreProperties>
</file>