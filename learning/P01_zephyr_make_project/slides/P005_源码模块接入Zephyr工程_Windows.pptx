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ule_entry_9.xml" ContentType="application/vnd.openxmlformats-officedocument.presentationml.slide+xml"/>
  <Override PartName="/ppt/notesSlides/module_entry_9.xml" ContentType="application/vnd.openxmlformats-officedocument.presentationml.notesSlide+xml"/>
  <Override PartName="/ppt/slides/module_entry_10.xml" ContentType="application/vnd.openxmlformats-officedocument.presentationml.slide+xml"/>
  <Override PartName="/ppt/notesSlides/module_entry_10.xml" ContentType="application/vnd.openxmlformats-officedocument.presentationml.notesSlide+xml"/>
  <Override PartName="/ppt/slides/module_entry_11.xml" ContentType="application/vnd.openxmlformats-officedocument.presentationml.slide+xml"/>
  <Override PartName="/ppt/notesSlides/module_entry_11.xml" ContentType="application/vnd.openxmlformats-officedocument.presentationml.notesSlide+xml"/>
  <Override PartName="/ppt/slides/module_entry_12.xml" ContentType="application/vnd.openxmlformats-officedocument.presentationml.slide+xml"/>
  <Override PartName="/ppt/notesSlides/module_entry_12.xml" ContentType="application/vnd.openxmlformats-officedocument.presentationml.notesSlide+xml"/>
  <Override PartName="/ppt/slides/module_entry_13.xml" ContentType="application/vnd.openxmlformats-officedocument.presentationml.slide+xml"/>
  <Override PartName="/ppt/notesSlides/module_entry_13.xml" ContentType="application/vnd.openxmlformats-officedocument.presentationml.notesSlide+xml"/>
  <Override PartName="/ppt/slides/module_entry_14.xml" ContentType="application/vnd.openxmlformats-officedocument.presentationml.slide+xml"/>
  <Override PartName="/ppt/notesSlides/module_entry_14.xml" ContentType="application/vnd.openxmlformats-officedocument.presentationml.notesSlide+xml"/>
  <Override PartName="/ppt/slides/module_entry_15.xml" ContentType="application/vnd.openxmlformats-officedocument.presentationml.slide+xml"/>
  <Override PartName="/ppt/notesSlides/module_entry_15.xml" ContentType="application/vnd.openxmlformats-officedocument.presentationml.notesSlide+xml"/>
  <Override PartName="/ppt/slides/module_entry_16.xml" ContentType="application/vnd.openxmlformats-officedocument.presentationml.slide+xml"/>
  <Override PartName="/ppt/notesSlides/module_entry_16.xml" ContentType="application/vnd.openxmlformats-officedocument.presentationml.notesSlide+xml"/>
  <Override PartName="/ppt/slides/module_entry_17.xml" ContentType="application/vnd.openxmlformats-officedocument.presentationml.slide+xml"/>
  <Override PartName="/ppt/notesSlides/module_entry_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256" r:id="rIdModulePage1"/>
    <p:sldId id="257" r:id="rIdModulePage2"/>
    <p:sldId id="258" r:id="rIdModulePage3"/>
    <p:sldId id="259" r:id="rIdModulePage4"/>
    <p:sldId id="260" r:id="rIdModulePage5"/>
    <p:sldId id="261" r:id="rIdModulePage6"/>
    <p:sldId id="262" r:id="rIdModulePage7"/>
    <p:sldId id="263" r:id="rIdModulePage8"/>
    <p:sldId id="264" r:id="rIdModulePage9"/>
    <p:sldId id="265" r:id="rIdModulePage10"/>
    <p:sldId id="266" r:id="rIdModulePage11"/>
    <p:sldId id="267" r:id="rIdModulePage12"/>
    <p:sldId id="268" r:id="rIdModulePage13"/>
    <p:sldId id="269" r:id="rIdModulePage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ulePage1" Type="http://schemas.openxmlformats.org/officeDocument/2006/relationships/slide" Target="slides/slide1.xml"/><Relationship Id="rIdModulePage2" Type="http://schemas.openxmlformats.org/officeDocument/2006/relationships/slide" Target="slides/module_entry_9.xml"/><Relationship Id="rIdModulePage3" Type="http://schemas.openxmlformats.org/officeDocument/2006/relationships/slide" Target="slides/module_entry_10.xml"/><Relationship Id="rIdModulePage4" Type="http://schemas.openxmlformats.org/officeDocument/2006/relationships/slide" Target="slides/module_entry_11.xml"/><Relationship Id="rIdModulePage5" Type="http://schemas.openxmlformats.org/officeDocument/2006/relationships/slide" Target="slides/module_entry_12.xml"/><Relationship Id="rIdModulePage6" Type="http://schemas.openxmlformats.org/officeDocument/2006/relationships/slide" Target="slides/module_entry_13.xml"/><Relationship Id="rIdModulePage7" Type="http://schemas.openxmlformats.org/officeDocument/2006/relationships/slide" Target="slides/module_entry_14.xml"/><Relationship Id="rIdModulePage8" Type="http://schemas.openxmlformats.org/officeDocument/2006/relationships/slide" Target="slides/module_entry_15.xml"/><Relationship Id="rIdModulePage9" Type="http://schemas.openxmlformats.org/officeDocument/2006/relationships/slide" Target="slides/slide74.xml"/><Relationship Id="rIdModulePage10" Type="http://schemas.openxmlformats.org/officeDocument/2006/relationships/slide" Target="slides/module_entry_16.xml"/><Relationship Id="rIdModulePage11" Type="http://schemas.openxmlformats.org/officeDocument/2006/relationships/slide" Target="slides/slide66.xml"/><Relationship Id="rIdModulePage12" Type="http://schemas.openxmlformats.org/officeDocument/2006/relationships/slide" Target="slides/slide67.xml"/><Relationship Id="rIdModulePage13" Type="http://schemas.openxmlformats.org/officeDocument/2006/relationships/slide" Target="slides/slide68.xml"/><Relationship Id="rIdModulePage14" Type="http://schemas.openxmlformats.org/officeDocument/2006/relationships/slide" Target="slides/module_entry_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ule_entry_9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9.xml"/><Relationship Id="rId1" Type="http://schemas.openxmlformats.org/officeDocument/2006/relationships/notesMaster" Target="../notesMasters/notesMaster1.xml"/></Relationships>
</file>

<file path=ppt/notesSlides/_rels/module_entry_10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0.xml"/><Relationship Id="rId1" Type="http://schemas.openxmlformats.org/officeDocument/2006/relationships/notesMaster" Target="../notesMasters/notesMaster1.xml"/></Relationships>
</file>

<file path=ppt/notesSlides/_rels/module_entry_11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1.xml"/><Relationship Id="rId1" Type="http://schemas.openxmlformats.org/officeDocument/2006/relationships/notesMaster" Target="../notesMasters/notesMaster1.xml"/></Relationships>
</file>

<file path=ppt/notesSlides/_rels/module_entry_12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2.xml"/><Relationship Id="rId1" Type="http://schemas.openxmlformats.org/officeDocument/2006/relationships/notesMaster" Target="../notesMasters/notesMaster1.xml"/></Relationships>
</file>

<file path=ppt/notesSlides/_rels/module_entry_13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3.xml"/><Relationship Id="rId1" Type="http://schemas.openxmlformats.org/officeDocument/2006/relationships/notesMaster" Target="../notesMasters/notesMaster1.xml"/></Relationships>
</file>

<file path=ppt/notesSlides/_rels/module_entry_14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4.xml"/><Relationship Id="rId1" Type="http://schemas.openxmlformats.org/officeDocument/2006/relationships/notesMaster" Target="../notesMasters/notesMaster1.xml"/></Relationships>
</file>

<file path=ppt/notesSlides/_rels/module_entry_15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5.xml"/><Relationship Id="rId1" Type="http://schemas.openxmlformats.org/officeDocument/2006/relationships/notesMaster" Target="../notesMasters/notesMaster1.xml"/></Relationships>
</file>

<file path=ppt/notesSlides/_rels/module_entry_16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6.xml"/><Relationship Id="rId1" Type="http://schemas.openxmlformats.org/officeDocument/2006/relationships/notesMaster" Target="../notesMasters/notesMaster1.xml"/></Relationships>
</file>

<file path=ppt/notesSlides/_rels/module_entry_17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7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module_entry_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对应正文：前置：P004 已取得 CMSIS 与 hal_xhsc。实验源码根 G:/zephyr_practice/zephyr-main。</a:t>
            </a:r>
          </a:p>
          <a:p>
            <a:r>
              <a:t>现在从配置 hello_world 的工程入口向内看。</a:t>
            </a:r>
          </a:p>
          <a:p>
            <a:r>
              <a:t>先明确路径由谁提供，再追踪 Zephyr 的调用与生成结果。</a:t>
            </a:r>
          </a:p>
          <a:p>
            <a:r>
              <a:t>内部 CMake 规则放在发现过程之后；完整 HC32 构建仍在 P011。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对应正文：5.1.1 · 下载目录不会主动通知 Zephyr。实验源码根 G:/zephyr_practice/zephyr-main。</a:t>
            </a:r>
          </a:p>
          <a:p>
            <a:r>
              <a:t>CMSIS：同一工作区的 west 活动项目列表提供目录。</a:t>
            </a:r>
          </a:p>
          <a:p>
            <a:r>
              <a:t>HAL：读者通过 EXTRA_ZEPHYR_MODULES 追加本地模块根。</a:t>
            </a:r>
          </a:p>
          <a:p>
            <a:r>
              <a:t>这是 Zephyr 原生 CMake 输入，保留已有 west 模块。</a:t>
            </a:r>
          </a:p>
          <a:p>
            <a:r>
              <a:t/>
            </a:r>
          </a:p>
          <a:p>
            <a:r>
              <a:t>P011 11.7 的配置命令同时追加 HAL 与该章创建的 hc32_port。</a:t>
            </a:r>
          </a:p>
          <a:p>
            <a:r>
              <a:t>传模块根，不传 module.yml 文件名，也不传 DDL 子目录。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对应正文：5.1.1 · 下列为参数示意，不单独执行。实验源码根 G:/zephyr_practice/zephyr-main。</a:t>
            </a:r>
          </a:p>
          <a:p>
            <a:r>
              <a:t>该参数属于 P011 的 cmake -S samples/hello_world -B … 命令。</a:t>
            </a:r>
          </a:p>
          <a:p>
            <a:r>
              <a:t>保存位置是那个 -B 目录的 CMakeCache.txt；只供该构建目录复用。</a:t>
            </a:r>
          </a:p>
          <a:p>
            <a:r>
              <a:t>HAL 在 03 下载，hc32_port 在 P011 创建；前提未齐时先不要配置。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对应正文：5.1.2 · 这些调用代码均由 Zephyr 原有源码提供。实验源码根 G:/zephyr_practice/zephyr-main。</a:t>
            </a:r>
          </a:p>
          <a:p>
            <a:r>
              <a:t>应用 CMakeLists.txt 的 find_package(Zephyr) 触发加载。</a:t>
            </a:r>
          </a:p>
          <a:p>
            <a:r>
              <a:t>ZephyrConfig → zephyr_default → zephyr_module.cmake。</a:t>
            </a:r>
          </a:p>
          <a:p>
            <a:r>
              <a:t>最后一个文件读取 EXTRA_ZEPHYR_MODULES 并调用 Python 脚本。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对应正文：5.1.3 · HAL 仓库原有文件，只读，不创建 west.yml。实验源码根 G:/zephyr_practice/zephyr-main。</a:t>
            </a:r>
          </a:p>
          <a:p>
            <a:r>
              <a:t>zephyr_module.py 遍历候选根，再读该根的 zephyr/module.yml。</a:t>
            </a:r>
          </a:p>
          <a:p>
            <a:r>
              <a:t>name 给模块命名；cmake: . 选择 HAL 根的 CMakeLists.txt。</a:t>
            </a:r>
          </a:p>
          <a:p>
            <a:r>
              <a:t>识别结果写入构建目录 zephyr_modules.txt，包含名字与实际路径。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对应正文：5.1.4 · 输入 → 发现记录 → CMake 普通变量。实验源码根 G:/zephyr_practice/zephyr-main。</a:t>
            </a:r>
          </a:p>
          <a:p>
            <a:r>
              <a:t>zephyr_module.cmake 读回 zephyr_modules.txt。</a:t>
            </a:r>
          </a:p>
          <a:p>
            <a:r>
              <a:t>本条记录的 MODULE_NAME_UPPER=HAL_XHSC，module_path=HAL 根。</a:t>
            </a:r>
          </a:p>
          <a:p>
            <a:r>
              <a:t>于是得到 ZEPHYR_HAL_XHSC_MODULE_DIR；它不是环境变量，无需 export。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对应正文：5.1.4 / 5.1.6 · 发现模块与启用源文件分开核对。实验源码根 G:/zephyr_practice/zephyr-main。</a:t>
            </a:r>
          </a:p>
          <a:p>
            <a:r>
              <a:t>本系列 SoC CMake 用模块根拼接 /hc32_ddl/hc32f4a0，选择所需 DDL。</a:t>
            </a:r>
          </a:p>
          <a:p>
            <a:r>
              <a:t>Zephyr 顶层也按模块的 CMake 入口执行 add_subdirectory()。</a:t>
            </a:r>
          </a:p>
          <a:p>
            <a:r>
              <a:t/>
            </a:r>
          </a:p>
          <a:p>
            <a:r>
              <a:t>是否进入内部目录、是否添加某个驱动，由后续 CMake/Kconfig 决定。</a:t>
            </a:r>
          </a:p>
          <a:p>
            <a:r>
              <a:t>发现成功不会自动补出板、SoC、Kconfig 或 Zephyr 驱动。</a:t>
            </a:r>
          </a:p>
          <a:p>
            <a:r>
              <a:t>普通变量在本次配置中建立；下次配置由同一发现流程重新生成。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对应正文：5.1.5 · UCRT64；源码根 .venv 已激活；HAL 已下载。实验源码根 G:/zephyr_practice/zephyr-main。</a:t>
            </a:r>
          </a:p>
          <a:p>
            <a:r>
              <a:t>直接调用 Zephyr 自带发现脚本，只传当前已存在的 HAL 根。</a:t>
            </a:r>
          </a:p>
          <a:p>
            <a:r>
              <a:t>检查输出同时包含 west 的 cmsis_6 和额外的 hal_xhsc。</a:t>
            </a:r>
          </a:p>
          <a:p>
            <a:r>
              <a:t>这次检查不配置应用，不保存未来 CMake 参数，也不生成上述变量。</a:t>
            </a:r>
          </a:p>
          <a:p>
            <a:r>
              <a:t/>
            </a:r>
          </a:p>
          <a:p>
            <a:r>
              <a:t>若缺少 HAL，先核对模块根与 zephyr/module.yml。</a:t>
            </a:r>
          </a:p>
          <a:p>
            <a:r>
              <a:t>不要手填生成文件。完整可复制操作见下方链接。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对应正文：5.2 · 准备完成，进入 P006 构建基础。实验源码根 G:/zephyr_practice/zephyr-main。</a:t>
            </a:r>
          </a:p>
          <a:p>
            <a:r>
              <a:t>P005：发现记录里有 CMSIS 与 HAL，且路径正确。</a:t>
            </a:r>
          </a:p>
          <a:p>
            <a:r>
              <a:t>P011 配置：CMakeCache 保存输入，zephyr_modules.txt 记录模块。</a:t>
            </a:r>
          </a:p>
          <a:p>
            <a:r>
              <a:t>P011 构建：compile_commands.json 中实际包含需要的 DDL。</a:t>
            </a:r>
          </a:p>
          <a:p>
            <a:r>
              <a:t/>
            </a:r>
          </a:p>
          <a:p>
            <a:r>
              <a:t>随后才验证固件与实板运行。</a:t>
            </a:r>
          </a:p>
          <a:p>
            <a:r>
              <a:t>回查依赖时按 01 工具 → 02 SDK → 03 下载 → 04 接入定位。</a:t>
            </a:r>
          </a:p>
          <a:p>
            <a:r>
              <a:t>
完整正文：learning/P01_zephyr_make_project/P005_源码模块接入Zephyr工程_Windows.md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P011。</a:t>
            </a:r>
          </a:p>
          <a:p>
            <a:r>
              <a:t>配套正文：learning/P01_zephyr_make_project/P005_源码模块接入Zephyr工程_Windows.md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005_源码模块接入Zephyr工程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头文件怎样接起来</a:t>
            </a:r>
          </a:p>
          <a:p>
            <a:r>
              <a:t>实际文件：learning/board/labs/hc32_port/soc/xhsc/hc32f4a0/soc.h与CMakeLists.txt。P011 11.6.3.1详述来源与调用关系。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设备包没有提供哪些能力</a:t>
            </a:r>
          </a:p>
          <a:p>
            <a:r>
              <a:t>设备头存在不代表串口能输出。没有实现与核验的外设不声明支持。本系列HC32实际有DDL，不能删除它后沿用现有驱动。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材料来源与工作分界</a:t>
            </a:r>
          </a:p>
          <a:p>
            <a:r>
              <a:t>独立west清单编写留在learning/west，不能把模块入口module.yml与官方west.yml混为一谈。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4.1.3 与 P005 5.1。保留官方 west.yml，不在这里编写新清单。</a:t>
            </a:r>
          </a:p>
          <a:p>
            <a:endParaRPr/>
          </a:p>
          <a:p>
            <a:r>
              <a:t>../P005_源码模块接入Zephyr工程_Windows.md</a:t>
            </a:r>
          </a:p>
          <a:p>
            <a:r>
              <a:t>../P011_编译示例与新增开发板_Windows.md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https://github.com/zephyrproject-rtos/hal_xhsc/blob/a84e04900616f68097d80cda2e89eaa8af3afadd/CMakeLists.txt</a:t>
            </a:r>
          </a:p>
          <a:p>
            <a:r>
              <a:t>https://github.com/zephyrproject-rtos/hal_xhsc/blob/a84e04900616f68097d80cda2e89eaa8af3afadd/hc32_ddl/CMakeLists.txt</a:t>
            </a:r>
          </a:p>
          <a:p>
            <a:r>
              <a:t>https://github.com/zephyrproject-rtos/hal_xhsc/blob/a84e04900616f68097d80cda2e89eaa8af3afadd/hc32_ddl/hc32f4a0/CMakeLists.txt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ule_entry_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9.xml"/><Relationship Id="rId1" Type="http://schemas.openxmlformats.org/officeDocument/2006/relationships/slideLayout" Target="../slideLayouts/slideLayout54.xml"/></Relationships>
</file>

<file path=ppt/slides/_rels/module_entry_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0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11_Windows/11.7-01.txt" TargetMode="External"/></Relationships>
</file>

<file path=ppt/slides/_rels/module_entry_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1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11_Windows/11.7-01.txt" TargetMode="External"/></Relationships>
</file>

<file path=ppt/slides/_rels/module_entry_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2.xml"/><Relationship Id="rId1" Type="http://schemas.openxmlformats.org/officeDocument/2006/relationships/slideLayout" Target="../slideLayouts/slideLayout54.xml"/></Relationships>
</file>

<file path=ppt/slides/_rels/module_entry_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3.xml"/><Relationship Id="rId1" Type="http://schemas.openxmlformats.org/officeDocument/2006/relationships/slideLayout" Target="../slideLayouts/slideLayout54.xml"/></Relationships>
</file>

<file path=ppt/slides/_rels/module_entry_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4.xml"/><Relationship Id="rId1" Type="http://schemas.openxmlformats.org/officeDocument/2006/relationships/slideLayout" Target="../slideLayouts/slideLayout54.xml"/></Relationships>
</file>

<file path=ppt/slides/_rels/module_entry_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5.xml"/><Relationship Id="rId1" Type="http://schemas.openxmlformats.org/officeDocument/2006/relationships/slideLayout" Target="../slideLayouts/slideLayout54.xml"/></Relationships>
</file>

<file path=ppt/slides/_rels/module_entry_1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6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05_Windows/5.1.5-01.txt" TargetMode="External"/></Relationships>
</file>

<file path=ppt/slides/_rels/module_entry_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7.xml"/><Relationship Id="rId1" Type="http://schemas.openxmlformats.org/officeDocument/2006/relationships/slideLayout" Target="../slideLayouts/slideLayout54.xml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6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4.xml"/></Relationships>
</file>

<file path=ppt/slides/_rels/slide6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4.xml"/></Relationships>
</file>

<file path=ppt/slides/_rels/slide6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4.xml"/></Relationships>
</file>

<file path=ppt/slides/_rels/slide74.xml.rels><?xml version='1.0' encoding='utf-8' standalone='yes'?>
<Relationships xmlns="http://schemas.openxmlformats.org/package/2006/relationships"><Relationship Id="rId3" Type="http://schemas.openxmlformats.org/officeDocument/2006/relationships/hyperlink" Target="../P005_&#28304;&#30721;&#27169;&#22359;&#25509;&#20837;Zephyr&#24037;&#31243;_Windows.md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11_&#32534;&#35793;&#31034;&#20363;&#19982;&#26032;&#22686;&#24320;&#21457;&#26495;_Windows.md" TargetMode="External"/></Relationships>
</file>

<file path=ppt/slides/module_entry_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FFD75C-AB68-4283-B93A-D1D9C21EAFD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P005 · 工程接收源码模块的路径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8F00A0E-927C-4ED5-8CD8-20148F25E8C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5.0 · 后续 P009 详解：保留默认候选，按需追加模块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EBC322-F9B0-462F-BD1B-5D2D1DF1A77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现在从配置 hello_world 的工程入口向内看。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先明确路径由谁提供，再追踪 Zephyr 的调用与生成结果。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内部 CMake 规则放在发现过程之后；完整 HC32 构建仍在 P011。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D273699F-54A6-4D23-BB71-17A52EE8CB00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工程收到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候选模块路径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32BF8DBD-EEF2-4FDC-8A78-91A59414C172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BD562156-E51F-40B3-B4C8-1741787AEB78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读取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E4AAB0F1-FC03-496E-9486-CD854EF2EE0E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508CFA73-E818-4342-8637-5C99D0DF6F37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 CMake 变量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3C9AAC2E-7838-40E6-BA0A-A16AC389E6B4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88DDA831-A567-400B-99C0-2F63F3A8E72B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/ 模块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选择源码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FF72CDB-3B22-4E67-BB06-EEAEB765337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清单内与清单外模块的工程入口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FAD9556-9E95-43F4-9294-BAD5112198E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5.1.1 · 下载目录不会主动通知 Zephyr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4694450-30B5-4948-B420-25CB45E78FE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CMSIS：同一工作区的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活动项目列表提供目录。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HAL：读者通过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追加本地模块根。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Zephyr 原生 CMake 输入，保留已有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模块。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P011 11.7 的配置命令同时追加 HAL 与该章创建的 hc32_port。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传模块根，不传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文件名，也不传 DDL 子目录。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0A39D365-8E9C-4F09-90D9-03B0D7B01AF9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P011 11.7：完整配置命令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85A41F3-9D19-402A-AEED-77CD638AAC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路径交给哪一次工程配置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44EB2B6-02C8-4C07-9704-91D23FD7C23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5.1.1 · 下列为参数示意，不单独执行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A798ADF6-1F1D-4912-869B-8DC212E11DD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-DEXTRA_ZEPHYR_MODULES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="&lt;HAL 模块根&gt;;&lt;hc32_port 模块根&gt;"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79959E6-A7EA-4481-84AB-5D16CB2F900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该参数属于 P011 的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samples/hello_world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… 命令。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保存位置是那个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；只供该构建目录复用。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 在 P004 下载，hc32_port 在 P011 创建；前提未齐时先不要配置。</a:t>
            </a:r>
          </a:p>
        </p:txBody>
      </p:sp>
      <p:sp>
        <p:nvSpPr>
          <p:cNvPr id="6" name="Source link 0">
            <a:extLst>
              <a:ext uri="{FF2B5EF4-FFF2-40B4-BE49-F238E27FC236}">
                <a16:creationId xmlns:a16="http://schemas.microsoft.com/office/drawing/2014/main" id="{7B016092-7D30-428F-AD30-E73B0EE90822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完整命令与全部前提：P011 11.7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AB492C-6FB5-4EFD-9C5B-811B6564841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从应用入口追踪 Zephyr 的模块发现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977DE07-F091-496F-B392-A50FC03EABD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5.1.2 · 这些调用代码均由 Zephyr 原有源码提供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64F5D2A-7EF0-42CA-827E-FF477823968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20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触发加载。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ZephyrConfig → zephyr_default →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最后一个文件读取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并调用 Python 脚本。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FB970092-6A3A-452C-83C5-68E8478AE7EA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包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10FE6698-1F23-46D2-80FA-15FB218606A8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B9BFAFA7-C263-4D11-B40B-D7D20AA18272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模块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发现规则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97A1533C-0D0E-427C-8D32-A67E6C594880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CA8EC911-2576-43B1-A826-B7F5DF0C3B1F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额外路径传给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发现脚本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78BAE47D-3B1E-4668-B296-20A4CC78A343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4B729E93-E999-4FD2-8939-1B8038BEFA87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+ 额外模块根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D634FF8-6F3F-4D4B-9431-3DC2C1E5647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候选目录明确之后，才读取模块声明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81E8CD5-22E9-4721-BEBB-24AE88CD867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5.1.3 · HAL 仓库原有文件，只读，不创建 west.yml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CAD99E81-26B6-4DD7-9D86-8F32047E07D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只读：hal_xhsc/zephyr/module.yml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hal_xhsc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FCF565C-A7A7-4D5A-8342-EF90AC263A5F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zephyr_module.py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遍历候选根，再读该根的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zephyr/module.yml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name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给模块命名；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: . 选择 HAL 根的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识别结果写入构建目录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，包含名字与实际路径。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C439F5-AEF4-4700-AA6E-303BA29E742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模块路径变量由 Zephyr CMake 设置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325B5F-12B7-40ED-B1C8-E55865CDE4E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5.1.4 · 输入 → 发现记录 → CMake 普通变量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A5B2C0C9-2549-4AE0-A817-7FB8275F27A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只读：Zephyr 原有 cmake/modules/zephyr_module.cmake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ZEPHYR_${MODULE_NAME_UPPER}_MODULE_DIR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${module_path}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2FA13AE-D1F3-4785-A202-9D370C9D0AB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读回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本条记录的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MODULE_NAME_UPPER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=HAL_XHSC，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module_path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=HAL 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于是得到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ZEPHYR_HAL_XHSC_MODULE_DIR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；它不是环境变量，无需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FD453E-9608-45A0-98FF-EDAA0F43A0C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变量生成之后，构建代码才使用它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43ADF67-F4F4-4AEA-9FE7-5CC56C58E3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5.1.4 / 5.1.6 · 发现模块与启用源文件分开核对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7812CC1-1387-4EE7-B1E8-E714FB3CAAA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SoC CMake 用模块根拼接 /hc32_ddl/hc32f4a0，选择所需 DDL。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顶层也按模块的 CMake 入口执行 </a:t>
            </a:r>
            <a:r>
              <a:rPr sz="20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()。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是否进入内部目录、是否添加某个驱动，由后续 CMake/Kconfig 决定。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发现成功不会自动补出板、SoC、Kconfig 或 Zephyr 驱动。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普通变量在本次配置中建立；下次配置由同一发现流程重新生成。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9525841-CB44-4301-82CA-7BA1FF373C5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下载完成后，先验证 HAL 路径能被识别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E8582AB-AA8D-40AF-BA06-644459FEB2B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5.1.5 · UCRT64；源码根 .venv 已激活；HAL 已下载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DEA53CB-EC2D-418E-B0EF-125127346A7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直接调用 Zephyr 自带发现脚本，只传当前已存在的 HAL 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检查输出同时包含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cmsis_6 和额外的 hal_xhsc。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这次检查不配置应用，不保存未来 CMake 参数，也不生成上述变量。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若缺少 HAL，先核对模块根与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zephyr/module.yml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不要手填生成文件。完整可复制操作见下方链接。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471113DF-2C9C-4F57-9E72-A63A74C17C2F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复制完整诊断命令（含目录与前提）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641792-4322-4F55-B9C8-8B34C055A0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模块接入完成后的三层检查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13D3D2E-AB89-4A4C-AF22-AE5380C5418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 · 准备完成，进入 P006 构建基础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CF88470-ECEA-49AE-AE7F-17881DF86F4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P005：发现记录里有 CMSIS 与 HAL，且路径正确。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P011 配置：CMakeCache 保存输入，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记录模块。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P011 构建：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compile_commands.json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中实际包含需要的 DDL。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随后才验证固件与实板运行。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回查依赖时按 P002 工具 → P003 SDK → P004 下载 → P005 接入定位。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源码模块接入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工程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93598F-79F7-4FEB-AED1-B97CFF511CD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厂商设备头接 SoC，通用 Core 仍由 Zephyr 提供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30D2EAC-0600-46F3-A791-CE439C78019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P004 4.2.5： 头文件怎样接起来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0C93175-ABD6-42BC-AB47-5D5DFECF7C0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P011 的 SoC 适配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包含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hc32f4a0.h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厂商设备头再引用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core_cm4.h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CMake 加入厂商设备头路径；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CMSIS 模块规则加入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Core/Include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不把厂商另一份 Core 放在前面抢占头文件。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794390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FC823A-F2AD-4C9A-9B6B-423FEC3DE7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只有设备头，没有 HAL，仍需要实现驱动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6B740C4-9997-4BA7-B874-232F0E056CF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P004 4.2.5： 设备包没有提供哪些能力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97743E-A911-4EAD-9BE2-BD5D2CF1FE39}"/>
              </a:ext>
            </a:extLst>
          </p:cNvPr>
          <p:cNvGraphicFramePr/>
          <p:nvPr/>
        </p:nvGraphicFramePr>
        <p:xfrm>
          <a:off x="609600" y="1885950"/>
          <a:ext cx="10972800" cy="34290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移植者还要完成的工作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寄存器结构体与地址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按参考手册实现外设初始化与读写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IRQ 编号与内核能力宏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Zephyr SoC、DTS、Kconfig 核对一致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 / startup 参考代码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适配时钟与启动钩子，保留 Zephyr 复位和向量框架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 UART / GPIO HAL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编写寄存器级 Zephyr 驱动，或接入已验证厂商实现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78948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71814A-622C-4440-9CAF-83248E964F9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哪些下载得到，哪些在 P011 新增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9E530BD-23DC-4CEC-A152-8D09F38A66A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P004 4.2.5： 材料来源与工作分界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18709D-F973-464A-BD2A-FE7322A854C8}"/>
              </a:ext>
            </a:extLst>
          </p:cNvPr>
          <p:cNvGraphicFramePr/>
          <p:nvPr/>
        </p:nvGraphicFramePr>
        <p:xfrm>
          <a:off x="609600" y="1885950"/>
          <a:ext cx="10972800" cy="3830955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谁提供，什么时候应该有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主源码自带；本期保持原样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芯片设备头、system、许可证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厂商包或 HAL 下载得到，先核对原件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已有模块的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模块仓库自带；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CMSIS 无需手写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没有模块入口时的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移植者新增，声明和接入厂商源码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board / DTS / Zephyr 驱动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P011 的新增工作；下载包不自动补齐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A298EC3-3FD0-4A0E-856A-BB53F46AC2B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被发现以后，由谁选择 DDL 源文件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D6A0EC3-007A-489B-BD74-4464A0F0414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5.1.6 · 区分 HAL 原有入口与本系列适配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F2A247-4FFF-47C8-A408-E452453A3984}"/>
              </a:ext>
            </a:extLst>
          </p:cNvPr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接入层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实际行为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原有根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HAS_HC32_DDL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启用后才进入 hc32_ddl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原有系列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SOC_HC32F4A0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与 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HC32_LL_USART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等配置选择系列和源文件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P011 SoC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不启用整体入口；通过原生模块路径显式选择所需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hc32_port 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补齐复位、12 MHz 时钟、DTS、板与 Zephyr UART/GPIO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 link 0">
            <a:extLst>
              <a:ext uri="{FF2B5EF4-FFF2-40B4-BE49-F238E27FC236}">
                <a16:creationId xmlns:a16="http://schemas.microsoft.com/office/drawing/2014/main" id="{5DCEB429-E234-4882-803E-2764B4A2AA4C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完整说明：P005 5.1.6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99C9857D-3323-4657-9853-6932963AF40E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接入与编译：P011 11.6 / 11.7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14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